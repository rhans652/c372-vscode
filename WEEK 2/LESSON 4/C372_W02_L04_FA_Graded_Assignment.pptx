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sldIdLst>
    <p:sldId id="256" r:id="rId5"/>
    <p:sldId id="295"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94" r:id="rId20"/>
    <p:sldId id="296" r:id="rId21"/>
    <p:sldId id="291"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B377860-F115-22E0-416D-8EF10F217647}" name="Charlene Soh (RP)" initials="SS" userId="S::charlene_soh@rp.edu.sg::b93226ba-3dc9-436c-83b7-fba51f7e345f" providerId="AD"/>
  <p188:author id="{AF159267-D47A-8E18-F901-2F2241E4F98F}" name="Wong Kheng Leong (RP)" initials="KW" userId="S::wong_kheng_leong@rp.edu.sg::33ea276b-10ba-415e-9d52-c9c325ae9a1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FB01E"/>
    <a:srgbClr val="DE1A7A"/>
    <a:srgbClr val="16161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58347D-557D-4B86-938D-FB420787980B}" v="9" dt="2026-10-25T02:56:30.30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114"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heme" Target="theme/theme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microsoft.com/office/2016/11/relationships/changesInfo" Target="changesInfos/changesInfo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ableStyles" Target="tableStyles.xml"/><Relationship Id="rId30" Type="http://schemas.microsoft.com/office/2018/10/relationships/authors" Targe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gdalene Lim (RP)" userId="0d83deb8-e9a9-42ab-ae84-75cdb7b5bd8e" providerId="ADAL" clId="{F480144D-229B-4504-9707-A45AE5F79E10}"/>
    <pc:docChg chg="custSel addSld delSld modSld">
      <pc:chgData name="Magdalene Lim (RP)" userId="0d83deb8-e9a9-42ab-ae84-75cdb7b5bd8e" providerId="ADAL" clId="{F480144D-229B-4504-9707-A45AE5F79E10}" dt="2026-10-25T02:57:33.971" v="949" actId="6549"/>
      <pc:docMkLst>
        <pc:docMk/>
      </pc:docMkLst>
      <pc:sldChg chg="delSp modSp mod">
        <pc:chgData name="Magdalene Lim (RP)" userId="0d83deb8-e9a9-42ab-ae84-75cdb7b5bd8e" providerId="ADAL" clId="{F480144D-229B-4504-9707-A45AE5F79E10}" dt="2026-10-25T02:00:57.195" v="76" actId="478"/>
        <pc:sldMkLst>
          <pc:docMk/>
          <pc:sldMk cId="0" sldId="256"/>
        </pc:sldMkLst>
        <pc:spChg chg="mod">
          <ac:chgData name="Magdalene Lim (RP)" userId="0d83deb8-e9a9-42ab-ae84-75cdb7b5bd8e" providerId="ADAL" clId="{F480144D-229B-4504-9707-A45AE5F79E10}" dt="2026-10-25T02:00:54.422" v="75" actId="2711"/>
          <ac:spMkLst>
            <pc:docMk/>
            <pc:sldMk cId="0" sldId="256"/>
            <ac:spMk id="2" creationId="{00000000-0000-0000-0000-000000000000}"/>
          </ac:spMkLst>
        </pc:spChg>
        <pc:spChg chg="mod">
          <ac:chgData name="Magdalene Lim (RP)" userId="0d83deb8-e9a9-42ab-ae84-75cdb7b5bd8e" providerId="ADAL" clId="{F480144D-229B-4504-9707-A45AE5F79E10}" dt="2026-10-25T02:00:32.467" v="55" actId="6549"/>
          <ac:spMkLst>
            <pc:docMk/>
            <pc:sldMk cId="0" sldId="256"/>
            <ac:spMk id="3" creationId="{00000000-0000-0000-0000-000000000000}"/>
          </ac:spMkLst>
        </pc:spChg>
        <pc:spChg chg="del">
          <ac:chgData name="Magdalene Lim (RP)" userId="0d83deb8-e9a9-42ab-ae84-75cdb7b5bd8e" providerId="ADAL" clId="{F480144D-229B-4504-9707-A45AE5F79E10}" dt="2026-10-25T02:00:57.195" v="76" actId="478"/>
          <ac:spMkLst>
            <pc:docMk/>
            <pc:sldMk cId="0" sldId="256"/>
            <ac:spMk id="4" creationId="{00000000-0000-0000-0000-000000000000}"/>
          </ac:spMkLst>
        </pc:spChg>
      </pc:sldChg>
      <pc:sldChg chg="delSp modSp mod">
        <pc:chgData name="Magdalene Lim (RP)" userId="0d83deb8-e9a9-42ab-ae84-75cdb7b5bd8e" providerId="ADAL" clId="{F480144D-229B-4504-9707-A45AE5F79E10}" dt="2026-10-25T02:01:32.335" v="85" actId="113"/>
        <pc:sldMkLst>
          <pc:docMk/>
          <pc:sldMk cId="0" sldId="257"/>
        </pc:sldMkLst>
        <pc:spChg chg="mod">
          <ac:chgData name="Magdalene Lim (RP)" userId="0d83deb8-e9a9-42ab-ae84-75cdb7b5bd8e" providerId="ADAL" clId="{F480144D-229B-4504-9707-A45AE5F79E10}" dt="2026-10-25T02:01:32.335" v="85" actId="113"/>
          <ac:spMkLst>
            <pc:docMk/>
            <pc:sldMk cId="0" sldId="257"/>
            <ac:spMk id="16" creationId="{00000000-0000-0000-0000-000000000000}"/>
          </ac:spMkLst>
        </pc:spChg>
      </pc:sldChg>
      <pc:sldChg chg="delSp modSp mod">
        <pc:chgData name="Magdalene Lim (RP)" userId="0d83deb8-e9a9-42ab-ae84-75cdb7b5bd8e" providerId="ADAL" clId="{F480144D-229B-4504-9707-A45AE5F79E10}" dt="2026-10-25T02:01:57.453" v="87" actId="13926"/>
        <pc:sldMkLst>
          <pc:docMk/>
          <pc:sldMk cId="0" sldId="258"/>
        </pc:sldMkLst>
        <pc:spChg chg="mod">
          <ac:chgData name="Magdalene Lim (RP)" userId="0d83deb8-e9a9-42ab-ae84-75cdb7b5bd8e" providerId="ADAL" clId="{F480144D-229B-4504-9707-A45AE5F79E10}" dt="2026-10-23T09:26:16.536" v="38" actId="20577"/>
          <ac:spMkLst>
            <pc:docMk/>
            <pc:sldMk cId="0" sldId="258"/>
            <ac:spMk id="3" creationId="{00000000-0000-0000-0000-000000000000}"/>
          </ac:spMkLst>
        </pc:spChg>
        <pc:spChg chg="mod">
          <ac:chgData name="Magdalene Lim (RP)" userId="0d83deb8-e9a9-42ab-ae84-75cdb7b5bd8e" providerId="ADAL" clId="{F480144D-229B-4504-9707-A45AE5F79E10}" dt="2026-10-25T02:01:57.453" v="87" actId="13926"/>
          <ac:spMkLst>
            <pc:docMk/>
            <pc:sldMk cId="0" sldId="258"/>
            <ac:spMk id="30" creationId="{00000000-0000-0000-0000-000000000000}"/>
          </ac:spMkLst>
        </pc:spChg>
      </pc:sldChg>
      <pc:sldChg chg="delSp modSp mod">
        <pc:chgData name="Magdalene Lim (RP)" userId="0d83deb8-e9a9-42ab-ae84-75cdb7b5bd8e" providerId="ADAL" clId="{F480144D-229B-4504-9707-A45AE5F79E10}" dt="2026-10-25T02:03:17.052" v="132" actId="20577"/>
        <pc:sldMkLst>
          <pc:docMk/>
          <pc:sldMk cId="0" sldId="259"/>
        </pc:sldMkLst>
        <pc:spChg chg="mod">
          <ac:chgData name="Magdalene Lim (RP)" userId="0d83deb8-e9a9-42ab-ae84-75cdb7b5bd8e" providerId="ADAL" clId="{F480144D-229B-4504-9707-A45AE5F79E10}" dt="2026-10-25T02:03:17.052" v="132" actId="20577"/>
          <ac:spMkLst>
            <pc:docMk/>
            <pc:sldMk cId="0" sldId="259"/>
            <ac:spMk id="17" creationId="{00000000-0000-0000-0000-000000000000}"/>
          </ac:spMkLst>
        </pc:spChg>
      </pc:sldChg>
      <pc:sldChg chg="delSp mod">
        <pc:chgData name="Magdalene Lim (RP)" userId="0d83deb8-e9a9-42ab-ae84-75cdb7b5bd8e" providerId="ADAL" clId="{F480144D-229B-4504-9707-A45AE5F79E10}" dt="2026-10-23T09:27:16.316" v="42" actId="478"/>
        <pc:sldMkLst>
          <pc:docMk/>
          <pc:sldMk cId="0" sldId="260"/>
        </pc:sldMkLst>
      </pc:sldChg>
      <pc:sldChg chg="delSp modSp mod">
        <pc:chgData name="Magdalene Lim (RP)" userId="0d83deb8-e9a9-42ab-ae84-75cdb7b5bd8e" providerId="ADAL" clId="{F480144D-229B-4504-9707-A45AE5F79E10}" dt="2026-10-25T02:06:07.199" v="463" actId="113"/>
        <pc:sldMkLst>
          <pc:docMk/>
          <pc:sldMk cId="0" sldId="261"/>
        </pc:sldMkLst>
        <pc:spChg chg="mod">
          <ac:chgData name="Magdalene Lim (RP)" userId="0d83deb8-e9a9-42ab-ae84-75cdb7b5bd8e" providerId="ADAL" clId="{F480144D-229B-4504-9707-A45AE5F79E10}" dt="2026-10-25T02:06:07.199" v="463" actId="113"/>
          <ac:spMkLst>
            <pc:docMk/>
            <pc:sldMk cId="0" sldId="261"/>
            <ac:spMk id="18" creationId="{00000000-0000-0000-0000-000000000000}"/>
          </ac:spMkLst>
        </pc:spChg>
      </pc:sldChg>
      <pc:sldChg chg="addSp delSp modSp mod">
        <pc:chgData name="Magdalene Lim (RP)" userId="0d83deb8-e9a9-42ab-ae84-75cdb7b5bd8e" providerId="ADAL" clId="{F480144D-229B-4504-9707-A45AE5F79E10}" dt="2026-10-25T02:08:05.043" v="491"/>
        <pc:sldMkLst>
          <pc:docMk/>
          <pc:sldMk cId="0" sldId="262"/>
        </pc:sldMkLst>
        <pc:spChg chg="del">
          <ac:chgData name="Magdalene Lim (RP)" userId="0d83deb8-e9a9-42ab-ae84-75cdb7b5bd8e" providerId="ADAL" clId="{F480144D-229B-4504-9707-A45AE5F79E10}" dt="2026-10-25T02:06:22.425" v="464" actId="478"/>
          <ac:spMkLst>
            <pc:docMk/>
            <pc:sldMk cId="0" sldId="262"/>
            <ac:spMk id="2" creationId="{00000000-0000-0000-0000-000000000000}"/>
          </ac:spMkLst>
        </pc:spChg>
        <pc:spChg chg="mod">
          <ac:chgData name="Magdalene Lim (RP)" userId="0d83deb8-e9a9-42ab-ae84-75cdb7b5bd8e" providerId="ADAL" clId="{F480144D-229B-4504-9707-A45AE5F79E10}" dt="2026-10-25T02:07:13.206" v="489" actId="1036"/>
          <ac:spMkLst>
            <pc:docMk/>
            <pc:sldMk cId="0" sldId="262"/>
            <ac:spMk id="14" creationId="{00000000-0000-0000-0000-000000000000}"/>
          </ac:spMkLst>
        </pc:spChg>
        <pc:spChg chg="mod">
          <ac:chgData name="Magdalene Lim (RP)" userId="0d83deb8-e9a9-42ab-ae84-75cdb7b5bd8e" providerId="ADAL" clId="{F480144D-229B-4504-9707-A45AE5F79E10}" dt="2026-10-25T02:07:13.206" v="489" actId="1036"/>
          <ac:spMkLst>
            <pc:docMk/>
            <pc:sldMk cId="0" sldId="262"/>
            <ac:spMk id="15" creationId="{00000000-0000-0000-0000-000000000000}"/>
          </ac:spMkLst>
        </pc:spChg>
        <pc:spChg chg="mod">
          <ac:chgData name="Magdalene Lim (RP)" userId="0d83deb8-e9a9-42ab-ae84-75cdb7b5bd8e" providerId="ADAL" clId="{F480144D-229B-4504-9707-A45AE5F79E10}" dt="2026-10-25T02:07:13.206" v="489" actId="1036"/>
          <ac:spMkLst>
            <pc:docMk/>
            <pc:sldMk cId="0" sldId="262"/>
            <ac:spMk id="17" creationId="{00000000-0000-0000-0000-000000000000}"/>
          </ac:spMkLst>
        </pc:spChg>
        <pc:spChg chg="mod">
          <ac:chgData name="Magdalene Lim (RP)" userId="0d83deb8-e9a9-42ab-ae84-75cdb7b5bd8e" providerId="ADAL" clId="{F480144D-229B-4504-9707-A45AE5F79E10}" dt="2026-10-25T02:07:13.206" v="489" actId="1036"/>
          <ac:spMkLst>
            <pc:docMk/>
            <pc:sldMk cId="0" sldId="262"/>
            <ac:spMk id="20" creationId="{00000000-0000-0000-0000-000000000000}"/>
          </ac:spMkLst>
        </pc:spChg>
        <pc:spChg chg="mod">
          <ac:chgData name="Magdalene Lim (RP)" userId="0d83deb8-e9a9-42ab-ae84-75cdb7b5bd8e" providerId="ADAL" clId="{F480144D-229B-4504-9707-A45AE5F79E10}" dt="2026-10-25T02:07:13.206" v="489" actId="1036"/>
          <ac:spMkLst>
            <pc:docMk/>
            <pc:sldMk cId="0" sldId="262"/>
            <ac:spMk id="24" creationId="{00000000-0000-0000-0000-000000000000}"/>
          </ac:spMkLst>
        </pc:spChg>
        <pc:spChg chg="mod">
          <ac:chgData name="Magdalene Lim (RP)" userId="0d83deb8-e9a9-42ab-ae84-75cdb7b5bd8e" providerId="ADAL" clId="{F480144D-229B-4504-9707-A45AE5F79E10}" dt="2026-10-25T02:07:13.206" v="489" actId="1036"/>
          <ac:spMkLst>
            <pc:docMk/>
            <pc:sldMk cId="0" sldId="262"/>
            <ac:spMk id="25" creationId="{00000000-0000-0000-0000-000000000000}"/>
          </ac:spMkLst>
        </pc:spChg>
        <pc:spChg chg="mod">
          <ac:chgData name="Magdalene Lim (RP)" userId="0d83deb8-e9a9-42ab-ae84-75cdb7b5bd8e" providerId="ADAL" clId="{F480144D-229B-4504-9707-A45AE5F79E10}" dt="2026-10-25T02:07:13.206" v="489" actId="1036"/>
          <ac:spMkLst>
            <pc:docMk/>
            <pc:sldMk cId="0" sldId="262"/>
            <ac:spMk id="28" creationId="{00000000-0000-0000-0000-000000000000}"/>
          </ac:spMkLst>
        </pc:spChg>
        <pc:spChg chg="mod">
          <ac:chgData name="Magdalene Lim (RP)" userId="0d83deb8-e9a9-42ab-ae84-75cdb7b5bd8e" providerId="ADAL" clId="{F480144D-229B-4504-9707-A45AE5F79E10}" dt="2026-10-25T02:07:13.206" v="489" actId="1036"/>
          <ac:spMkLst>
            <pc:docMk/>
            <pc:sldMk cId="0" sldId="262"/>
            <ac:spMk id="30" creationId="{00000000-0000-0000-0000-000000000000}"/>
          </ac:spMkLst>
        </pc:spChg>
        <pc:spChg chg="mod">
          <ac:chgData name="Magdalene Lim (RP)" userId="0d83deb8-e9a9-42ab-ae84-75cdb7b5bd8e" providerId="ADAL" clId="{F480144D-229B-4504-9707-A45AE5F79E10}" dt="2026-10-25T02:07:13.206" v="489" actId="1036"/>
          <ac:spMkLst>
            <pc:docMk/>
            <pc:sldMk cId="0" sldId="262"/>
            <ac:spMk id="31" creationId="{00000000-0000-0000-0000-000000000000}"/>
          </ac:spMkLst>
        </pc:spChg>
        <pc:spChg chg="mod">
          <ac:chgData name="Magdalene Lim (RP)" userId="0d83deb8-e9a9-42ab-ae84-75cdb7b5bd8e" providerId="ADAL" clId="{F480144D-229B-4504-9707-A45AE5F79E10}" dt="2026-10-25T02:07:13.206" v="489" actId="1036"/>
          <ac:spMkLst>
            <pc:docMk/>
            <pc:sldMk cId="0" sldId="262"/>
            <ac:spMk id="40" creationId="{00000000-0000-0000-0000-000000000000}"/>
          </ac:spMkLst>
        </pc:spChg>
        <pc:spChg chg="mod">
          <ac:chgData name="Magdalene Lim (RP)" userId="0d83deb8-e9a9-42ab-ae84-75cdb7b5bd8e" providerId="ADAL" clId="{F480144D-229B-4504-9707-A45AE5F79E10}" dt="2026-10-25T02:08:05.043" v="491"/>
          <ac:spMkLst>
            <pc:docMk/>
            <pc:sldMk cId="0" sldId="262"/>
            <ac:spMk id="43" creationId="{00000000-0000-0000-0000-000000000000}"/>
          </ac:spMkLst>
        </pc:spChg>
        <pc:spChg chg="add mod">
          <ac:chgData name="Magdalene Lim (RP)" userId="0d83deb8-e9a9-42ab-ae84-75cdb7b5bd8e" providerId="ADAL" clId="{F480144D-229B-4504-9707-A45AE5F79E10}" dt="2026-10-25T02:07:17.007" v="490" actId="1076"/>
          <ac:spMkLst>
            <pc:docMk/>
            <pc:sldMk cId="0" sldId="262"/>
            <ac:spMk id="44" creationId="{EAC7B657-2CE0-2A9A-9A1C-5D6CC92BC1B7}"/>
          </ac:spMkLst>
        </pc:spChg>
      </pc:sldChg>
      <pc:sldChg chg="addSp delSp modSp mod">
        <pc:chgData name="Magdalene Lim (RP)" userId="0d83deb8-e9a9-42ab-ae84-75cdb7b5bd8e" providerId="ADAL" clId="{F480144D-229B-4504-9707-A45AE5F79E10}" dt="2026-10-25T02:09:08.680" v="518" actId="20577"/>
        <pc:sldMkLst>
          <pc:docMk/>
          <pc:sldMk cId="0" sldId="263"/>
        </pc:sldMkLst>
        <pc:spChg chg="add mod">
          <ac:chgData name="Magdalene Lim (RP)" userId="0d83deb8-e9a9-42ab-ae84-75cdb7b5bd8e" providerId="ADAL" clId="{F480144D-229B-4504-9707-A45AE5F79E10}" dt="2026-10-25T02:09:08.680" v="518" actId="20577"/>
          <ac:spMkLst>
            <pc:docMk/>
            <pc:sldMk cId="0" sldId="263"/>
            <ac:spMk id="5" creationId="{CEDE8D0F-1B3A-7263-CC19-A7A71DA65355}"/>
          </ac:spMkLst>
        </pc:spChg>
        <pc:spChg chg="mod">
          <ac:chgData name="Magdalene Lim (RP)" userId="0d83deb8-e9a9-42ab-ae84-75cdb7b5bd8e" providerId="ADAL" clId="{F480144D-229B-4504-9707-A45AE5F79E10}" dt="2026-10-25T02:08:42.401" v="502" actId="1036"/>
          <ac:spMkLst>
            <pc:docMk/>
            <pc:sldMk cId="0" sldId="263"/>
            <ac:spMk id="8" creationId="{00000000-0000-0000-0000-000000000000}"/>
          </ac:spMkLst>
        </pc:spChg>
        <pc:spChg chg="mod">
          <ac:chgData name="Magdalene Lim (RP)" userId="0d83deb8-e9a9-42ab-ae84-75cdb7b5bd8e" providerId="ADAL" clId="{F480144D-229B-4504-9707-A45AE5F79E10}" dt="2026-10-25T02:08:42.401" v="502" actId="1036"/>
          <ac:spMkLst>
            <pc:docMk/>
            <pc:sldMk cId="0" sldId="263"/>
            <ac:spMk id="10" creationId="{00000000-0000-0000-0000-000000000000}"/>
          </ac:spMkLst>
        </pc:spChg>
        <pc:spChg chg="mod">
          <ac:chgData name="Magdalene Lim (RP)" userId="0d83deb8-e9a9-42ab-ae84-75cdb7b5bd8e" providerId="ADAL" clId="{F480144D-229B-4504-9707-A45AE5F79E10}" dt="2026-10-25T02:08:42.401" v="502" actId="1036"/>
          <ac:spMkLst>
            <pc:docMk/>
            <pc:sldMk cId="0" sldId="263"/>
            <ac:spMk id="12" creationId="{00000000-0000-0000-0000-000000000000}"/>
          </ac:spMkLst>
        </pc:spChg>
        <pc:spChg chg="mod">
          <ac:chgData name="Magdalene Lim (RP)" userId="0d83deb8-e9a9-42ab-ae84-75cdb7b5bd8e" providerId="ADAL" clId="{F480144D-229B-4504-9707-A45AE5F79E10}" dt="2026-10-25T02:08:42.401" v="502" actId="1036"/>
          <ac:spMkLst>
            <pc:docMk/>
            <pc:sldMk cId="0" sldId="263"/>
            <ac:spMk id="13" creationId="{00000000-0000-0000-0000-000000000000}"/>
          </ac:spMkLst>
        </pc:spChg>
        <pc:spChg chg="mod">
          <ac:chgData name="Magdalene Lim (RP)" userId="0d83deb8-e9a9-42ab-ae84-75cdb7b5bd8e" providerId="ADAL" clId="{F480144D-229B-4504-9707-A45AE5F79E10}" dt="2026-10-25T02:08:42.401" v="502" actId="1036"/>
          <ac:spMkLst>
            <pc:docMk/>
            <pc:sldMk cId="0" sldId="263"/>
            <ac:spMk id="15" creationId="{00000000-0000-0000-0000-000000000000}"/>
          </ac:spMkLst>
        </pc:spChg>
        <pc:spChg chg="mod">
          <ac:chgData name="Magdalene Lim (RP)" userId="0d83deb8-e9a9-42ab-ae84-75cdb7b5bd8e" providerId="ADAL" clId="{F480144D-229B-4504-9707-A45AE5F79E10}" dt="2026-10-25T02:08:42.401" v="502" actId="1036"/>
          <ac:spMkLst>
            <pc:docMk/>
            <pc:sldMk cId="0" sldId="263"/>
            <ac:spMk id="17" creationId="{00000000-0000-0000-0000-000000000000}"/>
          </ac:spMkLst>
        </pc:spChg>
        <pc:spChg chg="mod">
          <ac:chgData name="Magdalene Lim (RP)" userId="0d83deb8-e9a9-42ab-ae84-75cdb7b5bd8e" providerId="ADAL" clId="{F480144D-229B-4504-9707-A45AE5F79E10}" dt="2026-10-25T02:08:42.401" v="502" actId="1036"/>
          <ac:spMkLst>
            <pc:docMk/>
            <pc:sldMk cId="0" sldId="263"/>
            <ac:spMk id="18" creationId="{00000000-0000-0000-0000-000000000000}"/>
          </ac:spMkLst>
        </pc:spChg>
        <pc:spChg chg="mod">
          <ac:chgData name="Magdalene Lim (RP)" userId="0d83deb8-e9a9-42ab-ae84-75cdb7b5bd8e" providerId="ADAL" clId="{F480144D-229B-4504-9707-A45AE5F79E10}" dt="2026-10-25T02:08:42.401" v="502" actId="1036"/>
          <ac:spMkLst>
            <pc:docMk/>
            <pc:sldMk cId="0" sldId="263"/>
            <ac:spMk id="21" creationId="{00000000-0000-0000-0000-000000000000}"/>
          </ac:spMkLst>
        </pc:spChg>
        <pc:spChg chg="mod">
          <ac:chgData name="Magdalene Lim (RP)" userId="0d83deb8-e9a9-42ab-ae84-75cdb7b5bd8e" providerId="ADAL" clId="{F480144D-229B-4504-9707-A45AE5F79E10}" dt="2026-10-25T02:08:42.401" v="502" actId="1036"/>
          <ac:spMkLst>
            <pc:docMk/>
            <pc:sldMk cId="0" sldId="263"/>
            <ac:spMk id="26" creationId="{00000000-0000-0000-0000-000000000000}"/>
          </ac:spMkLst>
        </pc:spChg>
        <pc:spChg chg="mod">
          <ac:chgData name="Magdalene Lim (RP)" userId="0d83deb8-e9a9-42ab-ae84-75cdb7b5bd8e" providerId="ADAL" clId="{F480144D-229B-4504-9707-A45AE5F79E10}" dt="2026-10-25T02:08:42.401" v="502" actId="1036"/>
          <ac:spMkLst>
            <pc:docMk/>
            <pc:sldMk cId="0" sldId="263"/>
            <ac:spMk id="27" creationId="{00000000-0000-0000-0000-000000000000}"/>
          </ac:spMkLst>
        </pc:spChg>
      </pc:sldChg>
      <pc:sldChg chg="addSp delSp modSp mod">
        <pc:chgData name="Magdalene Lim (RP)" userId="0d83deb8-e9a9-42ab-ae84-75cdb7b5bd8e" providerId="ADAL" clId="{F480144D-229B-4504-9707-A45AE5F79E10}" dt="2026-10-25T02:09:47.451" v="559" actId="20577"/>
        <pc:sldMkLst>
          <pc:docMk/>
          <pc:sldMk cId="0" sldId="264"/>
        </pc:sldMkLst>
        <pc:spChg chg="mod">
          <ac:chgData name="Magdalene Lim (RP)" userId="0d83deb8-e9a9-42ab-ae84-75cdb7b5bd8e" providerId="ADAL" clId="{F480144D-229B-4504-9707-A45AE5F79E10}" dt="2026-10-25T02:09:35.356" v="531" actId="1036"/>
          <ac:spMkLst>
            <pc:docMk/>
            <pc:sldMk cId="0" sldId="264"/>
            <ac:spMk id="5" creationId="{00000000-0000-0000-0000-000000000000}"/>
          </ac:spMkLst>
        </pc:spChg>
        <pc:spChg chg="mod">
          <ac:chgData name="Magdalene Lim (RP)" userId="0d83deb8-e9a9-42ab-ae84-75cdb7b5bd8e" providerId="ADAL" clId="{F480144D-229B-4504-9707-A45AE5F79E10}" dt="2026-10-25T02:09:35.356" v="531" actId="1036"/>
          <ac:spMkLst>
            <pc:docMk/>
            <pc:sldMk cId="0" sldId="264"/>
            <ac:spMk id="7" creationId="{00000000-0000-0000-0000-000000000000}"/>
          </ac:spMkLst>
        </pc:spChg>
        <pc:spChg chg="mod">
          <ac:chgData name="Magdalene Lim (RP)" userId="0d83deb8-e9a9-42ab-ae84-75cdb7b5bd8e" providerId="ADAL" clId="{F480144D-229B-4504-9707-A45AE5F79E10}" dt="2026-10-25T02:09:35.356" v="531" actId="1036"/>
          <ac:spMkLst>
            <pc:docMk/>
            <pc:sldMk cId="0" sldId="264"/>
            <ac:spMk id="8" creationId="{00000000-0000-0000-0000-000000000000}"/>
          </ac:spMkLst>
        </pc:spChg>
        <pc:spChg chg="mod">
          <ac:chgData name="Magdalene Lim (RP)" userId="0d83deb8-e9a9-42ab-ae84-75cdb7b5bd8e" providerId="ADAL" clId="{F480144D-229B-4504-9707-A45AE5F79E10}" dt="2026-10-25T02:09:35.356" v="531" actId="1036"/>
          <ac:spMkLst>
            <pc:docMk/>
            <pc:sldMk cId="0" sldId="264"/>
            <ac:spMk id="10" creationId="{00000000-0000-0000-0000-000000000000}"/>
          </ac:spMkLst>
        </pc:spChg>
        <pc:spChg chg="mod">
          <ac:chgData name="Magdalene Lim (RP)" userId="0d83deb8-e9a9-42ab-ae84-75cdb7b5bd8e" providerId="ADAL" clId="{F480144D-229B-4504-9707-A45AE5F79E10}" dt="2026-10-25T02:09:35.356" v="531" actId="1036"/>
          <ac:spMkLst>
            <pc:docMk/>
            <pc:sldMk cId="0" sldId="264"/>
            <ac:spMk id="11" creationId="{00000000-0000-0000-0000-000000000000}"/>
          </ac:spMkLst>
        </pc:spChg>
        <pc:spChg chg="mod">
          <ac:chgData name="Magdalene Lim (RP)" userId="0d83deb8-e9a9-42ab-ae84-75cdb7b5bd8e" providerId="ADAL" clId="{F480144D-229B-4504-9707-A45AE5F79E10}" dt="2026-10-25T02:09:35.356" v="531" actId="1036"/>
          <ac:spMkLst>
            <pc:docMk/>
            <pc:sldMk cId="0" sldId="264"/>
            <ac:spMk id="12" creationId="{00000000-0000-0000-0000-000000000000}"/>
          </ac:spMkLst>
        </pc:spChg>
        <pc:spChg chg="mod">
          <ac:chgData name="Magdalene Lim (RP)" userId="0d83deb8-e9a9-42ab-ae84-75cdb7b5bd8e" providerId="ADAL" clId="{F480144D-229B-4504-9707-A45AE5F79E10}" dt="2026-10-25T02:09:35.356" v="531" actId="1036"/>
          <ac:spMkLst>
            <pc:docMk/>
            <pc:sldMk cId="0" sldId="264"/>
            <ac:spMk id="13" creationId="{00000000-0000-0000-0000-000000000000}"/>
          </ac:spMkLst>
        </pc:spChg>
        <pc:spChg chg="mod">
          <ac:chgData name="Magdalene Lim (RP)" userId="0d83deb8-e9a9-42ab-ae84-75cdb7b5bd8e" providerId="ADAL" clId="{F480144D-229B-4504-9707-A45AE5F79E10}" dt="2026-10-25T02:09:35.356" v="531" actId="1036"/>
          <ac:spMkLst>
            <pc:docMk/>
            <pc:sldMk cId="0" sldId="264"/>
            <ac:spMk id="14" creationId="{00000000-0000-0000-0000-000000000000}"/>
          </ac:spMkLst>
        </pc:spChg>
        <pc:spChg chg="mod">
          <ac:chgData name="Magdalene Lim (RP)" userId="0d83deb8-e9a9-42ab-ae84-75cdb7b5bd8e" providerId="ADAL" clId="{F480144D-229B-4504-9707-A45AE5F79E10}" dt="2026-10-25T02:09:35.356" v="531" actId="1036"/>
          <ac:spMkLst>
            <pc:docMk/>
            <pc:sldMk cId="0" sldId="264"/>
            <ac:spMk id="16" creationId="{00000000-0000-0000-0000-000000000000}"/>
          </ac:spMkLst>
        </pc:spChg>
        <pc:spChg chg="mod">
          <ac:chgData name="Magdalene Lim (RP)" userId="0d83deb8-e9a9-42ab-ae84-75cdb7b5bd8e" providerId="ADAL" clId="{F480144D-229B-4504-9707-A45AE5F79E10}" dt="2026-10-25T02:09:35.356" v="531" actId="1036"/>
          <ac:spMkLst>
            <pc:docMk/>
            <pc:sldMk cId="0" sldId="264"/>
            <ac:spMk id="18" creationId="{00000000-0000-0000-0000-000000000000}"/>
          </ac:spMkLst>
        </pc:spChg>
        <pc:spChg chg="add mod">
          <ac:chgData name="Magdalene Lim (RP)" userId="0d83deb8-e9a9-42ab-ae84-75cdb7b5bd8e" providerId="ADAL" clId="{F480144D-229B-4504-9707-A45AE5F79E10}" dt="2026-10-25T02:09:47.451" v="559" actId="20577"/>
          <ac:spMkLst>
            <pc:docMk/>
            <pc:sldMk cId="0" sldId="264"/>
            <ac:spMk id="20" creationId="{ED36F3B8-5492-956A-35F0-E6F4EA1DE9AC}"/>
          </ac:spMkLst>
        </pc:spChg>
      </pc:sldChg>
      <pc:sldChg chg="delSp mod">
        <pc:chgData name="Magdalene Lim (RP)" userId="0d83deb8-e9a9-42ab-ae84-75cdb7b5bd8e" providerId="ADAL" clId="{F480144D-229B-4504-9707-A45AE5F79E10}" dt="2026-10-23T09:37:55.679" v="46" actId="478"/>
        <pc:sldMkLst>
          <pc:docMk/>
          <pc:sldMk cId="0" sldId="265"/>
        </pc:sldMkLst>
      </pc:sldChg>
      <pc:sldChg chg="delSp mod">
        <pc:chgData name="Magdalene Lim (RP)" userId="0d83deb8-e9a9-42ab-ae84-75cdb7b5bd8e" providerId="ADAL" clId="{F480144D-229B-4504-9707-A45AE5F79E10}" dt="2026-10-23T09:37:57.174" v="47" actId="478"/>
        <pc:sldMkLst>
          <pc:docMk/>
          <pc:sldMk cId="0" sldId="266"/>
        </pc:sldMkLst>
      </pc:sldChg>
      <pc:sldChg chg="delSp modSp mod">
        <pc:chgData name="Magdalene Lim (RP)" userId="0d83deb8-e9a9-42ab-ae84-75cdb7b5bd8e" providerId="ADAL" clId="{F480144D-229B-4504-9707-A45AE5F79E10}" dt="2026-10-25T02:10:44.777" v="586" actId="20577"/>
        <pc:sldMkLst>
          <pc:docMk/>
          <pc:sldMk cId="0" sldId="267"/>
        </pc:sldMkLst>
        <pc:spChg chg="mod">
          <ac:chgData name="Magdalene Lim (RP)" userId="0d83deb8-e9a9-42ab-ae84-75cdb7b5bd8e" providerId="ADAL" clId="{F480144D-229B-4504-9707-A45AE5F79E10}" dt="2026-10-25T02:10:44.777" v="586" actId="20577"/>
          <ac:spMkLst>
            <pc:docMk/>
            <pc:sldMk cId="0" sldId="267"/>
            <ac:spMk id="14" creationId="{00000000-0000-0000-0000-000000000000}"/>
          </ac:spMkLst>
        </pc:spChg>
      </pc:sldChg>
      <pc:sldChg chg="delSp mod">
        <pc:chgData name="Magdalene Lim (RP)" userId="0d83deb8-e9a9-42ab-ae84-75cdb7b5bd8e" providerId="ADAL" clId="{F480144D-229B-4504-9707-A45AE5F79E10}" dt="2026-10-23T09:38:00.170" v="49" actId="478"/>
        <pc:sldMkLst>
          <pc:docMk/>
          <pc:sldMk cId="0" sldId="268"/>
        </pc:sldMkLst>
      </pc:sldChg>
      <pc:sldChg chg="delSp mod">
        <pc:chgData name="Magdalene Lim (RP)" userId="0d83deb8-e9a9-42ab-ae84-75cdb7b5bd8e" providerId="ADAL" clId="{F480144D-229B-4504-9707-A45AE5F79E10}" dt="2026-10-23T09:38:01.873" v="50" actId="478"/>
        <pc:sldMkLst>
          <pc:docMk/>
          <pc:sldMk cId="0" sldId="269"/>
        </pc:sldMkLst>
      </pc:sldChg>
      <pc:sldChg chg="delSp modSp del mod">
        <pc:chgData name="Magdalene Lim (RP)" userId="0d83deb8-e9a9-42ab-ae84-75cdb7b5bd8e" providerId="ADAL" clId="{F480144D-229B-4504-9707-A45AE5F79E10}" dt="2026-10-25T02:12:12.908" v="616" actId="47"/>
        <pc:sldMkLst>
          <pc:docMk/>
          <pc:sldMk cId="0" sldId="270"/>
        </pc:sldMkLst>
      </pc:sldChg>
      <pc:sldChg chg="modSp add mod">
        <pc:chgData name="Magdalene Lim (RP)" userId="0d83deb8-e9a9-42ab-ae84-75cdb7b5bd8e" providerId="ADAL" clId="{F480144D-229B-4504-9707-A45AE5F79E10}" dt="2026-10-25T02:57:33.971" v="949" actId="6549"/>
        <pc:sldMkLst>
          <pc:docMk/>
          <pc:sldMk cId="3935850767" sldId="291"/>
        </pc:sldMkLst>
        <pc:spChg chg="mod">
          <ac:chgData name="Magdalene Lim (RP)" userId="0d83deb8-e9a9-42ab-ae84-75cdb7b5bd8e" providerId="ADAL" clId="{F480144D-229B-4504-9707-A45AE5F79E10}" dt="2026-10-25T02:57:33.971" v="949" actId="6549"/>
          <ac:spMkLst>
            <pc:docMk/>
            <pc:sldMk cId="3935850767" sldId="291"/>
            <ac:spMk id="3" creationId="{10A6DC3A-B3CC-A34A-9D13-49EB05A1CA73}"/>
          </ac:spMkLst>
        </pc:spChg>
      </pc:sldChg>
      <pc:sldChg chg="addSp delSp add mod">
        <pc:chgData name="Magdalene Lim (RP)" userId="0d83deb8-e9a9-42ab-ae84-75cdb7b5bd8e" providerId="ADAL" clId="{F480144D-229B-4504-9707-A45AE5F79E10}" dt="2026-10-25T02:32:29.559" v="680" actId="22"/>
        <pc:sldMkLst>
          <pc:docMk/>
          <pc:sldMk cId="3884308659" sldId="294"/>
        </pc:sldMkLst>
        <pc:spChg chg="del">
          <ac:chgData name="Magdalene Lim (RP)" userId="0d83deb8-e9a9-42ab-ae84-75cdb7b5bd8e" providerId="ADAL" clId="{F480144D-229B-4504-9707-A45AE5F79E10}" dt="2026-10-25T02:32:29.161" v="679" actId="478"/>
          <ac:spMkLst>
            <pc:docMk/>
            <pc:sldMk cId="3884308659" sldId="294"/>
            <ac:spMk id="2" creationId="{222E386F-E1F2-FD91-1CF3-8BB23C5498AA}"/>
          </ac:spMkLst>
        </pc:spChg>
        <pc:spChg chg="add">
          <ac:chgData name="Magdalene Lim (RP)" userId="0d83deb8-e9a9-42ab-ae84-75cdb7b5bd8e" providerId="ADAL" clId="{F480144D-229B-4504-9707-A45AE5F79E10}" dt="2026-10-25T02:32:29.559" v="680" actId="22"/>
          <ac:spMkLst>
            <pc:docMk/>
            <pc:sldMk cId="3884308659" sldId="294"/>
            <ac:spMk id="7" creationId="{EE406EE7-AA63-9B53-888C-E1B69C8A6762}"/>
          </ac:spMkLst>
        </pc:spChg>
      </pc:sldChg>
      <pc:sldChg chg="addSp modSp new mod">
        <pc:chgData name="Magdalene Lim (RP)" userId="0d83deb8-e9a9-42ab-ae84-75cdb7b5bd8e" providerId="ADAL" clId="{F480144D-229B-4504-9707-A45AE5F79E10}" dt="2026-10-25T02:56:30.305" v="913"/>
        <pc:sldMkLst>
          <pc:docMk/>
          <pc:sldMk cId="3244428418" sldId="295"/>
        </pc:sldMkLst>
        <pc:spChg chg="mod">
          <ac:chgData name="Magdalene Lim (RP)" userId="0d83deb8-e9a9-42ab-ae84-75cdb7b5bd8e" providerId="ADAL" clId="{F480144D-229B-4504-9707-A45AE5F79E10}" dt="2026-10-25T02:56:30.305" v="913"/>
          <ac:spMkLst>
            <pc:docMk/>
            <pc:sldMk cId="3244428418" sldId="295"/>
            <ac:spMk id="2" creationId="{08B11F83-22FC-001A-B37F-B9971A1B8729}"/>
          </ac:spMkLst>
        </pc:spChg>
        <pc:spChg chg="mod">
          <ac:chgData name="Magdalene Lim (RP)" userId="0d83deb8-e9a9-42ab-ae84-75cdb7b5bd8e" providerId="ADAL" clId="{F480144D-229B-4504-9707-A45AE5F79E10}" dt="2026-10-25T02:53:38.326" v="800" actId="20577"/>
          <ac:spMkLst>
            <pc:docMk/>
            <pc:sldMk cId="3244428418" sldId="295"/>
            <ac:spMk id="4" creationId="{0AC7BC86-BB2E-DC8C-C42B-F8EE40C300F4}"/>
          </ac:spMkLst>
        </pc:spChg>
        <pc:picChg chg="add mod">
          <ac:chgData name="Magdalene Lim (RP)" userId="0d83deb8-e9a9-42ab-ae84-75cdb7b5bd8e" providerId="ADAL" clId="{F480144D-229B-4504-9707-A45AE5F79E10}" dt="2026-10-25T02:54:42.476" v="912" actId="1076"/>
          <ac:picMkLst>
            <pc:docMk/>
            <pc:sldMk cId="3244428418" sldId="295"/>
            <ac:picMk id="6" creationId="{DD37D9A1-96E3-039A-7FC2-EFA924929294}"/>
          </ac:picMkLst>
        </pc:picChg>
      </pc:sldChg>
      <pc:sldChg chg="modSp new mod">
        <pc:chgData name="Magdalene Lim (RP)" userId="0d83deb8-e9a9-42ab-ae84-75cdb7b5bd8e" providerId="ADAL" clId="{F480144D-229B-4504-9707-A45AE5F79E10}" dt="2026-10-25T02:57:17.446" v="948" actId="20577"/>
        <pc:sldMkLst>
          <pc:docMk/>
          <pc:sldMk cId="1559348068" sldId="296"/>
        </pc:sldMkLst>
        <pc:spChg chg="mod">
          <ac:chgData name="Magdalene Lim (RP)" userId="0d83deb8-e9a9-42ab-ae84-75cdb7b5bd8e" providerId="ADAL" clId="{F480144D-229B-4504-9707-A45AE5F79E10}" dt="2026-10-25T02:57:17.446" v="948" actId="20577"/>
          <ac:spMkLst>
            <pc:docMk/>
            <pc:sldMk cId="1559348068" sldId="296"/>
            <ac:spMk id="2" creationId="{EE645AB4-0317-BD5C-4A75-1DA78E4D945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SG"/>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B9AD5E7-3F83-46E5-A73B-06F793F9D18B}" type="datetimeFigureOut">
              <a:rPr lang="en-SG" smtClean="0"/>
              <a:t>25/10/2026</a:t>
            </a:fld>
            <a:endParaRPr lang="en-SG"/>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SG"/>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SG"/>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E62BE1-F81C-46CD-A585-3B239E7BC798}" type="slidenum">
              <a:rPr lang="en-SG" smtClean="0"/>
              <a:t>‹#›</a:t>
            </a:fld>
            <a:endParaRPr lang="en-SG"/>
          </a:p>
        </p:txBody>
      </p:sp>
    </p:spTree>
    <p:extLst>
      <p:ext uri="{BB962C8B-B14F-4D97-AF65-F5344CB8AC3E}">
        <p14:creationId xmlns:p14="http://schemas.microsoft.com/office/powerpoint/2010/main" val="35031565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4.sv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with Image">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B9707F39-F961-3F68-12D7-0024837B5CFA}"/>
              </a:ext>
            </a:extLst>
          </p:cNvPr>
          <p:cNvSpPr>
            <a:spLocks noGrp="1"/>
          </p:cNvSpPr>
          <p:nvPr>
            <p:ph type="pic" sz="quarter" idx="10"/>
          </p:nvPr>
        </p:nvSpPr>
        <p:spPr>
          <a:xfrm>
            <a:off x="642498" y="885069"/>
            <a:ext cx="5196766" cy="5481467"/>
          </a:xfrm>
        </p:spPr>
        <p:txBody>
          <a:bodyPr/>
          <a:lstStyle/>
          <a:p>
            <a:endParaRPr lang="en-SG"/>
          </a:p>
        </p:txBody>
      </p:sp>
      <p:pic>
        <p:nvPicPr>
          <p:cNvPr id="17" name="Picture 16" descr="A black background with white text&#10;&#10;Description automatically generated">
            <a:extLst>
              <a:ext uri="{FF2B5EF4-FFF2-40B4-BE49-F238E27FC236}">
                <a16:creationId xmlns:a16="http://schemas.microsoft.com/office/drawing/2014/main" id="{75440700-97FF-2B8D-E8AE-296B0F9E7043}"/>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9388393" y="211869"/>
            <a:ext cx="2492539" cy="673200"/>
          </a:xfrm>
          <a:prstGeom prst="rect">
            <a:avLst/>
          </a:prstGeom>
        </p:spPr>
      </p:pic>
      <p:pic>
        <p:nvPicPr>
          <p:cNvPr id="21" name="Graphic 20">
            <a:extLst>
              <a:ext uri="{FF2B5EF4-FFF2-40B4-BE49-F238E27FC236}">
                <a16:creationId xmlns:a16="http://schemas.microsoft.com/office/drawing/2014/main" id="{2F563DD8-BF93-F6C9-1513-4EA8F0ACD5B5}"/>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10168800" y="4834800"/>
            <a:ext cx="2023200" cy="2023200"/>
          </a:xfrm>
          <a:prstGeom prst="rect">
            <a:avLst/>
          </a:prstGeom>
        </p:spPr>
      </p:pic>
      <p:pic>
        <p:nvPicPr>
          <p:cNvPr id="23" name="Picture 22">
            <a:extLst>
              <a:ext uri="{FF2B5EF4-FFF2-40B4-BE49-F238E27FC236}">
                <a16:creationId xmlns:a16="http://schemas.microsoft.com/office/drawing/2014/main" id="{E40C92E1-A8CC-136B-754E-68BB84BA2F5D}"/>
              </a:ext>
            </a:extLst>
          </p:cNvPr>
          <p:cNvPicPr>
            <a:picLocks noGrp="1" noRot="1" noMove="1" noResize="1" noEditPoints="1" noAdjustHandles="1" noChangeArrowheads="1" noChangeShapeType="1" noCrop="1"/>
          </p:cNvPicPr>
          <p:nvPr userDrawn="1"/>
        </p:nvPicPr>
        <p:blipFill>
          <a:blip r:embed="rId4"/>
          <a:stretch>
            <a:fillRect/>
          </a:stretch>
        </p:blipFill>
        <p:spPr>
          <a:xfrm>
            <a:off x="0" y="6235"/>
            <a:ext cx="1347333" cy="676715"/>
          </a:xfrm>
          <a:prstGeom prst="rect">
            <a:avLst/>
          </a:prstGeom>
        </p:spPr>
      </p:pic>
      <p:sp>
        <p:nvSpPr>
          <p:cNvPr id="51" name="Text Placeholder 50">
            <a:extLst>
              <a:ext uri="{FF2B5EF4-FFF2-40B4-BE49-F238E27FC236}">
                <a16:creationId xmlns:a16="http://schemas.microsoft.com/office/drawing/2014/main" id="{8BAE865C-1AFE-CA8E-5339-8140509959A1}"/>
              </a:ext>
            </a:extLst>
          </p:cNvPr>
          <p:cNvSpPr>
            <a:spLocks noGrp="1"/>
          </p:cNvSpPr>
          <p:nvPr>
            <p:ph type="body" sz="quarter" idx="11" hasCustomPrompt="1"/>
          </p:nvPr>
        </p:nvSpPr>
        <p:spPr>
          <a:xfrm>
            <a:off x="6352738" y="2329265"/>
            <a:ext cx="3744913" cy="303953"/>
          </a:xfrm>
        </p:spPr>
        <p:txBody>
          <a:bodyPr>
            <a:normAutofit/>
          </a:bodyPr>
          <a:lstStyle>
            <a:lvl1pPr marL="0" indent="0">
              <a:buNone/>
              <a:defRPr sz="1800">
                <a:latin typeface="Arial" panose="020B0604020202020204" pitchFamily="34" charset="0"/>
                <a:cs typeface="Arial" panose="020B0604020202020204" pitchFamily="34" charset="0"/>
              </a:defRPr>
            </a:lvl1pPr>
          </a:lstStyle>
          <a:p>
            <a:pPr lvl="0"/>
            <a:r>
              <a:rPr lang="en-US"/>
              <a:t>Date in Arial Regular 18pt</a:t>
            </a:r>
            <a:endParaRPr lang="en-SG"/>
          </a:p>
        </p:txBody>
      </p:sp>
      <p:sp>
        <p:nvSpPr>
          <p:cNvPr id="59" name="Text Placeholder 50">
            <a:extLst>
              <a:ext uri="{FF2B5EF4-FFF2-40B4-BE49-F238E27FC236}">
                <a16:creationId xmlns:a16="http://schemas.microsoft.com/office/drawing/2014/main" id="{C64A83C9-62E3-9875-153B-4A2BE75FBAF9}"/>
              </a:ext>
            </a:extLst>
          </p:cNvPr>
          <p:cNvSpPr>
            <a:spLocks noGrp="1"/>
          </p:cNvSpPr>
          <p:nvPr>
            <p:ph type="body" sz="quarter" idx="13" hasCustomPrompt="1"/>
          </p:nvPr>
        </p:nvSpPr>
        <p:spPr>
          <a:xfrm>
            <a:off x="6352738" y="4426938"/>
            <a:ext cx="4982012" cy="667642"/>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Arial Bold 20pt</a:t>
            </a:r>
            <a:endParaRPr lang="en-SG"/>
          </a:p>
        </p:txBody>
      </p:sp>
      <p:sp>
        <p:nvSpPr>
          <p:cNvPr id="2" name="Title 1">
            <a:extLst>
              <a:ext uri="{FF2B5EF4-FFF2-40B4-BE49-F238E27FC236}">
                <a16:creationId xmlns:a16="http://schemas.microsoft.com/office/drawing/2014/main" id="{386AA5EF-C6FE-CF6B-69F9-84D1B83289BF}"/>
              </a:ext>
            </a:extLst>
          </p:cNvPr>
          <p:cNvSpPr>
            <a:spLocks noGrp="1"/>
          </p:cNvSpPr>
          <p:nvPr>
            <p:ph type="title" hasCustomPrompt="1"/>
          </p:nvPr>
        </p:nvSpPr>
        <p:spPr>
          <a:xfrm>
            <a:off x="6352738" y="2876590"/>
            <a:ext cx="5528194" cy="1325563"/>
          </a:xfrm>
        </p:spPr>
        <p:txBody>
          <a:bodyPr anchor="b">
            <a:normAutofit/>
          </a:bodyPr>
          <a:lstStyle>
            <a:lvl1pPr>
              <a:defRPr sz="3200"/>
            </a:lvl1pPr>
          </a:lstStyle>
          <a:p>
            <a:pPr lvl="0"/>
            <a:r>
              <a:rPr lang="en-US" dirty="0"/>
              <a:t>Title Slide Headline Text in Arial Black 32pt</a:t>
            </a:r>
            <a:endParaRPr lang="en-SG" dirty="0"/>
          </a:p>
        </p:txBody>
      </p:sp>
    </p:spTree>
    <p:extLst>
      <p:ext uri="{BB962C8B-B14F-4D97-AF65-F5344CB8AC3E}">
        <p14:creationId xmlns:p14="http://schemas.microsoft.com/office/powerpoint/2010/main" val="29099348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with Image No Date">
    <p:spTree>
      <p:nvGrpSpPr>
        <p:cNvPr id="1" name=""/>
        <p:cNvGrpSpPr/>
        <p:nvPr/>
      </p:nvGrpSpPr>
      <p:grpSpPr>
        <a:xfrm>
          <a:off x="0" y="0"/>
          <a:ext cx="0" cy="0"/>
          <a:chOff x="0" y="0"/>
          <a:chExt cx="0" cy="0"/>
        </a:xfrm>
      </p:grpSpPr>
      <p:sp>
        <p:nvSpPr>
          <p:cNvPr id="28" name="Picture Placeholder 27">
            <a:extLst>
              <a:ext uri="{FF2B5EF4-FFF2-40B4-BE49-F238E27FC236}">
                <a16:creationId xmlns:a16="http://schemas.microsoft.com/office/drawing/2014/main" id="{B9707F39-F961-3F68-12D7-0024837B5CFA}"/>
              </a:ext>
            </a:extLst>
          </p:cNvPr>
          <p:cNvSpPr>
            <a:spLocks noGrp="1"/>
          </p:cNvSpPr>
          <p:nvPr>
            <p:ph type="pic" sz="quarter" idx="10"/>
          </p:nvPr>
        </p:nvSpPr>
        <p:spPr>
          <a:xfrm>
            <a:off x="642498" y="885069"/>
            <a:ext cx="5196766" cy="5481467"/>
          </a:xfrm>
        </p:spPr>
        <p:txBody>
          <a:bodyPr/>
          <a:lstStyle/>
          <a:p>
            <a:endParaRPr lang="en-SG"/>
          </a:p>
        </p:txBody>
      </p:sp>
      <p:pic>
        <p:nvPicPr>
          <p:cNvPr id="17" name="Picture 16" descr="A black background with white text&#10;&#10;Description automatically generated">
            <a:extLst>
              <a:ext uri="{FF2B5EF4-FFF2-40B4-BE49-F238E27FC236}">
                <a16:creationId xmlns:a16="http://schemas.microsoft.com/office/drawing/2014/main" id="{75440700-97FF-2B8D-E8AE-296B0F9E7043}"/>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9388393" y="211869"/>
            <a:ext cx="2492539" cy="673200"/>
          </a:xfrm>
          <a:prstGeom prst="rect">
            <a:avLst/>
          </a:prstGeom>
        </p:spPr>
      </p:pic>
      <p:pic>
        <p:nvPicPr>
          <p:cNvPr id="21" name="Graphic 20">
            <a:extLst>
              <a:ext uri="{FF2B5EF4-FFF2-40B4-BE49-F238E27FC236}">
                <a16:creationId xmlns:a16="http://schemas.microsoft.com/office/drawing/2014/main" id="{2F563DD8-BF93-F6C9-1513-4EA8F0ACD5B5}"/>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10168800" y="4834800"/>
            <a:ext cx="2023200" cy="2023200"/>
          </a:xfrm>
          <a:prstGeom prst="rect">
            <a:avLst/>
          </a:prstGeom>
        </p:spPr>
      </p:pic>
      <p:pic>
        <p:nvPicPr>
          <p:cNvPr id="23" name="Picture 22">
            <a:extLst>
              <a:ext uri="{FF2B5EF4-FFF2-40B4-BE49-F238E27FC236}">
                <a16:creationId xmlns:a16="http://schemas.microsoft.com/office/drawing/2014/main" id="{E40C92E1-A8CC-136B-754E-68BB84BA2F5D}"/>
              </a:ext>
            </a:extLst>
          </p:cNvPr>
          <p:cNvPicPr>
            <a:picLocks noGrp="1" noRot="1" noMove="1" noResize="1" noEditPoints="1" noAdjustHandles="1" noChangeArrowheads="1" noChangeShapeType="1" noCrop="1"/>
          </p:cNvPicPr>
          <p:nvPr userDrawn="1"/>
        </p:nvPicPr>
        <p:blipFill>
          <a:blip r:embed="rId4"/>
          <a:stretch>
            <a:fillRect/>
          </a:stretch>
        </p:blipFill>
        <p:spPr>
          <a:xfrm>
            <a:off x="0" y="6235"/>
            <a:ext cx="1347333" cy="676715"/>
          </a:xfrm>
          <a:prstGeom prst="rect">
            <a:avLst/>
          </a:prstGeom>
        </p:spPr>
      </p:pic>
      <p:sp>
        <p:nvSpPr>
          <p:cNvPr id="59" name="Text Placeholder 50">
            <a:extLst>
              <a:ext uri="{FF2B5EF4-FFF2-40B4-BE49-F238E27FC236}">
                <a16:creationId xmlns:a16="http://schemas.microsoft.com/office/drawing/2014/main" id="{C64A83C9-62E3-9875-153B-4A2BE75FBAF9}"/>
              </a:ext>
            </a:extLst>
          </p:cNvPr>
          <p:cNvSpPr>
            <a:spLocks noGrp="1"/>
          </p:cNvSpPr>
          <p:nvPr>
            <p:ph type="body" sz="quarter" idx="13" hasCustomPrompt="1"/>
          </p:nvPr>
        </p:nvSpPr>
        <p:spPr>
          <a:xfrm>
            <a:off x="6352738" y="4426938"/>
            <a:ext cx="4982012" cy="667642"/>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dirty="0"/>
              <a:t>Subtitle Line Arial Bold 20pt</a:t>
            </a:r>
            <a:endParaRPr lang="en-SG" dirty="0"/>
          </a:p>
        </p:txBody>
      </p:sp>
      <p:sp>
        <p:nvSpPr>
          <p:cNvPr id="2" name="Title 1">
            <a:extLst>
              <a:ext uri="{FF2B5EF4-FFF2-40B4-BE49-F238E27FC236}">
                <a16:creationId xmlns:a16="http://schemas.microsoft.com/office/drawing/2014/main" id="{386AA5EF-C6FE-CF6B-69F9-84D1B83289BF}"/>
              </a:ext>
            </a:extLst>
          </p:cNvPr>
          <p:cNvSpPr>
            <a:spLocks noGrp="1"/>
          </p:cNvSpPr>
          <p:nvPr>
            <p:ph type="title" hasCustomPrompt="1"/>
          </p:nvPr>
        </p:nvSpPr>
        <p:spPr>
          <a:xfrm>
            <a:off x="6352738" y="2876590"/>
            <a:ext cx="5528194" cy="1325563"/>
          </a:xfrm>
        </p:spPr>
        <p:txBody>
          <a:bodyPr anchor="b">
            <a:normAutofit/>
          </a:bodyPr>
          <a:lstStyle>
            <a:lvl1pPr>
              <a:defRPr sz="3200"/>
            </a:lvl1pPr>
          </a:lstStyle>
          <a:p>
            <a:pPr lvl="0"/>
            <a:r>
              <a:rPr lang="en-US" dirty="0"/>
              <a:t>Title Slide Headline Text in Arial Black 32pt</a:t>
            </a:r>
            <a:endParaRPr lang="en-SG" dirty="0"/>
          </a:p>
        </p:txBody>
      </p:sp>
    </p:spTree>
    <p:extLst>
      <p:ext uri="{BB962C8B-B14F-4D97-AF65-F5344CB8AC3E}">
        <p14:creationId xmlns:p14="http://schemas.microsoft.com/office/powerpoint/2010/main" val="14788234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with Text">
    <p:spTree>
      <p:nvGrpSpPr>
        <p:cNvPr id="1" name=""/>
        <p:cNvGrpSpPr/>
        <p:nvPr/>
      </p:nvGrpSpPr>
      <p:grpSpPr>
        <a:xfrm>
          <a:off x="0" y="0"/>
          <a:ext cx="0" cy="0"/>
          <a:chOff x="0" y="0"/>
          <a:chExt cx="0" cy="0"/>
        </a:xfrm>
      </p:grpSpPr>
      <p:pic>
        <p:nvPicPr>
          <p:cNvPr id="7" name="Picture 6" descr="A black background with white text&#10;&#10;Description automatically generated">
            <a:extLst>
              <a:ext uri="{FF2B5EF4-FFF2-40B4-BE49-F238E27FC236}">
                <a16:creationId xmlns:a16="http://schemas.microsoft.com/office/drawing/2014/main" id="{6B01C842-DD94-8C1B-1FFA-01AF281EEBA5}"/>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9388393" y="211869"/>
            <a:ext cx="2492539" cy="673200"/>
          </a:xfrm>
          <a:prstGeom prst="rect">
            <a:avLst/>
          </a:prstGeom>
        </p:spPr>
      </p:pic>
      <p:pic>
        <p:nvPicPr>
          <p:cNvPr id="9" name="Graphic 8">
            <a:extLst>
              <a:ext uri="{FF2B5EF4-FFF2-40B4-BE49-F238E27FC236}">
                <a16:creationId xmlns:a16="http://schemas.microsoft.com/office/drawing/2014/main" id="{06243834-3EA2-D1DA-BAB7-5B669D505DFD}"/>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10168800" y="4834800"/>
            <a:ext cx="2023200" cy="2023200"/>
          </a:xfrm>
          <a:prstGeom prst="rect">
            <a:avLst/>
          </a:prstGeom>
        </p:spPr>
      </p:pic>
      <p:pic>
        <p:nvPicPr>
          <p:cNvPr id="12" name="Picture 11">
            <a:extLst>
              <a:ext uri="{FF2B5EF4-FFF2-40B4-BE49-F238E27FC236}">
                <a16:creationId xmlns:a16="http://schemas.microsoft.com/office/drawing/2014/main" id="{D899C2E7-4C7A-CC55-D18D-37CC4CCE56D1}"/>
              </a:ext>
            </a:extLst>
          </p:cNvPr>
          <p:cNvPicPr>
            <a:picLocks noGrp="1" noRot="1" noMove="1" noResize="1" noEditPoints="1" noAdjustHandles="1" noChangeArrowheads="1" noChangeShapeType="1" noCrop="1"/>
          </p:cNvPicPr>
          <p:nvPr userDrawn="1"/>
        </p:nvPicPr>
        <p:blipFill>
          <a:blip r:embed="rId4"/>
          <a:stretch>
            <a:fillRect/>
          </a:stretch>
        </p:blipFill>
        <p:spPr>
          <a:xfrm>
            <a:off x="0" y="0"/>
            <a:ext cx="1347333" cy="676715"/>
          </a:xfrm>
          <a:prstGeom prst="rect">
            <a:avLst/>
          </a:prstGeom>
        </p:spPr>
      </p:pic>
      <p:sp>
        <p:nvSpPr>
          <p:cNvPr id="15" name="Text Placeholder 50">
            <a:extLst>
              <a:ext uri="{FF2B5EF4-FFF2-40B4-BE49-F238E27FC236}">
                <a16:creationId xmlns:a16="http://schemas.microsoft.com/office/drawing/2014/main" id="{8445F44D-E783-EA66-2FC0-6D07A920F68A}"/>
              </a:ext>
            </a:extLst>
          </p:cNvPr>
          <p:cNvSpPr>
            <a:spLocks noGrp="1"/>
          </p:cNvSpPr>
          <p:nvPr>
            <p:ph type="body" sz="quarter" idx="11" hasCustomPrompt="1"/>
          </p:nvPr>
        </p:nvSpPr>
        <p:spPr>
          <a:xfrm>
            <a:off x="673666" y="2306900"/>
            <a:ext cx="3744913" cy="303953"/>
          </a:xfrm>
        </p:spPr>
        <p:txBody>
          <a:bodyPr>
            <a:normAutofit/>
          </a:bodyPr>
          <a:lstStyle>
            <a:lvl1pPr marL="0" indent="0">
              <a:buNone/>
              <a:defRPr sz="1800">
                <a:latin typeface="Arial" panose="020B0604020202020204" pitchFamily="34" charset="0"/>
                <a:cs typeface="Arial" panose="020B0604020202020204" pitchFamily="34" charset="0"/>
              </a:defRPr>
            </a:lvl1pPr>
          </a:lstStyle>
          <a:p>
            <a:pPr lvl="0"/>
            <a:r>
              <a:rPr lang="en-US"/>
              <a:t>Date in Arial Regular 18pt</a:t>
            </a:r>
            <a:endParaRPr lang="en-SG"/>
          </a:p>
        </p:txBody>
      </p:sp>
      <p:sp>
        <p:nvSpPr>
          <p:cNvPr id="17" name="Text Placeholder 50">
            <a:extLst>
              <a:ext uri="{FF2B5EF4-FFF2-40B4-BE49-F238E27FC236}">
                <a16:creationId xmlns:a16="http://schemas.microsoft.com/office/drawing/2014/main" id="{0654E638-44C0-DC85-43CF-A8F4671CF6D3}"/>
              </a:ext>
            </a:extLst>
          </p:cNvPr>
          <p:cNvSpPr>
            <a:spLocks noGrp="1"/>
          </p:cNvSpPr>
          <p:nvPr>
            <p:ph type="body" sz="quarter" idx="13" hasCustomPrompt="1"/>
          </p:nvPr>
        </p:nvSpPr>
        <p:spPr>
          <a:xfrm>
            <a:off x="673665" y="5205000"/>
            <a:ext cx="10032433" cy="673200"/>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sp>
        <p:nvSpPr>
          <p:cNvPr id="4" name="Title 1">
            <a:extLst>
              <a:ext uri="{FF2B5EF4-FFF2-40B4-BE49-F238E27FC236}">
                <a16:creationId xmlns:a16="http://schemas.microsoft.com/office/drawing/2014/main" id="{A276232F-B7AD-1E77-B4EE-EC4A617C187C}"/>
              </a:ext>
            </a:extLst>
          </p:cNvPr>
          <p:cNvSpPr>
            <a:spLocks noGrp="1"/>
          </p:cNvSpPr>
          <p:nvPr>
            <p:ph type="title" hasCustomPrompt="1"/>
          </p:nvPr>
        </p:nvSpPr>
        <p:spPr>
          <a:xfrm>
            <a:off x="673666" y="3300664"/>
            <a:ext cx="10032434" cy="1633286"/>
          </a:xfrm>
        </p:spPr>
        <p:txBody>
          <a:bodyPr anchor="b">
            <a:noAutofit/>
          </a:bodyPr>
          <a:lstStyle>
            <a:lvl1pPr>
              <a:defRPr sz="5000">
                <a:solidFill>
                  <a:schemeClr val="tx1"/>
                </a:solidFill>
              </a:defRPr>
            </a:lvl1pPr>
          </a:lstStyle>
          <a:p>
            <a:pPr lvl="0"/>
            <a:r>
              <a:rPr lang="en-US" dirty="0"/>
              <a:t>Title Slide without image Arial Black 50pt</a:t>
            </a:r>
            <a:endParaRPr lang="en-SG" dirty="0"/>
          </a:p>
        </p:txBody>
      </p:sp>
    </p:spTree>
    <p:extLst>
      <p:ext uri="{BB962C8B-B14F-4D97-AF65-F5344CB8AC3E}">
        <p14:creationId xmlns:p14="http://schemas.microsoft.com/office/powerpoint/2010/main" val="4260140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with No Date">
    <p:spTree>
      <p:nvGrpSpPr>
        <p:cNvPr id="1" name=""/>
        <p:cNvGrpSpPr/>
        <p:nvPr/>
      </p:nvGrpSpPr>
      <p:grpSpPr>
        <a:xfrm>
          <a:off x="0" y="0"/>
          <a:ext cx="0" cy="0"/>
          <a:chOff x="0" y="0"/>
          <a:chExt cx="0" cy="0"/>
        </a:xfrm>
      </p:grpSpPr>
      <p:pic>
        <p:nvPicPr>
          <p:cNvPr id="7" name="Picture 6" descr="A black background with white text&#10;&#10;Description automatically generated">
            <a:extLst>
              <a:ext uri="{FF2B5EF4-FFF2-40B4-BE49-F238E27FC236}">
                <a16:creationId xmlns:a16="http://schemas.microsoft.com/office/drawing/2014/main" id="{6B01C842-DD94-8C1B-1FFA-01AF281EEBA5}"/>
              </a:ext>
            </a:extLst>
          </p:cNvPr>
          <p:cNvPicPr>
            <a:picLocks noGrp="1" noRo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tretch>
            <a:fillRect/>
          </a:stretch>
        </p:blipFill>
        <p:spPr>
          <a:xfrm>
            <a:off x="9388393" y="211869"/>
            <a:ext cx="2492539" cy="673200"/>
          </a:xfrm>
          <a:prstGeom prst="rect">
            <a:avLst/>
          </a:prstGeom>
        </p:spPr>
      </p:pic>
      <p:pic>
        <p:nvPicPr>
          <p:cNvPr id="9" name="Graphic 8">
            <a:extLst>
              <a:ext uri="{FF2B5EF4-FFF2-40B4-BE49-F238E27FC236}">
                <a16:creationId xmlns:a16="http://schemas.microsoft.com/office/drawing/2014/main" id="{06243834-3EA2-D1DA-BAB7-5B669D505DFD}"/>
              </a:ext>
            </a:extLst>
          </p:cNvPr>
          <p:cNvPicPr>
            <a:picLocks noGrp="1" noRot="1" noMove="1" noResize="1" noEditPoints="1" noAdjustHandles="1" noChangeArrowheads="1" noChangeShapeType="1" noCrop="1"/>
          </p:cNvPicPr>
          <p:nvPr userDrawn="1"/>
        </p:nvPicPr>
        <p:blipFill>
          <a:blip>
            <a:extLst>
              <a:ext uri="{96DAC541-7B7A-43D3-8B79-37D633B846F1}">
                <asvg:svgBlip xmlns:asvg="http://schemas.microsoft.com/office/drawing/2016/SVG/main" r:embed="rId3"/>
              </a:ext>
            </a:extLst>
          </a:blip>
          <a:stretch>
            <a:fillRect/>
          </a:stretch>
        </p:blipFill>
        <p:spPr>
          <a:xfrm>
            <a:off x="10168800" y="4834800"/>
            <a:ext cx="2023200" cy="2023200"/>
          </a:xfrm>
          <a:prstGeom prst="rect">
            <a:avLst/>
          </a:prstGeom>
        </p:spPr>
      </p:pic>
      <p:pic>
        <p:nvPicPr>
          <p:cNvPr id="12" name="Picture 11">
            <a:extLst>
              <a:ext uri="{FF2B5EF4-FFF2-40B4-BE49-F238E27FC236}">
                <a16:creationId xmlns:a16="http://schemas.microsoft.com/office/drawing/2014/main" id="{D899C2E7-4C7A-CC55-D18D-37CC4CCE56D1}"/>
              </a:ext>
            </a:extLst>
          </p:cNvPr>
          <p:cNvPicPr>
            <a:picLocks noGrp="1" noRot="1" noMove="1" noResize="1" noEditPoints="1" noAdjustHandles="1" noChangeArrowheads="1" noChangeShapeType="1" noCrop="1"/>
          </p:cNvPicPr>
          <p:nvPr userDrawn="1"/>
        </p:nvPicPr>
        <p:blipFill>
          <a:blip r:embed="rId4"/>
          <a:stretch>
            <a:fillRect/>
          </a:stretch>
        </p:blipFill>
        <p:spPr>
          <a:xfrm>
            <a:off x="0" y="0"/>
            <a:ext cx="1347333" cy="676715"/>
          </a:xfrm>
          <a:prstGeom prst="rect">
            <a:avLst/>
          </a:prstGeom>
        </p:spPr>
      </p:pic>
      <p:sp>
        <p:nvSpPr>
          <p:cNvPr id="17" name="Text Placeholder 50">
            <a:extLst>
              <a:ext uri="{FF2B5EF4-FFF2-40B4-BE49-F238E27FC236}">
                <a16:creationId xmlns:a16="http://schemas.microsoft.com/office/drawing/2014/main" id="{0654E638-44C0-DC85-43CF-A8F4671CF6D3}"/>
              </a:ext>
            </a:extLst>
          </p:cNvPr>
          <p:cNvSpPr>
            <a:spLocks noGrp="1"/>
          </p:cNvSpPr>
          <p:nvPr>
            <p:ph type="body" sz="quarter" idx="13" hasCustomPrompt="1"/>
          </p:nvPr>
        </p:nvSpPr>
        <p:spPr>
          <a:xfrm>
            <a:off x="673665" y="5205000"/>
            <a:ext cx="10032433" cy="673200"/>
          </a:xfrm>
        </p:spPr>
        <p:txBody>
          <a:bodyPr>
            <a:noAutofit/>
          </a:bodyPr>
          <a:lstStyle>
            <a:lvl1pPr marL="0" indent="0">
              <a:buNone/>
              <a:defRPr sz="2000" b="1">
                <a:latin typeface="Arial" panose="020B0604020202020204" pitchFamily="34" charset="0"/>
                <a:cs typeface="Arial" panose="020B0604020202020204" pitchFamily="34" charset="0"/>
              </a:defRPr>
            </a:lvl1pPr>
          </a:lstStyle>
          <a:p>
            <a:pPr lvl="0"/>
            <a:r>
              <a:rPr lang="en-US"/>
              <a:t>Subtitle Line Goes Here Arial Bold 20pt</a:t>
            </a:r>
            <a:endParaRPr lang="en-SG"/>
          </a:p>
        </p:txBody>
      </p:sp>
      <p:sp>
        <p:nvSpPr>
          <p:cNvPr id="4" name="Title 1">
            <a:extLst>
              <a:ext uri="{FF2B5EF4-FFF2-40B4-BE49-F238E27FC236}">
                <a16:creationId xmlns:a16="http://schemas.microsoft.com/office/drawing/2014/main" id="{A276232F-B7AD-1E77-B4EE-EC4A617C187C}"/>
              </a:ext>
            </a:extLst>
          </p:cNvPr>
          <p:cNvSpPr>
            <a:spLocks noGrp="1"/>
          </p:cNvSpPr>
          <p:nvPr>
            <p:ph type="title" hasCustomPrompt="1"/>
          </p:nvPr>
        </p:nvSpPr>
        <p:spPr>
          <a:xfrm>
            <a:off x="673666" y="3300664"/>
            <a:ext cx="10032434" cy="1633286"/>
          </a:xfrm>
        </p:spPr>
        <p:txBody>
          <a:bodyPr anchor="b">
            <a:noAutofit/>
          </a:bodyPr>
          <a:lstStyle>
            <a:lvl1pPr>
              <a:defRPr sz="5000">
                <a:solidFill>
                  <a:schemeClr val="tx1"/>
                </a:solidFill>
              </a:defRPr>
            </a:lvl1pPr>
          </a:lstStyle>
          <a:p>
            <a:pPr lvl="0"/>
            <a:r>
              <a:rPr lang="en-US" dirty="0"/>
              <a:t>Title Slide without image Arial Black 50pt</a:t>
            </a:r>
            <a:endParaRPr lang="en-SG" dirty="0"/>
          </a:p>
        </p:txBody>
      </p:sp>
    </p:spTree>
    <p:extLst>
      <p:ext uri="{BB962C8B-B14F-4D97-AF65-F5344CB8AC3E}">
        <p14:creationId xmlns:p14="http://schemas.microsoft.com/office/powerpoint/2010/main" val="379494959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ection Divider">
    <p:bg>
      <p:bgPr>
        <a:solidFill>
          <a:srgbClr val="6FB01E"/>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6C9AFF5-CCCE-B744-D3F6-46766D4A965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0168800" y="4834800"/>
            <a:ext cx="2023200" cy="2023200"/>
          </a:xfrm>
          <a:prstGeom prst="rect">
            <a:avLst/>
          </a:prstGeom>
        </p:spPr>
      </p:pic>
      <p:grpSp>
        <p:nvGrpSpPr>
          <p:cNvPr id="14" name="Group 13">
            <a:extLst>
              <a:ext uri="{FF2B5EF4-FFF2-40B4-BE49-F238E27FC236}">
                <a16:creationId xmlns:a16="http://schemas.microsoft.com/office/drawing/2014/main" id="{2D37F5E7-014D-FBD4-A876-DF46DFDC25DC}"/>
              </a:ext>
            </a:extLst>
          </p:cNvPr>
          <p:cNvGrpSpPr>
            <a:grpSpLocks/>
          </p:cNvGrpSpPr>
          <p:nvPr userDrawn="1"/>
        </p:nvGrpSpPr>
        <p:grpSpPr>
          <a:xfrm>
            <a:off x="2201155" y="1487655"/>
            <a:ext cx="1348588" cy="674294"/>
            <a:chOff x="2150941" y="1359318"/>
            <a:chExt cx="1348588" cy="674294"/>
          </a:xfrm>
        </p:grpSpPr>
        <p:sp>
          <p:nvSpPr>
            <p:cNvPr id="15" name="Freeform: Shape 14">
              <a:extLst>
                <a:ext uri="{FF2B5EF4-FFF2-40B4-BE49-F238E27FC236}">
                  <a16:creationId xmlns:a16="http://schemas.microsoft.com/office/drawing/2014/main" id="{D117BA1B-D1C6-7B02-724C-AB0553644084}"/>
                </a:ext>
              </a:extLst>
            </p:cNvPr>
            <p:cNvSpPr>
              <a:spLocks/>
            </p:cNvSpPr>
            <p:nvPr/>
          </p:nvSpPr>
          <p:spPr>
            <a:xfrm>
              <a:off x="2150941"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chemeClr val="bg1"/>
            </a:solidFill>
            <a:ln w="2369" cap="flat">
              <a:noFill/>
              <a:prstDash val="solid"/>
              <a:miter/>
            </a:ln>
          </p:spPr>
          <p:txBody>
            <a:bodyPr rtlCol="0" anchor="ctr"/>
            <a:lstStyle/>
            <a:p>
              <a:endParaRPr lang="en-SG"/>
            </a:p>
          </p:txBody>
        </p:sp>
        <p:sp>
          <p:nvSpPr>
            <p:cNvPr id="16" name="Freeform: Shape 15">
              <a:extLst>
                <a:ext uri="{FF2B5EF4-FFF2-40B4-BE49-F238E27FC236}">
                  <a16:creationId xmlns:a16="http://schemas.microsoft.com/office/drawing/2014/main" id="{5C0300CD-509A-FD79-CA55-5EB920A35306}"/>
                </a:ext>
              </a:extLst>
            </p:cNvPr>
            <p:cNvSpPr>
              <a:spLocks/>
            </p:cNvSpPr>
            <p:nvPr/>
          </p:nvSpPr>
          <p:spPr>
            <a:xfrm>
              <a:off x="2825235"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rgbClr val="231F20"/>
            </a:solidFill>
            <a:ln w="2369" cap="flat">
              <a:noFill/>
              <a:prstDash val="solid"/>
              <a:miter/>
            </a:ln>
          </p:spPr>
          <p:txBody>
            <a:bodyPr rtlCol="0" anchor="ctr"/>
            <a:lstStyle/>
            <a:p>
              <a:endParaRPr lang="en-SG"/>
            </a:p>
          </p:txBody>
        </p:sp>
      </p:grpSp>
      <p:sp>
        <p:nvSpPr>
          <p:cNvPr id="2" name="Title 1">
            <a:extLst>
              <a:ext uri="{FF2B5EF4-FFF2-40B4-BE49-F238E27FC236}">
                <a16:creationId xmlns:a16="http://schemas.microsoft.com/office/drawing/2014/main" id="{523F3F66-DB5D-2399-9D19-29ED3370B59D}"/>
              </a:ext>
            </a:extLst>
          </p:cNvPr>
          <p:cNvSpPr>
            <a:spLocks noGrp="1"/>
          </p:cNvSpPr>
          <p:nvPr>
            <p:ph type="title" hasCustomPrompt="1"/>
          </p:nvPr>
        </p:nvSpPr>
        <p:spPr>
          <a:xfrm>
            <a:off x="2201155" y="2619879"/>
            <a:ext cx="7419095" cy="3123696"/>
          </a:xfrm>
        </p:spPr>
        <p:txBody>
          <a:bodyPr anchor="t">
            <a:noAutofit/>
          </a:bodyPr>
          <a:lstStyle>
            <a:lvl1pPr>
              <a:defRPr sz="5400">
                <a:solidFill>
                  <a:schemeClr val="bg1"/>
                </a:solidFill>
              </a:defRPr>
            </a:lvl1pPr>
          </a:lstStyle>
          <a:p>
            <a:pPr lvl="0"/>
            <a:r>
              <a:rPr lang="en-US" dirty="0"/>
              <a:t>Divider Title (Arial Black 54)</a:t>
            </a:r>
            <a:endParaRPr lang="en-SG" dirty="0"/>
          </a:p>
        </p:txBody>
      </p:sp>
    </p:spTree>
    <p:extLst>
      <p:ext uri="{BB962C8B-B14F-4D97-AF65-F5344CB8AC3E}">
        <p14:creationId xmlns:p14="http://schemas.microsoft.com/office/powerpoint/2010/main" val="16458805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Divider with Tag">
    <p:bg>
      <p:bgPr>
        <a:solidFill>
          <a:srgbClr val="6FB01E"/>
        </a:solidFill>
        <a:effectLst/>
      </p:bgPr>
    </p:bg>
    <p:spTree>
      <p:nvGrpSpPr>
        <p:cNvPr id="1" name=""/>
        <p:cNvGrpSpPr/>
        <p:nvPr/>
      </p:nvGrpSpPr>
      <p:grpSpPr>
        <a:xfrm>
          <a:off x="0" y="0"/>
          <a:ext cx="0" cy="0"/>
          <a:chOff x="0" y="0"/>
          <a:chExt cx="0" cy="0"/>
        </a:xfrm>
      </p:grpSpPr>
      <p:pic>
        <p:nvPicPr>
          <p:cNvPr id="13" name="Graphic 12">
            <a:extLst>
              <a:ext uri="{FF2B5EF4-FFF2-40B4-BE49-F238E27FC236}">
                <a16:creationId xmlns:a16="http://schemas.microsoft.com/office/drawing/2014/main" id="{F6C9AFF5-CCCE-B744-D3F6-46766D4A9651}"/>
              </a:ext>
            </a:extLst>
          </p:cNvPr>
          <p:cNvPicPr>
            <a:picLocks noGrp="1" noRot="1" noChangeAspect="1" noMove="1" noResize="1" noEditPoints="1" noAdjustHandles="1" noChangeArrowheads="1" noChangeShapeType="1" noCrop="1"/>
          </p:cNvPicPr>
          <p:nvPr userDrawn="1"/>
        </p:nvPicPr>
        <p:blipFill>
          <a:blip>
            <a:extLst>
              <a:ext uri="{96DAC541-7B7A-43D3-8B79-37D633B846F1}">
                <asvg:svgBlip xmlns:asvg="http://schemas.microsoft.com/office/drawing/2016/SVG/main" r:embed="rId2"/>
              </a:ext>
            </a:extLst>
          </a:blip>
          <a:stretch>
            <a:fillRect/>
          </a:stretch>
        </p:blipFill>
        <p:spPr>
          <a:xfrm>
            <a:off x="10168800" y="4834800"/>
            <a:ext cx="2023200" cy="2023200"/>
          </a:xfrm>
          <a:prstGeom prst="rect">
            <a:avLst/>
          </a:prstGeom>
        </p:spPr>
      </p:pic>
      <p:grpSp>
        <p:nvGrpSpPr>
          <p:cNvPr id="14" name="Group 13">
            <a:extLst>
              <a:ext uri="{FF2B5EF4-FFF2-40B4-BE49-F238E27FC236}">
                <a16:creationId xmlns:a16="http://schemas.microsoft.com/office/drawing/2014/main" id="{2D37F5E7-014D-FBD4-A876-DF46DFDC25DC}"/>
              </a:ext>
            </a:extLst>
          </p:cNvPr>
          <p:cNvGrpSpPr>
            <a:grpSpLocks/>
          </p:cNvGrpSpPr>
          <p:nvPr userDrawn="1"/>
        </p:nvGrpSpPr>
        <p:grpSpPr>
          <a:xfrm>
            <a:off x="2201155" y="1487655"/>
            <a:ext cx="1348588" cy="674294"/>
            <a:chOff x="2150941" y="1359318"/>
            <a:chExt cx="1348588" cy="674294"/>
          </a:xfrm>
        </p:grpSpPr>
        <p:sp>
          <p:nvSpPr>
            <p:cNvPr id="15" name="Freeform: Shape 14">
              <a:extLst>
                <a:ext uri="{FF2B5EF4-FFF2-40B4-BE49-F238E27FC236}">
                  <a16:creationId xmlns:a16="http://schemas.microsoft.com/office/drawing/2014/main" id="{D117BA1B-D1C6-7B02-724C-AB0553644084}"/>
                </a:ext>
              </a:extLst>
            </p:cNvPr>
            <p:cNvSpPr>
              <a:spLocks/>
            </p:cNvSpPr>
            <p:nvPr/>
          </p:nvSpPr>
          <p:spPr>
            <a:xfrm>
              <a:off x="2150941"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chemeClr val="bg1"/>
            </a:solidFill>
            <a:ln w="2369" cap="flat">
              <a:noFill/>
              <a:prstDash val="solid"/>
              <a:miter/>
            </a:ln>
          </p:spPr>
          <p:txBody>
            <a:bodyPr rtlCol="0" anchor="ctr"/>
            <a:lstStyle/>
            <a:p>
              <a:endParaRPr lang="en-SG"/>
            </a:p>
          </p:txBody>
        </p:sp>
        <p:sp>
          <p:nvSpPr>
            <p:cNvPr id="16" name="Freeform: Shape 15">
              <a:extLst>
                <a:ext uri="{FF2B5EF4-FFF2-40B4-BE49-F238E27FC236}">
                  <a16:creationId xmlns:a16="http://schemas.microsoft.com/office/drawing/2014/main" id="{5C0300CD-509A-FD79-CA55-5EB920A35306}"/>
                </a:ext>
              </a:extLst>
            </p:cNvPr>
            <p:cNvSpPr>
              <a:spLocks/>
            </p:cNvSpPr>
            <p:nvPr/>
          </p:nvSpPr>
          <p:spPr>
            <a:xfrm>
              <a:off x="2825235" y="1359318"/>
              <a:ext cx="674294" cy="674294"/>
            </a:xfrm>
            <a:custGeom>
              <a:avLst/>
              <a:gdLst>
                <a:gd name="connsiteX0" fmla="*/ 0 w 674294"/>
                <a:gd name="connsiteY0" fmla="*/ 674294 h 674294"/>
                <a:gd name="connsiteX1" fmla="*/ 674294 w 674294"/>
                <a:gd name="connsiteY1" fmla="*/ 0 h 674294"/>
                <a:gd name="connsiteX2" fmla="*/ 0 w 674294"/>
                <a:gd name="connsiteY2" fmla="*/ 0 h 674294"/>
                <a:gd name="connsiteX3" fmla="*/ 0 w 674294"/>
                <a:gd name="connsiteY3" fmla="*/ 674294 h 674294"/>
              </a:gdLst>
              <a:ahLst/>
              <a:cxnLst>
                <a:cxn ang="0">
                  <a:pos x="connsiteX0" y="connsiteY0"/>
                </a:cxn>
                <a:cxn ang="0">
                  <a:pos x="connsiteX1" y="connsiteY1"/>
                </a:cxn>
                <a:cxn ang="0">
                  <a:pos x="connsiteX2" y="connsiteY2"/>
                </a:cxn>
                <a:cxn ang="0">
                  <a:pos x="connsiteX3" y="connsiteY3"/>
                </a:cxn>
              </a:cxnLst>
              <a:rect l="l" t="t" r="r" b="b"/>
              <a:pathLst>
                <a:path w="674294" h="674294">
                  <a:moveTo>
                    <a:pt x="0" y="674294"/>
                  </a:moveTo>
                  <a:cubicBezTo>
                    <a:pt x="372401" y="674294"/>
                    <a:pt x="674294" y="372401"/>
                    <a:pt x="674294" y="0"/>
                  </a:cubicBezTo>
                  <a:lnTo>
                    <a:pt x="0" y="0"/>
                  </a:lnTo>
                  <a:lnTo>
                    <a:pt x="0" y="674294"/>
                  </a:lnTo>
                  <a:close/>
                </a:path>
              </a:pathLst>
            </a:custGeom>
            <a:solidFill>
              <a:srgbClr val="231F20"/>
            </a:solidFill>
            <a:ln w="2369" cap="flat">
              <a:noFill/>
              <a:prstDash val="solid"/>
              <a:miter/>
            </a:ln>
          </p:spPr>
          <p:txBody>
            <a:bodyPr rtlCol="0" anchor="ctr"/>
            <a:lstStyle/>
            <a:p>
              <a:endParaRPr lang="en-SG"/>
            </a:p>
          </p:txBody>
        </p:sp>
      </p:grpSp>
      <p:sp>
        <p:nvSpPr>
          <p:cNvPr id="2" name="Title 1">
            <a:extLst>
              <a:ext uri="{FF2B5EF4-FFF2-40B4-BE49-F238E27FC236}">
                <a16:creationId xmlns:a16="http://schemas.microsoft.com/office/drawing/2014/main" id="{523F3F66-DB5D-2399-9D19-29ED3370B59D}"/>
              </a:ext>
            </a:extLst>
          </p:cNvPr>
          <p:cNvSpPr>
            <a:spLocks noGrp="1"/>
          </p:cNvSpPr>
          <p:nvPr>
            <p:ph type="title" hasCustomPrompt="1"/>
          </p:nvPr>
        </p:nvSpPr>
        <p:spPr>
          <a:xfrm>
            <a:off x="2201155" y="2256679"/>
            <a:ext cx="8600195" cy="2124822"/>
          </a:xfrm>
        </p:spPr>
        <p:txBody>
          <a:bodyPr anchor="b">
            <a:noAutofit/>
          </a:bodyPr>
          <a:lstStyle>
            <a:lvl1pPr>
              <a:defRPr sz="5400">
                <a:solidFill>
                  <a:schemeClr val="bg1"/>
                </a:solidFill>
              </a:defRPr>
            </a:lvl1pPr>
          </a:lstStyle>
          <a:p>
            <a:pPr lvl="0"/>
            <a:r>
              <a:rPr lang="en-US" dirty="0"/>
              <a:t>Divider Title (Arial Black 54)</a:t>
            </a:r>
            <a:endParaRPr lang="en-SG" dirty="0"/>
          </a:p>
        </p:txBody>
      </p:sp>
      <p:sp>
        <p:nvSpPr>
          <p:cNvPr id="4" name="Text Placeholder 3">
            <a:extLst>
              <a:ext uri="{FF2B5EF4-FFF2-40B4-BE49-F238E27FC236}">
                <a16:creationId xmlns:a16="http://schemas.microsoft.com/office/drawing/2014/main" id="{CD367598-08DB-AD63-286E-6143E7F4EA01}"/>
              </a:ext>
            </a:extLst>
          </p:cNvPr>
          <p:cNvSpPr>
            <a:spLocks noGrp="1"/>
          </p:cNvSpPr>
          <p:nvPr>
            <p:ph type="body" sz="quarter" idx="10" hasCustomPrompt="1"/>
          </p:nvPr>
        </p:nvSpPr>
        <p:spPr>
          <a:xfrm>
            <a:off x="2201863" y="4438131"/>
            <a:ext cx="8609012" cy="914400"/>
          </a:xfrm>
        </p:spPr>
        <p:txBody>
          <a:bodyPr/>
          <a:lstStyle>
            <a:lvl1pPr marL="0" indent="0">
              <a:buNone/>
              <a:defRPr/>
            </a:lvl1pPr>
          </a:lstStyle>
          <a:p>
            <a:pPr lvl="0"/>
            <a:r>
              <a:rPr lang="en-US" dirty="0"/>
              <a:t>Tag line here</a:t>
            </a:r>
          </a:p>
        </p:txBody>
      </p:sp>
    </p:spTree>
    <p:extLst>
      <p:ext uri="{BB962C8B-B14F-4D97-AF65-F5344CB8AC3E}">
        <p14:creationId xmlns:p14="http://schemas.microsoft.com/office/powerpoint/2010/main" val="392038455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0" y="382613"/>
            <a:ext cx="1475540" cy="403200"/>
          </a:xfrm>
          <a:prstGeom prst="rect">
            <a:avLst/>
          </a:prstGeom>
        </p:spPr>
      </p:pic>
      <p:sp>
        <p:nvSpPr>
          <p:cNvPr id="11" name="Text Placeholder 50">
            <a:extLst>
              <a:ext uri="{FF2B5EF4-FFF2-40B4-BE49-F238E27FC236}">
                <a16:creationId xmlns:a16="http://schemas.microsoft.com/office/drawing/2014/main" id="{C9EDE493-3022-83F2-C631-A5B57EB94A17}"/>
              </a:ext>
            </a:extLst>
          </p:cNvPr>
          <p:cNvSpPr>
            <a:spLocks noGrp="1"/>
          </p:cNvSpPr>
          <p:nvPr>
            <p:ph type="body" sz="quarter" idx="14" hasCustomPrompt="1"/>
          </p:nvPr>
        </p:nvSpPr>
        <p:spPr>
          <a:xfrm>
            <a:off x="730033" y="1593023"/>
            <a:ext cx="10899991" cy="4741102"/>
          </a:xfrm>
        </p:spPr>
        <p:txBody>
          <a:bodyPr>
            <a:noAutofit/>
          </a:bodyPr>
          <a:lstStyle>
            <a:lvl1pPr marL="342900" indent="-342900">
              <a:buFont typeface="Arial" panose="020B0604020202020204" pitchFamily="34" charset="0"/>
              <a:buChar char="•"/>
              <a:defRPr sz="2000" b="0">
                <a:solidFill>
                  <a:schemeClr val="tx1"/>
                </a:solidFill>
                <a:latin typeface="Arial" panose="020B0604020202020204" pitchFamily="34" charset="0"/>
                <a:cs typeface="Arial" panose="020B0604020202020204" pitchFamily="34" charset="0"/>
              </a:defRPr>
            </a:lvl1pPr>
            <a:lvl2pPr>
              <a:defRPr sz="1600"/>
            </a:lvl2pPr>
          </a:lstStyle>
          <a:p>
            <a:pPr lvl="0"/>
            <a:r>
              <a:rPr lang="en-US" dirty="0"/>
              <a:t>Include bullet content here (Arial regular 20)</a:t>
            </a:r>
          </a:p>
          <a:p>
            <a:pPr lvl="1"/>
            <a:r>
              <a:rPr lang="en-US" dirty="0"/>
              <a:t>Second Level</a:t>
            </a:r>
            <a:endParaRPr lang="en-SG" dirty="0"/>
          </a:p>
        </p:txBody>
      </p:sp>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4"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5" name="Title 1">
            <a:extLst>
              <a:ext uri="{FF2B5EF4-FFF2-40B4-BE49-F238E27FC236}">
                <a16:creationId xmlns:a16="http://schemas.microsoft.com/office/drawing/2014/main" id="{69195C67-87E9-0E13-7387-CA211EF5B0AB}"/>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18307368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0" y="382613"/>
            <a:ext cx="1475540" cy="403200"/>
          </a:xfrm>
          <a:prstGeom prst="rect">
            <a:avLst/>
          </a:prstGeom>
        </p:spPr>
      </p:pic>
      <p:sp>
        <p:nvSpPr>
          <p:cNvPr id="4" name="Slide Number Placeholder 5">
            <a:extLst>
              <a:ext uri="{FF2B5EF4-FFF2-40B4-BE49-F238E27FC236}">
                <a16:creationId xmlns:a16="http://schemas.microsoft.com/office/drawing/2014/main" id="{4C0153BF-37E7-BB4A-6CD7-8A6DE0A636D1}"/>
              </a:ext>
            </a:extLst>
          </p:cNvPr>
          <p:cNvSpPr>
            <a:spLocks noGrp="1"/>
          </p:cNvSpPr>
          <p:nvPr>
            <p:ph type="sldNum" sz="quarter" idx="19"/>
          </p:nvPr>
        </p:nvSpPr>
        <p:spPr>
          <a:xfrm>
            <a:off x="11780174"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7" name="Title 1">
            <a:extLst>
              <a:ext uri="{FF2B5EF4-FFF2-40B4-BE49-F238E27FC236}">
                <a16:creationId xmlns:a16="http://schemas.microsoft.com/office/drawing/2014/main" id="{1CEED80B-937D-10B4-F03F-AF4BE7EFA304}"/>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33133937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wo-Column Layout 1">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C17D2C55-815E-9B4F-C350-98157CF8B8B9}"/>
              </a:ext>
            </a:extLst>
          </p:cNvPr>
          <p:cNvSpPr>
            <a:spLocks noGrp="1"/>
          </p:cNvSpPr>
          <p:nvPr>
            <p:ph type="pic" sz="quarter" idx="10"/>
          </p:nvPr>
        </p:nvSpPr>
        <p:spPr>
          <a:xfrm>
            <a:off x="871538" y="1758951"/>
            <a:ext cx="4886325" cy="3798888"/>
          </a:xfrm>
        </p:spPr>
        <p:txBody>
          <a:bodyPr/>
          <a:lstStyle/>
          <a:p>
            <a:endParaRPr lang="en-SG"/>
          </a:p>
        </p:txBody>
      </p:sp>
      <p:pic>
        <p:nvPicPr>
          <p:cNvPr id="2" name="Picture 1">
            <a:extLst>
              <a:ext uri="{FF2B5EF4-FFF2-40B4-BE49-F238E27FC236}">
                <a16:creationId xmlns:a16="http://schemas.microsoft.com/office/drawing/2014/main" id="{17BF720A-26F6-8E36-6B81-4A4A7E5DB602}"/>
              </a:ext>
            </a:extLst>
          </p:cNvPr>
          <p:cNvPicPr>
            <a:picLocks noGrp="1" noRot="1" noMove="1" noResize="1" noEditPoints="1" noAdjustHandles="1" noChangeArrowheads="1" noChangeShapeType="1" noCrop="1"/>
          </p:cNvPicPr>
          <p:nvPr userDrawn="1"/>
        </p:nvPicPr>
        <p:blipFill>
          <a:blip r:embed="rId2"/>
          <a:stretch>
            <a:fillRect/>
          </a:stretch>
        </p:blipFill>
        <p:spPr>
          <a:xfrm>
            <a:off x="10313260" y="382613"/>
            <a:ext cx="1475540" cy="403200"/>
          </a:xfrm>
          <a:prstGeom prst="rect">
            <a:avLst/>
          </a:prstGeom>
        </p:spPr>
      </p:pic>
      <p:pic>
        <p:nvPicPr>
          <p:cNvPr id="3" name="Picture 2">
            <a:extLst>
              <a:ext uri="{FF2B5EF4-FFF2-40B4-BE49-F238E27FC236}">
                <a16:creationId xmlns:a16="http://schemas.microsoft.com/office/drawing/2014/main" id="{6AB0E5FD-D6F5-C20D-27BA-CAB42634B79A}"/>
              </a:ext>
            </a:extLst>
          </p:cNvPr>
          <p:cNvPicPr>
            <a:picLocks noGrp="1" noRot="1" noMove="1" noResize="1" noEditPoints="1" noAdjustHandles="1" noChangeArrowheads="1" noChangeShapeType="1" noCrop="1"/>
          </p:cNvPicPr>
          <p:nvPr userDrawn="1"/>
        </p:nvPicPr>
        <p:blipFill>
          <a:blip r:embed="rId3"/>
          <a:stretch>
            <a:fillRect/>
          </a:stretch>
        </p:blipFill>
        <p:spPr>
          <a:xfrm rot="10800000">
            <a:off x="11788800" y="6454800"/>
            <a:ext cx="403200" cy="403200"/>
          </a:xfrm>
          <a:prstGeom prst="rect">
            <a:avLst/>
          </a:prstGeom>
        </p:spPr>
      </p:pic>
      <p:sp>
        <p:nvSpPr>
          <p:cNvPr id="23" name="Text Placeholder 50">
            <a:extLst>
              <a:ext uri="{FF2B5EF4-FFF2-40B4-BE49-F238E27FC236}">
                <a16:creationId xmlns:a16="http://schemas.microsoft.com/office/drawing/2014/main" id="{9B715452-E53F-B5B6-859C-312AD8BD67B8}"/>
              </a:ext>
            </a:extLst>
          </p:cNvPr>
          <p:cNvSpPr>
            <a:spLocks noGrp="1"/>
          </p:cNvSpPr>
          <p:nvPr>
            <p:ph type="body" sz="quarter" idx="14" hasCustomPrompt="1"/>
          </p:nvPr>
        </p:nvSpPr>
        <p:spPr>
          <a:xfrm>
            <a:off x="6759157" y="1758951"/>
            <a:ext cx="4561305" cy="3798888"/>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p>
        </p:txBody>
      </p:sp>
      <p:sp>
        <p:nvSpPr>
          <p:cNvPr id="4" name="Slide Number Placeholder 5">
            <a:extLst>
              <a:ext uri="{FF2B5EF4-FFF2-40B4-BE49-F238E27FC236}">
                <a16:creationId xmlns:a16="http://schemas.microsoft.com/office/drawing/2014/main" id="{BE00B3FF-B498-68D3-6FCA-BCAEAC55B319}"/>
              </a:ext>
            </a:extLst>
          </p:cNvPr>
          <p:cNvSpPr>
            <a:spLocks noGrp="1"/>
          </p:cNvSpPr>
          <p:nvPr>
            <p:ph type="sldNum" sz="quarter" idx="19"/>
          </p:nvPr>
        </p:nvSpPr>
        <p:spPr>
          <a:xfrm>
            <a:off x="11780174"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5" name="Title 1">
            <a:extLst>
              <a:ext uri="{FF2B5EF4-FFF2-40B4-BE49-F238E27FC236}">
                <a16:creationId xmlns:a16="http://schemas.microsoft.com/office/drawing/2014/main" id="{603767C9-5451-2BDE-520A-EB57A6D550DF}"/>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25537548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wo-Column layout 2">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C0BC46A-7012-40EB-2F7B-3D5141B76B81}"/>
              </a:ext>
            </a:extLst>
          </p:cNvPr>
          <p:cNvPicPr>
            <a:picLocks noGrp="1" noRot="1" noMove="1" noResize="1" noEditPoints="1" noAdjustHandles="1" noChangeArrowheads="1" noChangeShapeType="1" noCrop="1"/>
          </p:cNvPicPr>
          <p:nvPr userDrawn="1"/>
        </p:nvPicPr>
        <p:blipFill>
          <a:blip r:embed="rId2"/>
          <a:stretch>
            <a:fillRect/>
          </a:stretch>
        </p:blipFill>
        <p:spPr>
          <a:xfrm>
            <a:off x="10313260" y="382613"/>
            <a:ext cx="1475540" cy="403200"/>
          </a:xfrm>
          <a:prstGeom prst="rect">
            <a:avLst/>
          </a:prstGeom>
        </p:spPr>
      </p:pic>
      <p:pic>
        <p:nvPicPr>
          <p:cNvPr id="3" name="Picture 2">
            <a:extLst>
              <a:ext uri="{FF2B5EF4-FFF2-40B4-BE49-F238E27FC236}">
                <a16:creationId xmlns:a16="http://schemas.microsoft.com/office/drawing/2014/main" id="{92961DFF-2383-8027-7F67-4DA323228006}"/>
              </a:ext>
            </a:extLst>
          </p:cNvPr>
          <p:cNvPicPr>
            <a:picLocks noGrp="1" noRot="1" noMove="1" noResize="1" noEditPoints="1" noAdjustHandles="1" noChangeArrowheads="1" noChangeShapeType="1" noCrop="1"/>
          </p:cNvPicPr>
          <p:nvPr userDrawn="1"/>
        </p:nvPicPr>
        <p:blipFill>
          <a:blip r:embed="rId3"/>
          <a:stretch>
            <a:fillRect/>
          </a:stretch>
        </p:blipFill>
        <p:spPr>
          <a:xfrm rot="10800000">
            <a:off x="11788800" y="6454800"/>
            <a:ext cx="403200" cy="403200"/>
          </a:xfrm>
          <a:prstGeom prst="rect">
            <a:avLst/>
          </a:prstGeom>
        </p:spPr>
      </p:pic>
      <p:sp>
        <p:nvSpPr>
          <p:cNvPr id="13" name="Text Placeholder 50">
            <a:extLst>
              <a:ext uri="{FF2B5EF4-FFF2-40B4-BE49-F238E27FC236}">
                <a16:creationId xmlns:a16="http://schemas.microsoft.com/office/drawing/2014/main" id="{7A1356C5-4D12-9F92-9C49-F66588AFCFE5}"/>
              </a:ext>
            </a:extLst>
          </p:cNvPr>
          <p:cNvSpPr>
            <a:spLocks noGrp="1"/>
          </p:cNvSpPr>
          <p:nvPr>
            <p:ph type="body" sz="quarter" idx="14" hasCustomPrompt="1"/>
          </p:nvPr>
        </p:nvSpPr>
        <p:spPr>
          <a:xfrm>
            <a:off x="776346" y="1868655"/>
            <a:ext cx="6221105" cy="4586145"/>
          </a:xfrm>
        </p:spPr>
        <p:txBody>
          <a:bodyPr>
            <a:noAutofit/>
          </a:bodyPr>
          <a:lstStyle>
            <a:lvl1pPr marL="0" indent="0">
              <a:buNone/>
              <a:defRPr sz="3000" b="0">
                <a:solidFill>
                  <a:srgbClr val="6FB01E"/>
                </a:solidFill>
                <a:latin typeface="Arial" panose="020B0604020202020204" pitchFamily="34" charset="0"/>
                <a:cs typeface="Arial" panose="020B0604020202020204" pitchFamily="34" charset="0"/>
              </a:defRPr>
            </a:lvl1pPr>
          </a:lstStyle>
          <a:p>
            <a:pPr lvl="0"/>
            <a:r>
              <a:rPr lang="en-US" dirty="0"/>
              <a:t>Include paragraph here (Arial Regular 30)</a:t>
            </a:r>
            <a:endParaRPr lang="en-SG" dirty="0"/>
          </a:p>
        </p:txBody>
      </p:sp>
      <p:sp>
        <p:nvSpPr>
          <p:cNvPr id="14" name="Text Placeholder 50">
            <a:extLst>
              <a:ext uri="{FF2B5EF4-FFF2-40B4-BE49-F238E27FC236}">
                <a16:creationId xmlns:a16="http://schemas.microsoft.com/office/drawing/2014/main" id="{56DF607B-D9F4-1154-0EB1-1F853BB6469D}"/>
              </a:ext>
            </a:extLst>
          </p:cNvPr>
          <p:cNvSpPr>
            <a:spLocks noGrp="1"/>
          </p:cNvSpPr>
          <p:nvPr>
            <p:ph type="body" sz="quarter" idx="15" hasCustomPrompt="1"/>
          </p:nvPr>
        </p:nvSpPr>
        <p:spPr>
          <a:xfrm>
            <a:off x="7908758" y="1868654"/>
            <a:ext cx="3506896"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dirty="0"/>
              <a:t>Include body text here (Arial Regular 18)</a:t>
            </a:r>
            <a:endParaRPr lang="en-SG" dirty="0"/>
          </a:p>
        </p:txBody>
      </p:sp>
      <p:sp>
        <p:nvSpPr>
          <p:cNvPr id="4" name="Slide Number Placeholder 5">
            <a:extLst>
              <a:ext uri="{FF2B5EF4-FFF2-40B4-BE49-F238E27FC236}">
                <a16:creationId xmlns:a16="http://schemas.microsoft.com/office/drawing/2014/main" id="{95D4C76E-5EA7-E7B3-1001-642C0680EAB6}"/>
              </a:ext>
            </a:extLst>
          </p:cNvPr>
          <p:cNvSpPr>
            <a:spLocks noGrp="1"/>
          </p:cNvSpPr>
          <p:nvPr>
            <p:ph type="sldNum" sz="quarter" idx="19"/>
          </p:nvPr>
        </p:nvSpPr>
        <p:spPr>
          <a:xfrm>
            <a:off x="11780174"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6" name="Title 1">
            <a:extLst>
              <a:ext uri="{FF2B5EF4-FFF2-40B4-BE49-F238E27FC236}">
                <a16:creationId xmlns:a16="http://schemas.microsoft.com/office/drawing/2014/main" id="{EB1E6C82-76CA-B913-1096-A75AF49210B5}"/>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8058189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Column Layout ">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4CC5A3A1-50CE-5942-F47A-2B2384F3E82E}"/>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8" name="Picture 7">
            <a:extLst>
              <a:ext uri="{FF2B5EF4-FFF2-40B4-BE49-F238E27FC236}">
                <a16:creationId xmlns:a16="http://schemas.microsoft.com/office/drawing/2014/main" id="{31B7C0CB-EA13-9E14-290E-996A679769EE}"/>
              </a:ext>
            </a:extLst>
          </p:cNvPr>
          <p:cNvPicPr>
            <a:picLocks noGrp="1" noRot="1" noMove="1" noResize="1" noEditPoints="1" noAdjustHandles="1" noChangeArrowheads="1" noChangeShapeType="1" noCrop="1"/>
          </p:cNvPicPr>
          <p:nvPr userDrawn="1"/>
        </p:nvPicPr>
        <p:blipFill>
          <a:blip r:embed="rId3"/>
          <a:stretch>
            <a:fillRect/>
          </a:stretch>
        </p:blipFill>
        <p:spPr>
          <a:xfrm>
            <a:off x="10313260" y="382613"/>
            <a:ext cx="1475540" cy="403200"/>
          </a:xfrm>
          <a:prstGeom prst="rect">
            <a:avLst/>
          </a:prstGeom>
        </p:spPr>
      </p:pic>
      <p:sp>
        <p:nvSpPr>
          <p:cNvPr id="12" name="Text Placeholder 50">
            <a:extLst>
              <a:ext uri="{FF2B5EF4-FFF2-40B4-BE49-F238E27FC236}">
                <a16:creationId xmlns:a16="http://schemas.microsoft.com/office/drawing/2014/main" id="{E7ECDA8E-9819-1094-88BC-C24F570CE556}"/>
              </a:ext>
            </a:extLst>
          </p:cNvPr>
          <p:cNvSpPr>
            <a:spLocks noGrp="1"/>
          </p:cNvSpPr>
          <p:nvPr>
            <p:ph type="body" sz="quarter" idx="15" hasCustomPrompt="1"/>
          </p:nvPr>
        </p:nvSpPr>
        <p:spPr>
          <a:xfrm>
            <a:off x="8325855" y="1868654"/>
            <a:ext cx="3092270"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a:t>Include body text here (Arial Regular 18)</a:t>
            </a:r>
            <a:endParaRPr lang="en-SG"/>
          </a:p>
        </p:txBody>
      </p:sp>
      <p:sp>
        <p:nvSpPr>
          <p:cNvPr id="13" name="Text Placeholder 50">
            <a:extLst>
              <a:ext uri="{FF2B5EF4-FFF2-40B4-BE49-F238E27FC236}">
                <a16:creationId xmlns:a16="http://schemas.microsoft.com/office/drawing/2014/main" id="{3DE16804-2BF1-6D35-32C1-EB67C6642E1E}"/>
              </a:ext>
            </a:extLst>
          </p:cNvPr>
          <p:cNvSpPr>
            <a:spLocks noGrp="1"/>
          </p:cNvSpPr>
          <p:nvPr>
            <p:ph type="body" sz="quarter" idx="16" hasCustomPrompt="1"/>
          </p:nvPr>
        </p:nvSpPr>
        <p:spPr>
          <a:xfrm>
            <a:off x="773877" y="1868653"/>
            <a:ext cx="3092270" cy="4586145"/>
          </a:xfrm>
        </p:spPr>
        <p:txBody>
          <a:bodyPr>
            <a:noAutofit/>
          </a:bodyPr>
          <a:lstStyle>
            <a:lvl1pPr marL="0" indent="0">
              <a:buNone/>
              <a:defRPr sz="2000" b="1">
                <a:solidFill>
                  <a:srgbClr val="6FB01E"/>
                </a:solidFill>
                <a:latin typeface="Arial" panose="020B0604020202020204" pitchFamily="34" charset="0"/>
                <a:cs typeface="Arial" panose="020B0604020202020204" pitchFamily="34" charset="0"/>
              </a:defRPr>
            </a:lvl1pPr>
          </a:lstStyle>
          <a:p>
            <a:pPr lvl="0"/>
            <a:r>
              <a:rPr lang="en-US"/>
              <a:t>Include header paragraph here (Arial Bold 20)</a:t>
            </a:r>
            <a:endParaRPr lang="en-SG"/>
          </a:p>
        </p:txBody>
      </p:sp>
      <p:sp>
        <p:nvSpPr>
          <p:cNvPr id="14" name="Text Placeholder 50">
            <a:extLst>
              <a:ext uri="{FF2B5EF4-FFF2-40B4-BE49-F238E27FC236}">
                <a16:creationId xmlns:a16="http://schemas.microsoft.com/office/drawing/2014/main" id="{036EC7F8-4081-9C7E-0EF8-AA007EF752CC}"/>
              </a:ext>
            </a:extLst>
          </p:cNvPr>
          <p:cNvSpPr>
            <a:spLocks noGrp="1"/>
          </p:cNvSpPr>
          <p:nvPr>
            <p:ph type="body" sz="quarter" idx="17" hasCustomPrompt="1"/>
          </p:nvPr>
        </p:nvSpPr>
        <p:spPr>
          <a:xfrm>
            <a:off x="4549866" y="1868653"/>
            <a:ext cx="3092270" cy="4586145"/>
          </a:xfrm>
        </p:spPr>
        <p:txBody>
          <a:bodyPr>
            <a:noAutofit/>
          </a:bodyPr>
          <a:lstStyle>
            <a:lvl1pPr marL="0" indent="0">
              <a:buNone/>
              <a:defRPr sz="1800" b="0">
                <a:latin typeface="Arial" panose="020B0604020202020204" pitchFamily="34" charset="0"/>
                <a:cs typeface="Arial" panose="020B0604020202020204" pitchFamily="34" charset="0"/>
              </a:defRPr>
            </a:lvl1pPr>
          </a:lstStyle>
          <a:p>
            <a:pPr lvl="0"/>
            <a:r>
              <a:rPr lang="en-US" dirty="0"/>
              <a:t>Include body text here (Arial Regular 18)</a:t>
            </a:r>
            <a:endParaRPr lang="en-SG" dirty="0"/>
          </a:p>
        </p:txBody>
      </p:sp>
      <p:sp>
        <p:nvSpPr>
          <p:cNvPr id="3" name="Slide Number Placeholder 5">
            <a:extLst>
              <a:ext uri="{FF2B5EF4-FFF2-40B4-BE49-F238E27FC236}">
                <a16:creationId xmlns:a16="http://schemas.microsoft.com/office/drawing/2014/main" id="{8E25EC81-2655-02F1-38C9-02A0001E18D1}"/>
              </a:ext>
            </a:extLst>
          </p:cNvPr>
          <p:cNvSpPr>
            <a:spLocks noGrp="1"/>
          </p:cNvSpPr>
          <p:nvPr>
            <p:ph type="sldNum" sz="quarter" idx="19"/>
          </p:nvPr>
        </p:nvSpPr>
        <p:spPr>
          <a:xfrm>
            <a:off x="11780174"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5" name="Title 1">
            <a:extLst>
              <a:ext uri="{FF2B5EF4-FFF2-40B4-BE49-F238E27FC236}">
                <a16:creationId xmlns:a16="http://schemas.microsoft.com/office/drawing/2014/main" id="{F2C4B17D-08C6-E815-412C-936D9BD54590}"/>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171507784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Image Slide">
    <p:spTree>
      <p:nvGrpSpPr>
        <p:cNvPr id="1" name=""/>
        <p:cNvGrpSpPr/>
        <p:nvPr/>
      </p:nvGrpSpPr>
      <p:grpSpPr>
        <a:xfrm>
          <a:off x="0" y="0"/>
          <a:ext cx="0" cy="0"/>
          <a:chOff x="0" y="0"/>
          <a:chExt cx="0" cy="0"/>
        </a:xfrm>
      </p:grpSpPr>
      <p:sp>
        <p:nvSpPr>
          <p:cNvPr id="15" name="Picture Placeholder 14">
            <a:extLst>
              <a:ext uri="{FF2B5EF4-FFF2-40B4-BE49-F238E27FC236}">
                <a16:creationId xmlns:a16="http://schemas.microsoft.com/office/drawing/2014/main" id="{487D4D4E-A120-0899-9647-77A34C5BB68D}"/>
              </a:ext>
            </a:extLst>
          </p:cNvPr>
          <p:cNvSpPr>
            <a:spLocks noGrp="1"/>
          </p:cNvSpPr>
          <p:nvPr>
            <p:ph type="pic" sz="quarter" idx="10"/>
          </p:nvPr>
        </p:nvSpPr>
        <p:spPr>
          <a:xfrm>
            <a:off x="871538" y="1758167"/>
            <a:ext cx="4886325" cy="3798888"/>
          </a:xfrm>
        </p:spPr>
        <p:txBody>
          <a:bodyPr/>
          <a:lstStyle/>
          <a:p>
            <a:endParaRPr lang="en-SG"/>
          </a:p>
        </p:txBody>
      </p:sp>
      <p:pic>
        <p:nvPicPr>
          <p:cNvPr id="4" name="Picture 3">
            <a:extLst>
              <a:ext uri="{FF2B5EF4-FFF2-40B4-BE49-F238E27FC236}">
                <a16:creationId xmlns:a16="http://schemas.microsoft.com/office/drawing/2014/main" id="{DC19F52D-133D-44D7-17A1-A13DAFCA8858}"/>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11" name="Picture 10">
            <a:extLst>
              <a:ext uri="{FF2B5EF4-FFF2-40B4-BE49-F238E27FC236}">
                <a16:creationId xmlns:a16="http://schemas.microsoft.com/office/drawing/2014/main" id="{5D7C486F-4111-D8FC-6490-2A98BE38D17A}"/>
              </a:ext>
            </a:extLst>
          </p:cNvPr>
          <p:cNvPicPr>
            <a:picLocks noGrp="1" noRot="1" noMove="1" noResize="1" noEditPoints="1" noAdjustHandles="1" noChangeArrowheads="1" noChangeShapeType="1" noCrop="1"/>
          </p:cNvPicPr>
          <p:nvPr userDrawn="1"/>
        </p:nvPicPr>
        <p:blipFill>
          <a:blip r:embed="rId3"/>
          <a:stretch>
            <a:fillRect/>
          </a:stretch>
        </p:blipFill>
        <p:spPr>
          <a:xfrm>
            <a:off x="10313260" y="382613"/>
            <a:ext cx="1475540" cy="403200"/>
          </a:xfrm>
          <a:prstGeom prst="rect">
            <a:avLst/>
          </a:prstGeom>
        </p:spPr>
      </p:pic>
      <p:sp>
        <p:nvSpPr>
          <p:cNvPr id="17" name="Picture Placeholder 16">
            <a:extLst>
              <a:ext uri="{FF2B5EF4-FFF2-40B4-BE49-F238E27FC236}">
                <a16:creationId xmlns:a16="http://schemas.microsoft.com/office/drawing/2014/main" id="{2AAA8302-379E-8A58-FEE2-5127A504B8C8}"/>
              </a:ext>
            </a:extLst>
          </p:cNvPr>
          <p:cNvSpPr>
            <a:spLocks noGrp="1"/>
          </p:cNvSpPr>
          <p:nvPr>
            <p:ph type="pic" sz="quarter" idx="11"/>
          </p:nvPr>
        </p:nvSpPr>
        <p:spPr>
          <a:xfrm>
            <a:off x="6002338" y="1758167"/>
            <a:ext cx="5359400" cy="3798888"/>
          </a:xfrm>
        </p:spPr>
        <p:txBody>
          <a:bodyPr/>
          <a:lstStyle/>
          <a:p>
            <a:endParaRPr lang="en-SG"/>
          </a:p>
        </p:txBody>
      </p:sp>
      <p:sp>
        <p:nvSpPr>
          <p:cNvPr id="3" name="Slide Number Placeholder 5">
            <a:extLst>
              <a:ext uri="{FF2B5EF4-FFF2-40B4-BE49-F238E27FC236}">
                <a16:creationId xmlns:a16="http://schemas.microsoft.com/office/drawing/2014/main" id="{4105EC29-A247-1526-790D-1CE1302EFC11}"/>
              </a:ext>
            </a:extLst>
          </p:cNvPr>
          <p:cNvSpPr>
            <a:spLocks noGrp="1"/>
          </p:cNvSpPr>
          <p:nvPr>
            <p:ph type="sldNum" sz="quarter" idx="19"/>
          </p:nvPr>
        </p:nvSpPr>
        <p:spPr>
          <a:xfrm>
            <a:off x="11780174" y="6518753"/>
            <a:ext cx="403200" cy="365125"/>
          </a:xfrm>
        </p:spPr>
        <p:txBody>
          <a:bodyPr/>
          <a:lstStyle>
            <a:lvl1pPr>
              <a:defRPr b="1">
                <a:solidFill>
                  <a:schemeClr val="bg1"/>
                </a:solidFill>
              </a:defRPr>
            </a:lvl1pPr>
          </a:lstStyle>
          <a:p>
            <a:fld id="{5015600C-AC52-4A7A-B61A-C2D281744F97}" type="slidenum">
              <a:rPr lang="en-SG" smtClean="0"/>
              <a:pPr/>
              <a:t>‹#›</a:t>
            </a:fld>
            <a:endParaRPr lang="en-SG" dirty="0"/>
          </a:p>
        </p:txBody>
      </p:sp>
      <p:sp>
        <p:nvSpPr>
          <p:cNvPr id="5" name="Title 1">
            <a:extLst>
              <a:ext uri="{FF2B5EF4-FFF2-40B4-BE49-F238E27FC236}">
                <a16:creationId xmlns:a16="http://schemas.microsoft.com/office/drawing/2014/main" id="{285A6E41-D69C-7AC0-C5B5-35DD164F29DF}"/>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24862760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 Columns">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C19F52D-133D-44D7-17A1-A13DAFCA8858}"/>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11" name="Picture 10">
            <a:extLst>
              <a:ext uri="{FF2B5EF4-FFF2-40B4-BE49-F238E27FC236}">
                <a16:creationId xmlns:a16="http://schemas.microsoft.com/office/drawing/2014/main" id="{5D7C486F-4111-D8FC-6490-2A98BE38D17A}"/>
              </a:ext>
            </a:extLst>
          </p:cNvPr>
          <p:cNvPicPr>
            <a:picLocks noGrp="1" noRot="1" noMove="1" noResize="1" noEditPoints="1" noAdjustHandles="1" noChangeArrowheads="1" noChangeShapeType="1" noCrop="1"/>
          </p:cNvPicPr>
          <p:nvPr userDrawn="1"/>
        </p:nvPicPr>
        <p:blipFill>
          <a:blip r:embed="rId3"/>
          <a:stretch>
            <a:fillRect/>
          </a:stretch>
        </p:blipFill>
        <p:spPr>
          <a:xfrm>
            <a:off x="10313260" y="382613"/>
            <a:ext cx="1475540" cy="403200"/>
          </a:xfrm>
          <a:prstGeom prst="rect">
            <a:avLst/>
          </a:prstGeom>
        </p:spPr>
      </p:pic>
      <p:sp>
        <p:nvSpPr>
          <p:cNvPr id="3" name="Slide Number Placeholder 5">
            <a:extLst>
              <a:ext uri="{FF2B5EF4-FFF2-40B4-BE49-F238E27FC236}">
                <a16:creationId xmlns:a16="http://schemas.microsoft.com/office/drawing/2014/main" id="{4105EC29-A247-1526-790D-1CE1302EFC11}"/>
              </a:ext>
            </a:extLst>
          </p:cNvPr>
          <p:cNvSpPr>
            <a:spLocks noGrp="1"/>
          </p:cNvSpPr>
          <p:nvPr>
            <p:ph type="sldNum" sz="quarter" idx="19"/>
          </p:nvPr>
        </p:nvSpPr>
        <p:spPr>
          <a:xfrm>
            <a:off x="11780174" y="6518753"/>
            <a:ext cx="403200" cy="365125"/>
          </a:xfrm>
        </p:spPr>
        <p:txBody>
          <a:bodyPr/>
          <a:lstStyle>
            <a:lvl1pPr>
              <a:defRPr b="1">
                <a:solidFill>
                  <a:schemeClr val="bg1"/>
                </a:solidFill>
                <a:latin typeface="Arial" panose="020B0604020202020204" pitchFamily="34" charset="0"/>
                <a:cs typeface="Arial" panose="020B0604020202020204" pitchFamily="34" charset="0"/>
              </a:defRPr>
            </a:lvl1pPr>
          </a:lstStyle>
          <a:p>
            <a:fld id="{5015600C-AC52-4A7A-B61A-C2D281744F97}" type="slidenum">
              <a:rPr lang="en-SG" smtClean="0"/>
              <a:pPr/>
              <a:t>‹#›</a:t>
            </a:fld>
            <a:endParaRPr lang="en-SG" dirty="0"/>
          </a:p>
        </p:txBody>
      </p:sp>
      <p:sp>
        <p:nvSpPr>
          <p:cNvPr id="6" name="Content Placeholder 6">
            <a:extLst>
              <a:ext uri="{FF2B5EF4-FFF2-40B4-BE49-F238E27FC236}">
                <a16:creationId xmlns:a16="http://schemas.microsoft.com/office/drawing/2014/main" id="{6E470DD7-07D5-B794-1797-AD7EAB7410C3}"/>
              </a:ext>
            </a:extLst>
          </p:cNvPr>
          <p:cNvSpPr>
            <a:spLocks noGrp="1"/>
          </p:cNvSpPr>
          <p:nvPr>
            <p:ph sz="quarter" idx="21"/>
          </p:nvPr>
        </p:nvSpPr>
        <p:spPr>
          <a:xfrm>
            <a:off x="5988307" y="1758950"/>
            <a:ext cx="5089268" cy="4489450"/>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5" name="Content Placeholder 6">
            <a:extLst>
              <a:ext uri="{FF2B5EF4-FFF2-40B4-BE49-F238E27FC236}">
                <a16:creationId xmlns:a16="http://schemas.microsoft.com/office/drawing/2014/main" id="{C9196EC4-A7D7-8920-9041-E9BAD0ACDE4C}"/>
              </a:ext>
            </a:extLst>
          </p:cNvPr>
          <p:cNvSpPr>
            <a:spLocks noGrp="1"/>
          </p:cNvSpPr>
          <p:nvPr>
            <p:ph sz="quarter" idx="20"/>
          </p:nvPr>
        </p:nvSpPr>
        <p:spPr>
          <a:xfrm>
            <a:off x="546100" y="1758950"/>
            <a:ext cx="5089268" cy="4489450"/>
          </a:xfrm>
        </p:spPr>
        <p:txBody>
          <a:bodyPr>
            <a:normAutofit/>
          </a:bodyPr>
          <a:lstStyle>
            <a:lvl1pPr>
              <a:defRPr sz="2000"/>
            </a:lvl1pPr>
            <a:lvl2pPr>
              <a:defRPr sz="2000"/>
            </a:lvl2pPr>
            <a:lvl3pPr>
              <a:defRPr sz="2000"/>
            </a:lvl3pPr>
            <a:lvl4pPr>
              <a:defRPr sz="2000"/>
            </a:lvl4pPr>
            <a:lvl5pPr>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SG"/>
          </a:p>
        </p:txBody>
      </p:sp>
      <p:sp>
        <p:nvSpPr>
          <p:cNvPr id="7" name="Title 1">
            <a:extLst>
              <a:ext uri="{FF2B5EF4-FFF2-40B4-BE49-F238E27FC236}">
                <a16:creationId xmlns:a16="http://schemas.microsoft.com/office/drawing/2014/main" id="{E10C38FC-A1CD-861C-73B2-89912DB936F1}"/>
              </a:ext>
            </a:extLst>
          </p:cNvPr>
          <p:cNvSpPr>
            <a:spLocks noGrp="1"/>
          </p:cNvSpPr>
          <p:nvPr>
            <p:ph type="title" hasCustomPrompt="1"/>
          </p:nvPr>
        </p:nvSpPr>
        <p:spPr>
          <a:xfrm>
            <a:off x="546165" y="785814"/>
            <a:ext cx="10531410" cy="623667"/>
          </a:xfrm>
        </p:spPr>
        <p:txBody>
          <a:bodyPr>
            <a:normAutofit/>
          </a:bodyPr>
          <a:lstStyle>
            <a:lvl1pPr>
              <a:defRPr sz="3200"/>
            </a:lvl1pPr>
          </a:lstStyle>
          <a:p>
            <a:pPr lvl="0"/>
            <a:r>
              <a:rPr lang="en-US" dirty="0"/>
              <a:t>Slide Title in Arial Black 32pt</a:t>
            </a:r>
            <a:endParaRPr lang="en-SG" dirty="0"/>
          </a:p>
        </p:txBody>
      </p:sp>
    </p:spTree>
    <p:extLst>
      <p:ext uri="{BB962C8B-B14F-4D97-AF65-F5344CB8AC3E}">
        <p14:creationId xmlns:p14="http://schemas.microsoft.com/office/powerpoint/2010/main" val="232217259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Content Slide">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19A444EB-22CC-5683-D628-07C117591D34}"/>
              </a:ext>
            </a:extLst>
          </p:cNvPr>
          <p:cNvPicPr>
            <a:picLocks noGrp="1" noRot="1" noMove="1" noResize="1" noEditPoints="1" noAdjustHandles="1" noChangeArrowheads="1" noChangeShapeType="1" noCrop="1"/>
          </p:cNvPicPr>
          <p:nvPr userDrawn="1"/>
        </p:nvPicPr>
        <p:blipFill>
          <a:blip r:embed="rId2"/>
          <a:stretch>
            <a:fillRect/>
          </a:stretch>
        </p:blipFill>
        <p:spPr>
          <a:xfrm rot="10800000">
            <a:off x="11788800" y="6454800"/>
            <a:ext cx="403200" cy="403200"/>
          </a:xfrm>
          <a:prstGeom prst="rect">
            <a:avLst/>
          </a:prstGeom>
        </p:spPr>
      </p:pic>
      <p:pic>
        <p:nvPicPr>
          <p:cNvPr id="6" name="Picture 5">
            <a:extLst>
              <a:ext uri="{FF2B5EF4-FFF2-40B4-BE49-F238E27FC236}">
                <a16:creationId xmlns:a16="http://schemas.microsoft.com/office/drawing/2014/main" id="{02E5B020-C0F9-1062-4599-469CF2939C01}"/>
              </a:ext>
            </a:extLst>
          </p:cNvPr>
          <p:cNvPicPr>
            <a:picLocks noGrp="1" noRot="1" noMove="1" noResize="1" noEditPoints="1" noAdjustHandles="1" noChangeArrowheads="1" noChangeShapeType="1" noCrop="1"/>
          </p:cNvPicPr>
          <p:nvPr userDrawn="1"/>
        </p:nvPicPr>
        <p:blipFill>
          <a:blip r:embed="rId3"/>
          <a:stretch>
            <a:fillRect/>
          </a:stretch>
        </p:blipFill>
        <p:spPr>
          <a:xfrm>
            <a:off x="10313260" y="382613"/>
            <a:ext cx="1475540" cy="403200"/>
          </a:xfrm>
          <a:prstGeom prst="rect">
            <a:avLst/>
          </a:prstGeom>
        </p:spPr>
      </p:pic>
      <p:sp>
        <p:nvSpPr>
          <p:cNvPr id="11" name="Text Placeholder 50">
            <a:extLst>
              <a:ext uri="{FF2B5EF4-FFF2-40B4-BE49-F238E27FC236}">
                <a16:creationId xmlns:a16="http://schemas.microsoft.com/office/drawing/2014/main" id="{C9EDE493-3022-83F2-C631-A5B57EB94A17}"/>
              </a:ext>
            </a:extLst>
          </p:cNvPr>
          <p:cNvSpPr>
            <a:spLocks noGrp="1"/>
          </p:cNvSpPr>
          <p:nvPr>
            <p:ph type="body" sz="quarter" idx="14" hasCustomPrompt="1"/>
          </p:nvPr>
        </p:nvSpPr>
        <p:spPr>
          <a:xfrm>
            <a:off x="730034" y="1593023"/>
            <a:ext cx="7339144" cy="3671953"/>
          </a:xfrm>
        </p:spPr>
        <p:txBody>
          <a:bodyPr>
            <a:noAutofit/>
          </a:bodyPr>
          <a:lstStyle>
            <a:lvl1pPr marL="342900" indent="-342900">
              <a:buFont typeface="Arial" panose="020B0604020202020204" pitchFamily="34" charset="0"/>
              <a:buChar char="•"/>
              <a:defRPr sz="2000" b="0">
                <a:solidFill>
                  <a:schemeClr val="tx1"/>
                </a:solidFill>
                <a:latin typeface="Arial" panose="020B0604020202020204" pitchFamily="34" charset="0"/>
                <a:cs typeface="Arial" panose="020B0604020202020204" pitchFamily="34" charset="0"/>
              </a:defRPr>
            </a:lvl1pPr>
          </a:lstStyle>
          <a:p>
            <a:pPr lvl="0"/>
            <a:r>
              <a:rPr lang="en-US"/>
              <a:t>Include bullet content here (Arial regular 20)</a:t>
            </a:r>
            <a:endParaRPr lang="en-SG"/>
          </a:p>
        </p:txBody>
      </p:sp>
      <p:sp>
        <p:nvSpPr>
          <p:cNvPr id="12" name="Text Placeholder 50">
            <a:extLst>
              <a:ext uri="{FF2B5EF4-FFF2-40B4-BE49-F238E27FC236}">
                <a16:creationId xmlns:a16="http://schemas.microsoft.com/office/drawing/2014/main" id="{E65D6370-7DD6-349A-1411-08C3CD222FED}"/>
              </a:ext>
            </a:extLst>
          </p:cNvPr>
          <p:cNvSpPr>
            <a:spLocks noGrp="1" noRot="1" noMove="1" noResize="1" noEditPoints="1" noAdjustHandles="1" noChangeArrowheads="1" noChangeShapeType="1"/>
          </p:cNvSpPr>
          <p:nvPr>
            <p:ph type="body" sz="quarter" idx="15" hasCustomPrompt="1"/>
          </p:nvPr>
        </p:nvSpPr>
        <p:spPr>
          <a:xfrm>
            <a:off x="11843781" y="6619460"/>
            <a:ext cx="348219" cy="238540"/>
          </a:xfrm>
        </p:spPr>
        <p:txBody>
          <a:bodyPr>
            <a:noAutofit/>
          </a:bodyPr>
          <a:lstStyle>
            <a:lvl1pPr marL="0" indent="0" algn="ctr">
              <a:buNone/>
              <a:defRPr sz="1100" b="0">
                <a:solidFill>
                  <a:schemeClr val="bg1"/>
                </a:solidFill>
                <a:latin typeface="Arial" panose="020B0604020202020204" pitchFamily="34" charset="0"/>
                <a:cs typeface="Arial" panose="020B0604020202020204" pitchFamily="34" charset="0"/>
              </a:defRPr>
            </a:lvl1pPr>
          </a:lstStyle>
          <a:p>
            <a:pPr lvl="0"/>
            <a:r>
              <a:rPr lang="en-US"/>
              <a:t>00</a:t>
            </a:r>
            <a:endParaRPr lang="en-SG"/>
          </a:p>
        </p:txBody>
      </p:sp>
      <p:sp>
        <p:nvSpPr>
          <p:cNvPr id="3" name="Text Placeholder 50">
            <a:extLst>
              <a:ext uri="{FF2B5EF4-FFF2-40B4-BE49-F238E27FC236}">
                <a16:creationId xmlns:a16="http://schemas.microsoft.com/office/drawing/2014/main" id="{E4470E7A-B67B-5220-2D90-13D5AB1496DE}"/>
              </a:ext>
            </a:extLst>
          </p:cNvPr>
          <p:cNvSpPr>
            <a:spLocks noGrp="1"/>
          </p:cNvSpPr>
          <p:nvPr>
            <p:ph type="body" sz="quarter" idx="16" hasCustomPrompt="1"/>
          </p:nvPr>
        </p:nvSpPr>
        <p:spPr>
          <a:xfrm>
            <a:off x="728220" y="785813"/>
            <a:ext cx="9216072" cy="623667"/>
          </a:xfrm>
        </p:spPr>
        <p:txBody>
          <a:bodyPr>
            <a:noAutofit/>
          </a:bodyPr>
          <a:lstStyle>
            <a:lvl1pPr marL="0" indent="0">
              <a:buNone/>
              <a:defRPr sz="3200" b="0">
                <a:latin typeface="Arial Black" panose="020B0A04020102020204" pitchFamily="34" charset="0"/>
                <a:cs typeface="Arial" panose="020B0604020202020204" pitchFamily="34" charset="0"/>
              </a:defRPr>
            </a:lvl1pPr>
          </a:lstStyle>
          <a:p>
            <a:pPr lvl="0"/>
            <a:r>
              <a:rPr lang="en-US"/>
              <a:t>Slide Title in Arial Black 32pt</a:t>
            </a:r>
            <a:endParaRPr lang="en-SG"/>
          </a:p>
        </p:txBody>
      </p:sp>
    </p:spTree>
    <p:extLst>
      <p:ext uri="{BB962C8B-B14F-4D97-AF65-F5344CB8AC3E}">
        <p14:creationId xmlns:p14="http://schemas.microsoft.com/office/powerpoint/2010/main" val="1822558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304F90C-6A25-7B45-4D40-4AF6365F31E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SG"/>
          </a:p>
        </p:txBody>
      </p:sp>
      <p:sp>
        <p:nvSpPr>
          <p:cNvPr id="3" name="Text Placeholder 2">
            <a:extLst>
              <a:ext uri="{FF2B5EF4-FFF2-40B4-BE49-F238E27FC236}">
                <a16:creationId xmlns:a16="http://schemas.microsoft.com/office/drawing/2014/main" id="{387C91A6-E80A-E271-1A2A-66F1BFA6410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SG" dirty="0"/>
          </a:p>
        </p:txBody>
      </p:sp>
      <p:sp>
        <p:nvSpPr>
          <p:cNvPr id="4" name="Date Placeholder 3">
            <a:extLst>
              <a:ext uri="{FF2B5EF4-FFF2-40B4-BE49-F238E27FC236}">
                <a16:creationId xmlns:a16="http://schemas.microsoft.com/office/drawing/2014/main" id="{4EE94A59-448E-11D4-4086-32DAF36552A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endParaRPr lang="en-SG"/>
          </a:p>
        </p:txBody>
      </p:sp>
      <p:sp>
        <p:nvSpPr>
          <p:cNvPr id="5" name="Footer Placeholder 4">
            <a:extLst>
              <a:ext uri="{FF2B5EF4-FFF2-40B4-BE49-F238E27FC236}">
                <a16:creationId xmlns:a16="http://schemas.microsoft.com/office/drawing/2014/main" id="{AE35392C-91E6-369E-D0BC-1388ADF1056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SG"/>
          </a:p>
        </p:txBody>
      </p:sp>
      <p:sp>
        <p:nvSpPr>
          <p:cNvPr id="6" name="Slide Number Placeholder 5">
            <a:extLst>
              <a:ext uri="{FF2B5EF4-FFF2-40B4-BE49-F238E27FC236}">
                <a16:creationId xmlns:a16="http://schemas.microsoft.com/office/drawing/2014/main" id="{F6975CD6-1D19-30A9-A10A-87EC3E46763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latin typeface="Arial" panose="020B0604020202020204" pitchFamily="34" charset="0"/>
                <a:cs typeface="Arial" panose="020B0604020202020204" pitchFamily="34" charset="0"/>
              </a:defRPr>
            </a:lvl1pPr>
          </a:lstStyle>
          <a:p>
            <a:fld id="{5015600C-AC52-4A7A-B61A-C2D281744F97}" type="slidenum">
              <a:rPr lang="en-SG" smtClean="0"/>
              <a:pPr/>
              <a:t>‹#›</a:t>
            </a:fld>
            <a:endParaRPr lang="en-SG" dirty="0"/>
          </a:p>
        </p:txBody>
      </p:sp>
      <p:sp>
        <p:nvSpPr>
          <p:cNvPr id="11" name="TextBox 10">
            <a:extLst>
              <a:ext uri="{FF2B5EF4-FFF2-40B4-BE49-F238E27FC236}">
                <a16:creationId xmlns:a16="http://schemas.microsoft.com/office/drawing/2014/main" id="{255A56C8-5334-C4ED-C577-FCA7D7C68E1C}"/>
              </a:ext>
            </a:extLst>
          </p:cNvPr>
          <p:cNvSpPr txBox="1"/>
          <p:nvPr>
            <p:extLst>
              <p:ext uri="{1162E1C5-73C7-4A58-AE30-91384D911F3F}">
                <p184:classification xmlns:p184="http://schemas.microsoft.com/office/powerpoint/2018/4/main" val="hdr"/>
              </p:ext>
            </p:extLst>
          </p:nvPr>
        </p:nvSpPr>
        <p:spPr>
          <a:xfrm>
            <a:off x="5222050" y="63500"/>
            <a:ext cx="1773237" cy="152400"/>
          </a:xfrm>
          <a:prstGeom prst="rect">
            <a:avLst/>
          </a:prstGeom>
        </p:spPr>
        <p:txBody>
          <a:bodyPr horzOverflow="overflow" lIns="0" tIns="0" rIns="0" bIns="0">
            <a:spAutoFit/>
          </a:bodyPr>
          <a:lstStyle/>
          <a:p>
            <a:pPr algn="l"/>
            <a:r>
              <a:rPr lang="en-SG" sz="1000">
                <a:solidFill>
                  <a:srgbClr val="000000">
                    <a:alpha val="50000"/>
                  </a:srgbClr>
                </a:solidFill>
                <a:latin typeface="Aptos" panose="020B0004020202020204" pitchFamily="34" charset="0"/>
              </a:rPr>
              <a:t>Official (Closed) \ Non-Sensitive</a:t>
            </a:r>
          </a:p>
        </p:txBody>
      </p:sp>
    </p:spTree>
    <p:extLst>
      <p:ext uri="{BB962C8B-B14F-4D97-AF65-F5344CB8AC3E}">
        <p14:creationId xmlns:p14="http://schemas.microsoft.com/office/powerpoint/2010/main" val="876220860"/>
      </p:ext>
    </p:extLst>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62" r:id="rId4"/>
    <p:sldLayoutId id="2147483651" r:id="rId5"/>
    <p:sldLayoutId id="2147483661" r:id="rId6"/>
    <p:sldLayoutId id="2147483652" r:id="rId7"/>
    <p:sldLayoutId id="2147483658" r:id="rId8"/>
    <p:sldLayoutId id="2147483653" r:id="rId9"/>
    <p:sldLayoutId id="2147483654" r:id="rId10"/>
    <p:sldLayoutId id="2147483655" r:id="rId11"/>
    <p:sldLayoutId id="2147483656" r:id="rId12"/>
    <p:sldLayoutId id="2147483659" r:id="rId13"/>
    <p:sldLayoutId id="2147483663" r:id="rId14"/>
  </p:sldLayoutIdLst>
  <p:hf hdr="0" ftr="0" dt="0"/>
  <p:txStyles>
    <p:titleStyle>
      <a:lvl1pPr algn="l" defTabSz="914400" rtl="0" eaLnBrk="1" latinLnBrk="0" hangingPunct="1">
        <a:lnSpc>
          <a:spcPct val="90000"/>
        </a:lnSpc>
        <a:spcBef>
          <a:spcPct val="0"/>
        </a:spcBef>
        <a:buNone/>
        <a:defRPr sz="4400" kern="1200">
          <a:solidFill>
            <a:schemeClr val="tx1"/>
          </a:solidFill>
          <a:latin typeface="Arial Black" panose="020B0A04020102020204" pitchFamily="34" charset="0"/>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p:cNvSpPr>
            <a:spLocks noGrp="1"/>
          </p:cNvSpPr>
          <p:nvPr>
            <p:ph type="body" sz="quarter" idx="13"/>
          </p:nvPr>
        </p:nvSpPr>
        <p:spPr/>
        <p:txBody>
          <a:bodyPr/>
          <a:lstStyle/>
          <a:p>
            <a:r>
              <a:rPr lang="en-SG" dirty="0">
                <a:solidFill>
                  <a:srgbClr val="0E2841"/>
                </a:solidFill>
              </a:rPr>
              <a:t>Week 02 </a:t>
            </a:r>
          </a:p>
          <a:p>
            <a:r>
              <a:rPr lang="en-SG" dirty="0">
                <a:solidFill>
                  <a:srgbClr val="0E2841"/>
                </a:solidFill>
              </a:rPr>
              <a:t>Lesson 04 FA Graded Assignment</a:t>
            </a:r>
            <a:endParaRPr sz="2000" b="1" dirty="0">
              <a:solidFill>
                <a:srgbClr val="156082"/>
              </a:solidFill>
            </a:endParaRPr>
          </a:p>
        </p:txBody>
      </p:sp>
      <p:sp>
        <p:nvSpPr>
          <p:cNvPr id="3" name="Title 2"/>
          <p:cNvSpPr>
            <a:spLocks noGrp="1"/>
          </p:cNvSpPr>
          <p:nvPr>
            <p:ph type="title"/>
          </p:nvPr>
        </p:nvSpPr>
        <p:spPr/>
        <p:txBody>
          <a:bodyPr/>
          <a:lstStyle/>
          <a:p>
            <a:r>
              <a:rPr lang="en-US" sz="3600" dirty="0"/>
              <a:t>C372 Payment Technologies</a:t>
            </a:r>
            <a:br>
              <a:rPr lang="en-US" sz="3600" dirty="0"/>
            </a:br>
            <a:endParaRPr sz="3400" b="1" dirty="0">
              <a:solidFill>
                <a:srgbClr val="0E2841"/>
              </a:solidFill>
              <a:latin typeface="Arial Black"/>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08B11F83-22FC-001A-B37F-B9971A1B8729}"/>
              </a:ext>
            </a:extLst>
          </p:cNvPr>
          <p:cNvSpPr>
            <a:spLocks noGrp="1"/>
          </p:cNvSpPr>
          <p:nvPr>
            <p:ph type="body" sz="quarter" idx="14"/>
          </p:nvPr>
        </p:nvSpPr>
        <p:spPr/>
        <p:txBody>
          <a:bodyPr/>
          <a:lstStyle/>
          <a:p>
            <a:r>
              <a:rPr lang="en-US" dirty="0"/>
              <a:t>Download the following documents:</a:t>
            </a:r>
          </a:p>
          <a:p>
            <a:endParaRPr lang="en-US" dirty="0"/>
          </a:p>
          <a:p>
            <a:endParaRPr lang="en-US" dirty="0"/>
          </a:p>
          <a:p>
            <a:endParaRPr lang="en-US" dirty="0"/>
          </a:p>
          <a:p>
            <a:endParaRPr lang="en-US" dirty="0"/>
          </a:p>
          <a:p>
            <a:endParaRPr lang="en-US" dirty="0"/>
          </a:p>
          <a:p>
            <a:endParaRPr lang="en-US" dirty="0"/>
          </a:p>
          <a:p>
            <a:r>
              <a:rPr lang="en-SG" dirty="0"/>
              <a:t>Your lecturer will guide you through the documents and the next few slides to help you get started on your FA Graded Assignment.</a:t>
            </a:r>
          </a:p>
        </p:txBody>
      </p:sp>
      <p:sp>
        <p:nvSpPr>
          <p:cNvPr id="3" name="Slide Number Placeholder 2">
            <a:extLst>
              <a:ext uri="{FF2B5EF4-FFF2-40B4-BE49-F238E27FC236}">
                <a16:creationId xmlns:a16="http://schemas.microsoft.com/office/drawing/2014/main" id="{C8B5A850-2879-DE82-6943-AAD457ADFB81}"/>
              </a:ext>
            </a:extLst>
          </p:cNvPr>
          <p:cNvSpPr>
            <a:spLocks noGrp="1"/>
          </p:cNvSpPr>
          <p:nvPr>
            <p:ph type="sldNum" sz="quarter" idx="19"/>
          </p:nvPr>
        </p:nvSpPr>
        <p:spPr/>
        <p:txBody>
          <a:bodyPr/>
          <a:lstStyle/>
          <a:p>
            <a:fld id="{5015600C-AC52-4A7A-B61A-C2D281744F97}" type="slidenum">
              <a:rPr lang="en-SG" smtClean="0"/>
              <a:pPr/>
              <a:t>2</a:t>
            </a:fld>
            <a:endParaRPr lang="en-SG" dirty="0"/>
          </a:p>
        </p:txBody>
      </p:sp>
      <p:sp>
        <p:nvSpPr>
          <p:cNvPr id="4" name="Title 3">
            <a:extLst>
              <a:ext uri="{FF2B5EF4-FFF2-40B4-BE49-F238E27FC236}">
                <a16:creationId xmlns:a16="http://schemas.microsoft.com/office/drawing/2014/main" id="{0AC7BC86-BB2E-DC8C-C42B-F8EE40C300F4}"/>
              </a:ext>
            </a:extLst>
          </p:cNvPr>
          <p:cNvSpPr>
            <a:spLocks noGrp="1"/>
          </p:cNvSpPr>
          <p:nvPr>
            <p:ph type="title"/>
          </p:nvPr>
        </p:nvSpPr>
        <p:spPr/>
        <p:txBody>
          <a:bodyPr/>
          <a:lstStyle/>
          <a:p>
            <a:r>
              <a:rPr lang="en-US" dirty="0"/>
              <a:t>FA Graded Assignment Discussion</a:t>
            </a:r>
            <a:endParaRPr lang="en-SG" dirty="0"/>
          </a:p>
        </p:txBody>
      </p:sp>
      <p:pic>
        <p:nvPicPr>
          <p:cNvPr id="6" name="Picture 5">
            <a:extLst>
              <a:ext uri="{FF2B5EF4-FFF2-40B4-BE49-F238E27FC236}">
                <a16:creationId xmlns:a16="http://schemas.microsoft.com/office/drawing/2014/main" id="{DD37D9A1-96E3-039A-7FC2-EFA924929294}"/>
              </a:ext>
            </a:extLst>
          </p:cNvPr>
          <p:cNvPicPr>
            <a:picLocks noChangeAspect="1"/>
          </p:cNvPicPr>
          <p:nvPr/>
        </p:nvPicPr>
        <p:blipFill>
          <a:blip r:embed="rId2"/>
          <a:stretch>
            <a:fillRect/>
          </a:stretch>
        </p:blipFill>
        <p:spPr>
          <a:xfrm>
            <a:off x="1066785" y="2006584"/>
            <a:ext cx="10010790" cy="1841516"/>
          </a:xfrm>
          <a:prstGeom prst="rect">
            <a:avLst/>
          </a:prstGeom>
        </p:spPr>
      </p:pic>
    </p:spTree>
    <p:extLst>
      <p:ext uri="{BB962C8B-B14F-4D97-AF65-F5344CB8AC3E}">
        <p14:creationId xmlns:p14="http://schemas.microsoft.com/office/powerpoint/2010/main" val="3244428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3000" b="1">
                <a:solidFill>
                  <a:srgbClr val="0E2841"/>
                </a:solidFill>
                <a:latin typeface="Arial Black"/>
              </a:rPr>
              <a:t>What you should finish today</a:t>
            </a:r>
          </a:p>
        </p:txBody>
      </p:sp>
      <p:sp>
        <p:nvSpPr>
          <p:cNvPr id="4" name="Rectangle 3"/>
          <p:cNvSpPr/>
          <p:nvPr/>
        </p:nvSpPr>
        <p:spPr>
          <a:xfrm>
            <a:off x="731520" y="1453896"/>
            <a:ext cx="749808"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58952" y="1828800"/>
            <a:ext cx="3401568" cy="2331720"/>
          </a:xfrm>
          <a:prstGeom prst="roundRect">
            <a:avLst>
              <a:gd name="adj" fmla="val 8000"/>
            </a:avLst>
          </a:prstGeom>
          <a:solidFill>
            <a:srgbClr val="EA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58952" y="1828800"/>
            <a:ext cx="91440" cy="233172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9264" y="1993392"/>
            <a:ext cx="3017520" cy="393192"/>
          </a:xfrm>
          <a:prstGeom prst="rect">
            <a:avLst/>
          </a:prstGeom>
          <a:noFill/>
        </p:spPr>
        <p:txBody>
          <a:bodyPr wrap="square" lIns="36576" tIns="36576" rIns="36576" bIns="36576" anchor="t">
            <a:spAutoFit/>
          </a:bodyPr>
          <a:lstStyle/>
          <a:p>
            <a:pPr algn="l">
              <a:spcAft>
                <a:spcPts val="0"/>
              </a:spcAft>
            </a:pPr>
            <a:r>
              <a:rPr sz="1900" b="1" i="0">
                <a:solidFill>
                  <a:srgbClr val="156082"/>
                </a:solidFill>
                <a:latin typeface="Arial"/>
              </a:rPr>
              <a:t>Your proposal</a:t>
            </a:r>
          </a:p>
        </p:txBody>
      </p:sp>
      <p:sp>
        <p:nvSpPr>
          <p:cNvPr id="8" name="TextBox 7"/>
          <p:cNvSpPr txBox="1"/>
          <p:nvPr/>
        </p:nvSpPr>
        <p:spPr>
          <a:xfrm>
            <a:off x="969264" y="2468880"/>
            <a:ext cx="3017520" cy="1581912"/>
          </a:xfrm>
          <a:prstGeom prst="rect">
            <a:avLst/>
          </a:prstGeom>
          <a:noFill/>
        </p:spPr>
        <p:txBody>
          <a:bodyPr wrap="square" lIns="36576" tIns="36576" rIns="36576" bIns="36576" anchor="t">
            <a:spAutoFit/>
          </a:bodyPr>
          <a:lstStyle/>
          <a:p>
            <a:pPr algn="l">
              <a:spcAft>
                <a:spcPts val="0"/>
              </a:spcAft>
            </a:pPr>
            <a:r>
              <a:rPr sz="1600" b="0" i="0">
                <a:solidFill>
                  <a:srgbClr val="1F2937"/>
                </a:solidFill>
                <a:latin typeface="Arial"/>
              </a:rPr>
              <a:t>A product or service idea you research and develop to address a market gap in e-commerce or payments.</a:t>
            </a:r>
          </a:p>
        </p:txBody>
      </p:sp>
      <p:sp>
        <p:nvSpPr>
          <p:cNvPr id="9" name="Rounded Rectangle 8"/>
          <p:cNvSpPr/>
          <p:nvPr/>
        </p:nvSpPr>
        <p:spPr>
          <a:xfrm>
            <a:off x="4343400" y="1828800"/>
            <a:ext cx="3401568" cy="2331720"/>
          </a:xfrm>
          <a:prstGeom prst="roundRect">
            <a:avLst>
              <a:gd name="adj" fmla="val 8000"/>
            </a:avLst>
          </a:prstGeom>
          <a:solidFill>
            <a:srgbClr val="FB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1828800"/>
            <a:ext cx="91440" cy="233172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53712" y="1993392"/>
            <a:ext cx="3017520" cy="393192"/>
          </a:xfrm>
          <a:prstGeom prst="rect">
            <a:avLst/>
          </a:prstGeom>
          <a:noFill/>
        </p:spPr>
        <p:txBody>
          <a:bodyPr wrap="square" lIns="36576" tIns="36576" rIns="36576" bIns="36576" anchor="t">
            <a:spAutoFit/>
          </a:bodyPr>
          <a:lstStyle/>
          <a:p>
            <a:pPr algn="l">
              <a:spcAft>
                <a:spcPts val="0"/>
              </a:spcAft>
            </a:pPr>
            <a:r>
              <a:rPr sz="1900" b="1" i="0">
                <a:solidFill>
                  <a:srgbClr val="E97132"/>
                </a:solidFill>
                <a:latin typeface="Arial"/>
              </a:rPr>
              <a:t>A connected design</a:t>
            </a:r>
          </a:p>
        </p:txBody>
      </p:sp>
      <p:sp>
        <p:nvSpPr>
          <p:cNvPr id="12" name="TextBox 11"/>
          <p:cNvSpPr txBox="1"/>
          <p:nvPr/>
        </p:nvSpPr>
        <p:spPr>
          <a:xfrm>
            <a:off x="4553712" y="2468880"/>
            <a:ext cx="3017520" cy="1581912"/>
          </a:xfrm>
          <a:prstGeom prst="rect">
            <a:avLst/>
          </a:prstGeom>
          <a:noFill/>
        </p:spPr>
        <p:txBody>
          <a:bodyPr wrap="square" lIns="36576" tIns="36576" rIns="36576" bIns="36576" anchor="t">
            <a:spAutoFit/>
          </a:bodyPr>
          <a:lstStyle/>
          <a:p>
            <a:pPr algn="l">
              <a:spcAft>
                <a:spcPts val="0"/>
              </a:spcAft>
            </a:pPr>
            <a:r>
              <a:rPr sz="1600" b="0" i="0">
                <a:solidFill>
                  <a:srgbClr val="1F2937"/>
                </a:solidFill>
                <a:latin typeface="Arial"/>
              </a:rPr>
              <a:t>A use-case diagram, an ERD and functional requirements that describe the same solution.</a:t>
            </a:r>
          </a:p>
        </p:txBody>
      </p:sp>
      <p:sp>
        <p:nvSpPr>
          <p:cNvPr id="13" name="Rounded Rectangle 12"/>
          <p:cNvSpPr/>
          <p:nvPr/>
        </p:nvSpPr>
        <p:spPr>
          <a:xfrm>
            <a:off x="7927848" y="1828800"/>
            <a:ext cx="3401568" cy="2331720"/>
          </a:xfrm>
          <a:prstGeom prst="roundRect">
            <a:avLst>
              <a:gd name="adj" fmla="val 8000"/>
            </a:avLst>
          </a:prstGeom>
          <a:solidFill>
            <a:srgbClr val="EE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927848" y="1828800"/>
            <a:ext cx="91440" cy="233172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38160" y="1993392"/>
            <a:ext cx="3017520" cy="393192"/>
          </a:xfrm>
          <a:prstGeom prst="rect">
            <a:avLst/>
          </a:prstGeom>
          <a:noFill/>
        </p:spPr>
        <p:txBody>
          <a:bodyPr wrap="square" lIns="36576" tIns="36576" rIns="36576" bIns="36576" anchor="t">
            <a:spAutoFit/>
          </a:bodyPr>
          <a:lstStyle/>
          <a:p>
            <a:pPr algn="l">
              <a:spcAft>
                <a:spcPts val="0"/>
              </a:spcAft>
            </a:pPr>
            <a:r>
              <a:rPr sz="1900" b="1" i="0">
                <a:solidFill>
                  <a:srgbClr val="196B24"/>
                </a:solidFill>
                <a:latin typeface="Arial"/>
              </a:rPr>
              <a:t>Two individual files</a:t>
            </a:r>
          </a:p>
        </p:txBody>
      </p:sp>
      <p:sp>
        <p:nvSpPr>
          <p:cNvPr id="16" name="TextBox 15"/>
          <p:cNvSpPr txBox="1"/>
          <p:nvPr/>
        </p:nvSpPr>
        <p:spPr>
          <a:xfrm>
            <a:off x="8138160" y="2468880"/>
            <a:ext cx="3017520" cy="1058751"/>
          </a:xfrm>
          <a:prstGeom prst="rect">
            <a:avLst/>
          </a:prstGeom>
          <a:noFill/>
        </p:spPr>
        <p:txBody>
          <a:bodyPr wrap="square" lIns="36576" tIns="36576" rIns="36576" bIns="36576" anchor="t">
            <a:spAutoFit/>
          </a:bodyPr>
          <a:lstStyle/>
          <a:p>
            <a:pPr algn="l">
              <a:spcAft>
                <a:spcPts val="0"/>
              </a:spcAft>
            </a:pPr>
            <a:r>
              <a:rPr sz="1600" b="0" i="0" dirty="0">
                <a:solidFill>
                  <a:srgbClr val="1F2937"/>
                </a:solidFill>
                <a:latin typeface="Arial"/>
              </a:rPr>
              <a:t>Your </a:t>
            </a:r>
            <a:r>
              <a:rPr sz="1600" b="1" i="0" dirty="0">
                <a:solidFill>
                  <a:srgbClr val="1F2937"/>
                </a:solidFill>
                <a:latin typeface="Arial"/>
              </a:rPr>
              <a:t>worksheet</a:t>
            </a:r>
            <a:r>
              <a:rPr sz="1600" b="0" i="0" dirty="0">
                <a:solidFill>
                  <a:srgbClr val="1F2937"/>
                </a:solidFill>
                <a:latin typeface="Arial"/>
              </a:rPr>
              <a:t> and your </a:t>
            </a:r>
            <a:r>
              <a:rPr lang="en-US" sz="1600" b="1" i="0" dirty="0">
                <a:solidFill>
                  <a:srgbClr val="1F2937"/>
                </a:solidFill>
                <a:latin typeface="Arial"/>
              </a:rPr>
              <a:t>draft </a:t>
            </a:r>
            <a:r>
              <a:rPr sz="1600" b="1" i="0" dirty="0">
                <a:solidFill>
                  <a:srgbClr val="1F2937"/>
                </a:solidFill>
                <a:latin typeface="Arial"/>
              </a:rPr>
              <a:t>copy of the project report</a:t>
            </a:r>
            <a:r>
              <a:rPr sz="1600" b="0" i="0" dirty="0">
                <a:solidFill>
                  <a:srgbClr val="1F2937"/>
                </a:solidFill>
                <a:latin typeface="Arial"/>
              </a:rPr>
              <a:t>, ready to upload to </a:t>
            </a:r>
            <a:r>
              <a:rPr sz="1600" b="1" i="0" dirty="0">
                <a:solidFill>
                  <a:srgbClr val="1F2937"/>
                </a:solidFill>
                <a:latin typeface="Arial"/>
              </a:rPr>
              <a:t>POLITEMALL</a:t>
            </a:r>
            <a:r>
              <a:rPr sz="1600" b="0" i="0" dirty="0">
                <a:solidFill>
                  <a:srgbClr val="1F2937"/>
                </a:solidFill>
                <a:latin typeface="Arial"/>
              </a:rPr>
              <a:t>.</a:t>
            </a:r>
          </a:p>
        </p:txBody>
      </p:sp>
      <p:sp>
        <p:nvSpPr>
          <p:cNvPr id="17" name="Rounded Rectangle 16"/>
          <p:cNvSpPr/>
          <p:nvPr/>
        </p:nvSpPr>
        <p:spPr>
          <a:xfrm>
            <a:off x="758952" y="4590288"/>
            <a:ext cx="10671048" cy="713232"/>
          </a:xfrm>
          <a:prstGeom prst="roundRect">
            <a:avLst>
              <a:gd name="adj" fmla="val 8000"/>
            </a:avLst>
          </a:prstGeom>
          <a:solidFill>
            <a:srgbClr val="FB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41832" y="4654296"/>
            <a:ext cx="10287000" cy="585216"/>
          </a:xfrm>
          <a:prstGeom prst="rect">
            <a:avLst/>
          </a:prstGeom>
          <a:noFill/>
        </p:spPr>
        <p:txBody>
          <a:bodyPr wrap="square" lIns="18288" tIns="18288" rIns="18288" bIns="18288" anchor="ctr">
            <a:spAutoFit/>
          </a:bodyPr>
          <a:lstStyle/>
          <a:p>
            <a:pPr algn="l">
              <a:spcAft>
                <a:spcPts val="0"/>
              </a:spcAft>
            </a:pPr>
            <a:r>
              <a:rPr sz="1500" b="1" i="0" dirty="0">
                <a:solidFill>
                  <a:srgbClr val="E97132"/>
                </a:solidFill>
                <a:latin typeface="Arial"/>
              </a:rPr>
              <a:t>Complete the research, design and writing yourself; submit your own deliverables.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3000" b="1" dirty="0">
                <a:solidFill>
                  <a:srgbClr val="0E2841"/>
                </a:solidFill>
                <a:latin typeface="Arial Black"/>
              </a:rPr>
              <a:t>Read the Assignment document</a:t>
            </a:r>
            <a:endParaRPr sz="3000" b="1" dirty="0">
              <a:solidFill>
                <a:srgbClr val="0E2841"/>
              </a:solidFill>
              <a:latin typeface="Arial Black"/>
            </a:endParaRPr>
          </a:p>
        </p:txBody>
      </p:sp>
      <p:sp>
        <p:nvSpPr>
          <p:cNvPr id="4" name="Rectangle 3"/>
          <p:cNvSpPr/>
          <p:nvPr/>
        </p:nvSpPr>
        <p:spPr>
          <a:xfrm>
            <a:off x="731520" y="1453896"/>
            <a:ext cx="749808"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58952" y="2011680"/>
            <a:ext cx="2487168" cy="225856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58952" y="2011680"/>
            <a:ext cx="91440" cy="2258568"/>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9264" y="2176272"/>
            <a:ext cx="2103120" cy="393192"/>
          </a:xfrm>
          <a:prstGeom prst="rect">
            <a:avLst/>
          </a:prstGeom>
          <a:noFill/>
        </p:spPr>
        <p:txBody>
          <a:bodyPr wrap="square" lIns="36576" tIns="36576" rIns="36576" bIns="36576" anchor="t">
            <a:spAutoFit/>
          </a:bodyPr>
          <a:lstStyle/>
          <a:p>
            <a:pPr algn="l">
              <a:spcAft>
                <a:spcPts val="0"/>
              </a:spcAft>
            </a:pPr>
            <a:r>
              <a:rPr sz="1600" b="1" i="0">
                <a:solidFill>
                  <a:srgbClr val="156082"/>
                </a:solidFill>
                <a:latin typeface="Arial"/>
              </a:rPr>
              <a:t>Read the FA PDF</a:t>
            </a:r>
          </a:p>
        </p:txBody>
      </p:sp>
      <p:sp>
        <p:nvSpPr>
          <p:cNvPr id="8" name="TextBox 7"/>
          <p:cNvSpPr txBox="1"/>
          <p:nvPr/>
        </p:nvSpPr>
        <p:spPr>
          <a:xfrm>
            <a:off x="969264" y="2651760"/>
            <a:ext cx="2103120" cy="1508760"/>
          </a:xfrm>
          <a:prstGeom prst="rect">
            <a:avLst/>
          </a:prstGeom>
          <a:noFill/>
        </p:spPr>
        <p:txBody>
          <a:bodyPr wrap="square" lIns="36576" tIns="36576" rIns="36576" bIns="36576" anchor="t">
            <a:spAutoFit/>
          </a:bodyPr>
          <a:lstStyle/>
          <a:p>
            <a:pPr algn="l">
              <a:spcAft>
                <a:spcPts val="0"/>
              </a:spcAft>
            </a:pPr>
            <a:r>
              <a:rPr sz="1400" b="0" i="0">
                <a:solidFill>
                  <a:srgbClr val="1F2937"/>
                </a:solidFill>
                <a:latin typeface="Arial"/>
              </a:rPr>
              <a:t>Confirm the full project requirements and Milestone 1 scope.</a:t>
            </a:r>
          </a:p>
        </p:txBody>
      </p:sp>
      <p:sp>
        <p:nvSpPr>
          <p:cNvPr id="9" name="Rounded Rectangle 8"/>
          <p:cNvSpPr/>
          <p:nvPr/>
        </p:nvSpPr>
        <p:spPr>
          <a:xfrm>
            <a:off x="941832" y="1673352"/>
            <a:ext cx="393192" cy="310896"/>
          </a:xfrm>
          <a:prstGeom prst="roundRect">
            <a:avLst>
              <a:gd name="adj" fmla="val 8000"/>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8408" y="1682496"/>
            <a:ext cx="320040" cy="274320"/>
          </a:xfrm>
          <a:prstGeom prst="rect">
            <a:avLst/>
          </a:prstGeom>
          <a:noFill/>
        </p:spPr>
        <p:txBody>
          <a:bodyPr wrap="square" lIns="9144" tIns="9144" rIns="9144" bIns="9144" anchor="ctr">
            <a:spAutoFit/>
          </a:bodyPr>
          <a:lstStyle/>
          <a:p>
            <a:pPr algn="ctr">
              <a:spcAft>
                <a:spcPts val="0"/>
              </a:spcAft>
            </a:pPr>
            <a:r>
              <a:rPr sz="1200" b="1" i="0">
                <a:solidFill>
                  <a:srgbClr val="FFFFFF"/>
                </a:solidFill>
                <a:latin typeface="Arial"/>
              </a:rPr>
              <a:t>1</a:t>
            </a:r>
          </a:p>
        </p:txBody>
      </p:sp>
      <p:sp>
        <p:nvSpPr>
          <p:cNvPr id="11" name="Rounded Rectangle 10"/>
          <p:cNvSpPr/>
          <p:nvPr/>
        </p:nvSpPr>
        <p:spPr>
          <a:xfrm>
            <a:off x="3493008" y="2011680"/>
            <a:ext cx="2487168" cy="225856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3493008" y="2011680"/>
            <a:ext cx="91440" cy="225856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3703320" y="2176272"/>
            <a:ext cx="2103120" cy="393192"/>
          </a:xfrm>
          <a:prstGeom prst="rect">
            <a:avLst/>
          </a:prstGeom>
          <a:noFill/>
        </p:spPr>
        <p:txBody>
          <a:bodyPr wrap="square" lIns="36576" tIns="36576" rIns="36576" bIns="36576" anchor="t">
            <a:spAutoFit/>
          </a:bodyPr>
          <a:lstStyle/>
          <a:p>
            <a:pPr algn="l">
              <a:spcAft>
                <a:spcPts val="0"/>
              </a:spcAft>
            </a:pPr>
            <a:r>
              <a:rPr sz="1600" b="1" i="0">
                <a:solidFill>
                  <a:srgbClr val="E97132"/>
                </a:solidFill>
                <a:latin typeface="Arial"/>
              </a:rPr>
              <a:t>Open the worksheet</a:t>
            </a:r>
          </a:p>
        </p:txBody>
      </p:sp>
      <p:sp>
        <p:nvSpPr>
          <p:cNvPr id="14" name="TextBox 13"/>
          <p:cNvSpPr txBox="1"/>
          <p:nvPr/>
        </p:nvSpPr>
        <p:spPr>
          <a:xfrm>
            <a:off x="3703320" y="2651760"/>
            <a:ext cx="2103120" cy="1508760"/>
          </a:xfrm>
          <a:prstGeom prst="rect">
            <a:avLst/>
          </a:prstGeom>
          <a:noFill/>
        </p:spPr>
        <p:txBody>
          <a:bodyPr wrap="square" lIns="36576" tIns="36576" rIns="36576" bIns="36576" anchor="t">
            <a:spAutoFit/>
          </a:bodyPr>
          <a:lstStyle/>
          <a:p>
            <a:pPr algn="l">
              <a:spcAft>
                <a:spcPts val="0"/>
              </a:spcAft>
            </a:pPr>
            <a:r>
              <a:rPr sz="1400" b="0" i="0">
                <a:solidFill>
                  <a:srgbClr val="1F2937"/>
                </a:solidFill>
                <a:latin typeface="Arial"/>
              </a:rPr>
              <a:t>Use Sections A-D to organise your own work.</a:t>
            </a:r>
          </a:p>
        </p:txBody>
      </p:sp>
      <p:sp>
        <p:nvSpPr>
          <p:cNvPr id="15" name="Rounded Rectangle 14"/>
          <p:cNvSpPr/>
          <p:nvPr/>
        </p:nvSpPr>
        <p:spPr>
          <a:xfrm>
            <a:off x="3675887" y="1673352"/>
            <a:ext cx="393192" cy="310896"/>
          </a:xfrm>
          <a:prstGeom prst="roundRect">
            <a:avLst>
              <a:gd name="adj" fmla="val 8000"/>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712463" y="1682496"/>
            <a:ext cx="320040" cy="274320"/>
          </a:xfrm>
          <a:prstGeom prst="rect">
            <a:avLst/>
          </a:prstGeom>
          <a:noFill/>
        </p:spPr>
        <p:txBody>
          <a:bodyPr wrap="square" lIns="9144" tIns="9144" rIns="9144" bIns="9144" anchor="ctr">
            <a:spAutoFit/>
          </a:bodyPr>
          <a:lstStyle/>
          <a:p>
            <a:pPr algn="ctr">
              <a:spcAft>
                <a:spcPts val="0"/>
              </a:spcAft>
            </a:pPr>
            <a:r>
              <a:rPr sz="1200" b="1" i="0">
                <a:solidFill>
                  <a:srgbClr val="FFFFFF"/>
                </a:solidFill>
                <a:latin typeface="Arial"/>
              </a:rPr>
              <a:t>2</a:t>
            </a:r>
          </a:p>
        </p:txBody>
      </p:sp>
      <p:sp>
        <p:nvSpPr>
          <p:cNvPr id="17" name="Rounded Rectangle 16"/>
          <p:cNvSpPr/>
          <p:nvPr/>
        </p:nvSpPr>
        <p:spPr>
          <a:xfrm>
            <a:off x="6227064" y="2011680"/>
            <a:ext cx="2487168" cy="225856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227064" y="2011680"/>
            <a:ext cx="91440" cy="2258568"/>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437376" y="2176272"/>
            <a:ext cx="2103120" cy="393192"/>
          </a:xfrm>
          <a:prstGeom prst="rect">
            <a:avLst/>
          </a:prstGeom>
          <a:noFill/>
        </p:spPr>
        <p:txBody>
          <a:bodyPr wrap="square" lIns="36576" tIns="36576" rIns="36576" bIns="36576" anchor="t">
            <a:spAutoFit/>
          </a:bodyPr>
          <a:lstStyle/>
          <a:p>
            <a:pPr algn="l">
              <a:spcAft>
                <a:spcPts val="0"/>
              </a:spcAft>
            </a:pPr>
            <a:r>
              <a:rPr sz="1600" b="1" i="0">
                <a:solidFill>
                  <a:srgbClr val="0F9ED5"/>
                </a:solidFill>
                <a:latin typeface="Arial"/>
              </a:rPr>
              <a:t>Save your own files</a:t>
            </a:r>
          </a:p>
        </p:txBody>
      </p:sp>
      <p:sp>
        <p:nvSpPr>
          <p:cNvPr id="20" name="TextBox 19"/>
          <p:cNvSpPr txBox="1"/>
          <p:nvPr/>
        </p:nvSpPr>
        <p:spPr>
          <a:xfrm>
            <a:off x="6437376" y="2651760"/>
            <a:ext cx="2103120" cy="1508760"/>
          </a:xfrm>
          <a:prstGeom prst="rect">
            <a:avLst/>
          </a:prstGeom>
          <a:noFill/>
        </p:spPr>
        <p:txBody>
          <a:bodyPr wrap="square" lIns="36576" tIns="36576" rIns="36576" bIns="36576" anchor="t">
            <a:spAutoFit/>
          </a:bodyPr>
          <a:lstStyle/>
          <a:p>
            <a:pPr algn="l">
              <a:spcAft>
                <a:spcPts val="0"/>
              </a:spcAft>
            </a:pPr>
            <a:r>
              <a:rPr sz="1400" b="0" i="0">
                <a:solidFill>
                  <a:srgbClr val="1F2937"/>
                </a:solidFill>
                <a:latin typeface="Arial"/>
              </a:rPr>
              <a:t>Save your own working files; use Track Changes to manage revisions.</a:t>
            </a:r>
          </a:p>
        </p:txBody>
      </p:sp>
      <p:sp>
        <p:nvSpPr>
          <p:cNvPr id="21" name="Rounded Rectangle 20"/>
          <p:cNvSpPr/>
          <p:nvPr/>
        </p:nvSpPr>
        <p:spPr>
          <a:xfrm>
            <a:off x="6409944" y="1673352"/>
            <a:ext cx="393192" cy="310896"/>
          </a:xfrm>
          <a:prstGeom prst="roundRect">
            <a:avLst>
              <a:gd name="adj" fmla="val 8000"/>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446520" y="1682496"/>
            <a:ext cx="320040" cy="274320"/>
          </a:xfrm>
          <a:prstGeom prst="rect">
            <a:avLst/>
          </a:prstGeom>
          <a:noFill/>
        </p:spPr>
        <p:txBody>
          <a:bodyPr wrap="square" lIns="9144" tIns="9144" rIns="9144" bIns="9144" anchor="ctr">
            <a:spAutoFit/>
          </a:bodyPr>
          <a:lstStyle/>
          <a:p>
            <a:pPr algn="ctr">
              <a:spcAft>
                <a:spcPts val="0"/>
              </a:spcAft>
            </a:pPr>
            <a:r>
              <a:rPr sz="1200" b="1" i="0">
                <a:solidFill>
                  <a:srgbClr val="FFFFFF"/>
                </a:solidFill>
                <a:latin typeface="Arial"/>
              </a:rPr>
              <a:t>3</a:t>
            </a:r>
          </a:p>
        </p:txBody>
      </p:sp>
      <p:sp>
        <p:nvSpPr>
          <p:cNvPr id="23" name="Rounded Rectangle 22"/>
          <p:cNvSpPr/>
          <p:nvPr/>
        </p:nvSpPr>
        <p:spPr>
          <a:xfrm>
            <a:off x="8961120" y="2011680"/>
            <a:ext cx="2487168" cy="2258568"/>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8961120" y="2011680"/>
            <a:ext cx="91440" cy="2258568"/>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9171432" y="2176272"/>
            <a:ext cx="2103120" cy="393192"/>
          </a:xfrm>
          <a:prstGeom prst="rect">
            <a:avLst/>
          </a:prstGeom>
          <a:noFill/>
        </p:spPr>
        <p:txBody>
          <a:bodyPr wrap="square" lIns="36576" tIns="36576" rIns="36576" bIns="36576" anchor="t">
            <a:spAutoFit/>
          </a:bodyPr>
          <a:lstStyle/>
          <a:p>
            <a:pPr algn="l">
              <a:spcAft>
                <a:spcPts val="0"/>
              </a:spcAft>
            </a:pPr>
            <a:r>
              <a:rPr sz="1600" b="1" i="0">
                <a:solidFill>
                  <a:srgbClr val="196B24"/>
                </a:solidFill>
                <a:latin typeface="Arial"/>
              </a:rPr>
              <a:t>Keep evidence</a:t>
            </a:r>
          </a:p>
        </p:txBody>
      </p:sp>
      <p:sp>
        <p:nvSpPr>
          <p:cNvPr id="26" name="TextBox 25"/>
          <p:cNvSpPr txBox="1"/>
          <p:nvPr/>
        </p:nvSpPr>
        <p:spPr>
          <a:xfrm>
            <a:off x="9171432" y="2651760"/>
            <a:ext cx="2103120" cy="1508760"/>
          </a:xfrm>
          <a:prstGeom prst="rect">
            <a:avLst/>
          </a:prstGeom>
          <a:noFill/>
        </p:spPr>
        <p:txBody>
          <a:bodyPr wrap="square" lIns="36576" tIns="36576" rIns="36576" bIns="36576" anchor="t">
            <a:spAutoFit/>
          </a:bodyPr>
          <a:lstStyle/>
          <a:p>
            <a:pPr algn="l">
              <a:spcAft>
                <a:spcPts val="0"/>
              </a:spcAft>
            </a:pPr>
            <a:r>
              <a:rPr sz="1400" b="0" i="0">
                <a:solidFill>
                  <a:srgbClr val="1F2937"/>
                </a:solidFill>
                <a:latin typeface="Arial"/>
              </a:rPr>
              <a:t>Record research sources as you go; verify claims before adding them.</a:t>
            </a:r>
          </a:p>
        </p:txBody>
      </p:sp>
      <p:sp>
        <p:nvSpPr>
          <p:cNvPr id="27" name="Rounded Rectangle 26"/>
          <p:cNvSpPr/>
          <p:nvPr/>
        </p:nvSpPr>
        <p:spPr>
          <a:xfrm>
            <a:off x="9144000" y="1673352"/>
            <a:ext cx="393192" cy="310896"/>
          </a:xfrm>
          <a:prstGeom prst="roundRect">
            <a:avLst>
              <a:gd name="adj" fmla="val 8000"/>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180576" y="1682496"/>
            <a:ext cx="320040" cy="274320"/>
          </a:xfrm>
          <a:prstGeom prst="rect">
            <a:avLst/>
          </a:prstGeom>
          <a:noFill/>
        </p:spPr>
        <p:txBody>
          <a:bodyPr wrap="square" lIns="9144" tIns="9144" rIns="9144" bIns="9144" anchor="ctr">
            <a:spAutoFit/>
          </a:bodyPr>
          <a:lstStyle/>
          <a:p>
            <a:pPr algn="ctr">
              <a:spcAft>
                <a:spcPts val="0"/>
              </a:spcAft>
            </a:pPr>
            <a:r>
              <a:rPr sz="1200" b="1" i="0">
                <a:solidFill>
                  <a:srgbClr val="FFFFFF"/>
                </a:solidFill>
                <a:latin typeface="Arial"/>
              </a:rPr>
              <a:t>4</a:t>
            </a:r>
          </a:p>
        </p:txBody>
      </p:sp>
      <p:sp>
        <p:nvSpPr>
          <p:cNvPr id="29" name="Rounded Rectangle 28"/>
          <p:cNvSpPr/>
          <p:nvPr/>
        </p:nvSpPr>
        <p:spPr>
          <a:xfrm>
            <a:off x="758952" y="4690872"/>
            <a:ext cx="10671048" cy="640080"/>
          </a:xfrm>
          <a:prstGeom prst="roundRect">
            <a:avLst>
              <a:gd name="adj" fmla="val 8000"/>
            </a:avLst>
          </a:prstGeom>
          <a:solidFill>
            <a:srgbClr val="EA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41832" y="4877028"/>
            <a:ext cx="10287000" cy="267766"/>
          </a:xfrm>
          <a:prstGeom prst="rect">
            <a:avLst/>
          </a:prstGeom>
          <a:noFill/>
        </p:spPr>
        <p:txBody>
          <a:bodyPr wrap="square" lIns="18288" tIns="18288" rIns="18288" bIns="18288" anchor="ctr">
            <a:spAutoFit/>
          </a:bodyPr>
          <a:lstStyle/>
          <a:p>
            <a:pPr algn="l">
              <a:spcAft>
                <a:spcPts val="0"/>
              </a:spcAft>
            </a:pPr>
            <a:r>
              <a:rPr lang="en-SG" sz="1500" b="1" i="0" dirty="0">
                <a:solidFill>
                  <a:srgbClr val="156082"/>
                </a:solidFill>
                <a:highlight>
                  <a:srgbClr val="FFFF00"/>
                </a:highlight>
                <a:latin typeface="Arial"/>
              </a:rPr>
              <a:t>C372 FA Graded Assignment.pdf </a:t>
            </a:r>
            <a:r>
              <a:rPr sz="1500" b="1" i="0" dirty="0">
                <a:solidFill>
                  <a:srgbClr val="156082"/>
                </a:solidFill>
                <a:highlight>
                  <a:srgbClr val="FFFF00"/>
                </a:highlight>
                <a:latin typeface="Arial"/>
              </a:rPr>
              <a:t>is the authority for requirements. This deck is a guide, not a replacement.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3000" b="1">
                <a:solidFill>
                  <a:srgbClr val="0E2841"/>
                </a:solidFill>
                <a:latin typeface="Arial Black"/>
              </a:rPr>
              <a:t>A  |  Product/service analysis: find the gap</a:t>
            </a:r>
          </a:p>
        </p:txBody>
      </p:sp>
      <p:sp>
        <p:nvSpPr>
          <p:cNvPr id="4" name="Rectangle 3"/>
          <p:cNvSpPr/>
          <p:nvPr/>
        </p:nvSpPr>
        <p:spPr>
          <a:xfrm>
            <a:off x="731520" y="1453896"/>
            <a:ext cx="749808"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58952" y="1847088"/>
            <a:ext cx="3401568" cy="2468880"/>
          </a:xfrm>
          <a:prstGeom prst="roundRect">
            <a:avLst>
              <a:gd name="adj" fmla="val 8000"/>
            </a:avLst>
          </a:prstGeom>
          <a:solidFill>
            <a:srgbClr val="EA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58952" y="1847088"/>
            <a:ext cx="91440" cy="246888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9264" y="2011680"/>
            <a:ext cx="3017520" cy="393192"/>
          </a:xfrm>
          <a:prstGeom prst="rect">
            <a:avLst/>
          </a:prstGeom>
          <a:noFill/>
        </p:spPr>
        <p:txBody>
          <a:bodyPr wrap="square" lIns="36576" tIns="36576" rIns="36576" bIns="36576" anchor="t">
            <a:spAutoFit/>
          </a:bodyPr>
          <a:lstStyle/>
          <a:p>
            <a:pPr algn="l">
              <a:spcAft>
                <a:spcPts val="0"/>
              </a:spcAft>
            </a:pPr>
            <a:r>
              <a:rPr sz="1800" b="1" i="0">
                <a:solidFill>
                  <a:srgbClr val="156082"/>
                </a:solidFill>
                <a:latin typeface="Arial"/>
              </a:rPr>
              <a:t>Describe the friction</a:t>
            </a:r>
          </a:p>
        </p:txBody>
      </p:sp>
      <p:sp>
        <p:nvSpPr>
          <p:cNvPr id="8" name="TextBox 7"/>
          <p:cNvSpPr txBox="1"/>
          <p:nvPr/>
        </p:nvSpPr>
        <p:spPr>
          <a:xfrm>
            <a:off x="969264" y="2487168"/>
            <a:ext cx="3017520" cy="1719072"/>
          </a:xfrm>
          <a:prstGeom prst="rect">
            <a:avLst/>
          </a:prstGeom>
          <a:noFill/>
        </p:spPr>
        <p:txBody>
          <a:bodyPr wrap="square" lIns="36576" tIns="36576" rIns="36576" bIns="36576" anchor="t">
            <a:spAutoFit/>
          </a:bodyPr>
          <a:lstStyle/>
          <a:p>
            <a:pPr algn="l">
              <a:spcAft>
                <a:spcPts val="0"/>
              </a:spcAft>
            </a:pPr>
            <a:r>
              <a:rPr sz="1500" b="0" i="0">
                <a:solidFill>
                  <a:srgbClr val="1F2937"/>
                </a:solidFill>
                <a:latin typeface="Arial"/>
              </a:rPr>
              <a:t>What need is unmet in e-commerce or payments? What is hard, slow, costly or unavailable today?</a:t>
            </a:r>
          </a:p>
        </p:txBody>
      </p:sp>
      <p:sp>
        <p:nvSpPr>
          <p:cNvPr id="9" name="Rounded Rectangle 8"/>
          <p:cNvSpPr/>
          <p:nvPr/>
        </p:nvSpPr>
        <p:spPr>
          <a:xfrm>
            <a:off x="4343400" y="1847088"/>
            <a:ext cx="3401568" cy="2468880"/>
          </a:xfrm>
          <a:prstGeom prst="roundRect">
            <a:avLst>
              <a:gd name="adj" fmla="val 8000"/>
            </a:avLst>
          </a:prstGeom>
          <a:solidFill>
            <a:srgbClr val="FB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1847088"/>
            <a:ext cx="91440" cy="246888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53712" y="2011680"/>
            <a:ext cx="3017520" cy="393192"/>
          </a:xfrm>
          <a:prstGeom prst="rect">
            <a:avLst/>
          </a:prstGeom>
          <a:noFill/>
        </p:spPr>
        <p:txBody>
          <a:bodyPr wrap="square" lIns="36576" tIns="36576" rIns="36576" bIns="36576" anchor="t">
            <a:spAutoFit/>
          </a:bodyPr>
          <a:lstStyle/>
          <a:p>
            <a:pPr algn="l">
              <a:spcAft>
                <a:spcPts val="0"/>
              </a:spcAft>
            </a:pPr>
            <a:r>
              <a:rPr sz="1800" b="1" i="0">
                <a:solidFill>
                  <a:srgbClr val="E97132"/>
                </a:solidFill>
                <a:latin typeface="Arial"/>
              </a:rPr>
              <a:t>Look for evidence</a:t>
            </a:r>
          </a:p>
        </p:txBody>
      </p:sp>
      <p:sp>
        <p:nvSpPr>
          <p:cNvPr id="12" name="TextBox 11"/>
          <p:cNvSpPr txBox="1"/>
          <p:nvPr/>
        </p:nvSpPr>
        <p:spPr>
          <a:xfrm>
            <a:off x="4553712" y="2487168"/>
            <a:ext cx="3017520" cy="1719072"/>
          </a:xfrm>
          <a:prstGeom prst="rect">
            <a:avLst/>
          </a:prstGeom>
          <a:noFill/>
        </p:spPr>
        <p:txBody>
          <a:bodyPr wrap="square" lIns="36576" tIns="36576" rIns="36576" bIns="36576" anchor="t">
            <a:spAutoFit/>
          </a:bodyPr>
          <a:lstStyle/>
          <a:p>
            <a:pPr algn="l">
              <a:spcAft>
                <a:spcPts val="0"/>
              </a:spcAft>
            </a:pPr>
            <a:r>
              <a:rPr sz="1500" b="0" i="0">
                <a:solidFill>
                  <a:srgbClr val="1F2937"/>
                </a:solidFill>
                <a:latin typeface="Arial"/>
              </a:rPr>
              <a:t>Check current alternatives, user feedback and credible market sources. Note what each source actually supports.</a:t>
            </a:r>
          </a:p>
        </p:txBody>
      </p:sp>
      <p:sp>
        <p:nvSpPr>
          <p:cNvPr id="13" name="Rounded Rectangle 12"/>
          <p:cNvSpPr/>
          <p:nvPr/>
        </p:nvSpPr>
        <p:spPr>
          <a:xfrm>
            <a:off x="7927848" y="1847088"/>
            <a:ext cx="3401568" cy="2468880"/>
          </a:xfrm>
          <a:prstGeom prst="roundRect">
            <a:avLst>
              <a:gd name="adj" fmla="val 8000"/>
            </a:avLst>
          </a:prstGeom>
          <a:solidFill>
            <a:srgbClr val="EE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927848" y="1847088"/>
            <a:ext cx="91440" cy="246888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38160" y="2011680"/>
            <a:ext cx="3017520" cy="393192"/>
          </a:xfrm>
          <a:prstGeom prst="rect">
            <a:avLst/>
          </a:prstGeom>
          <a:noFill/>
        </p:spPr>
        <p:txBody>
          <a:bodyPr wrap="square" lIns="36576" tIns="36576" rIns="36576" bIns="36576" anchor="t">
            <a:spAutoFit/>
          </a:bodyPr>
          <a:lstStyle/>
          <a:p>
            <a:pPr algn="l">
              <a:spcAft>
                <a:spcPts val="0"/>
              </a:spcAft>
            </a:pPr>
            <a:r>
              <a:rPr sz="1800" b="1" i="0">
                <a:solidFill>
                  <a:srgbClr val="196B24"/>
                </a:solidFill>
                <a:latin typeface="Arial"/>
              </a:rPr>
              <a:t>Name the audience</a:t>
            </a:r>
          </a:p>
        </p:txBody>
      </p:sp>
      <p:sp>
        <p:nvSpPr>
          <p:cNvPr id="16" name="TextBox 15"/>
          <p:cNvSpPr txBox="1"/>
          <p:nvPr/>
        </p:nvSpPr>
        <p:spPr>
          <a:xfrm>
            <a:off x="8138160" y="2487168"/>
            <a:ext cx="3017520" cy="1719072"/>
          </a:xfrm>
          <a:prstGeom prst="rect">
            <a:avLst/>
          </a:prstGeom>
          <a:noFill/>
        </p:spPr>
        <p:txBody>
          <a:bodyPr wrap="square" lIns="36576" tIns="36576" rIns="36576" bIns="36576" anchor="t">
            <a:spAutoFit/>
          </a:bodyPr>
          <a:lstStyle/>
          <a:p>
            <a:pPr algn="l">
              <a:spcAft>
                <a:spcPts val="0"/>
              </a:spcAft>
            </a:pPr>
            <a:r>
              <a:rPr sz="1500" b="0" i="0">
                <a:solidFill>
                  <a:srgbClr val="1F2937"/>
                </a:solidFill>
                <a:latin typeface="Arial"/>
              </a:rPr>
              <a:t>Who experiences the problem? Be specific enough to explain the need and design a solution for it.</a:t>
            </a:r>
          </a:p>
        </p:txBody>
      </p:sp>
      <p:sp>
        <p:nvSpPr>
          <p:cNvPr id="17" name="TextBox 16"/>
          <p:cNvSpPr txBox="1"/>
          <p:nvPr/>
        </p:nvSpPr>
        <p:spPr>
          <a:xfrm>
            <a:off x="868680" y="4736592"/>
            <a:ext cx="10424160" cy="1120307"/>
          </a:xfrm>
          <a:prstGeom prst="rect">
            <a:avLst/>
          </a:prstGeom>
          <a:noFill/>
        </p:spPr>
        <p:txBody>
          <a:bodyPr wrap="square" lIns="36576" tIns="36576" rIns="36576" bIns="36576" anchor="t">
            <a:spAutoFit/>
          </a:bodyPr>
          <a:lstStyle/>
          <a:p>
            <a:pPr algn="l">
              <a:spcAft>
                <a:spcPts val="0"/>
              </a:spcAft>
            </a:pPr>
            <a:r>
              <a:rPr lang="en-US" sz="1700" b="1" i="0" dirty="0">
                <a:solidFill>
                  <a:srgbClr val="0E2841"/>
                </a:solidFill>
                <a:latin typeface="Arial"/>
              </a:rPr>
              <a:t>In </a:t>
            </a:r>
            <a:r>
              <a:rPr sz="1700" b="1" i="0" dirty="0">
                <a:solidFill>
                  <a:srgbClr val="0E2841"/>
                </a:solidFill>
                <a:latin typeface="Arial"/>
              </a:rPr>
              <a:t>Section A</a:t>
            </a:r>
            <a:r>
              <a:rPr lang="en-US" sz="1700" b="1" i="0" dirty="0">
                <a:solidFill>
                  <a:srgbClr val="0E2841"/>
                </a:solidFill>
                <a:latin typeface="Arial"/>
              </a:rPr>
              <a:t>, the questions guide you to think about</a:t>
            </a:r>
            <a:r>
              <a:rPr sz="1700" b="1" i="0" dirty="0">
                <a:solidFill>
                  <a:srgbClr val="0E2841"/>
                </a:solidFill>
                <a:latin typeface="Arial"/>
              </a:rPr>
              <a:t>: the market gap, the proposed product/service and the target audience. </a:t>
            </a:r>
            <a:endParaRPr lang="en-US" sz="1700" b="1" i="0" dirty="0">
              <a:solidFill>
                <a:srgbClr val="0E2841"/>
              </a:solidFill>
              <a:latin typeface="Arial"/>
            </a:endParaRPr>
          </a:p>
          <a:p>
            <a:pPr algn="l">
              <a:spcAft>
                <a:spcPts val="0"/>
              </a:spcAft>
            </a:pPr>
            <a:endParaRPr lang="en-SG" sz="1700" b="1" dirty="0">
              <a:solidFill>
                <a:srgbClr val="0E2841"/>
              </a:solidFill>
              <a:latin typeface="Arial"/>
            </a:endParaRPr>
          </a:p>
          <a:p>
            <a:pPr algn="l">
              <a:spcAft>
                <a:spcPts val="0"/>
              </a:spcAft>
            </a:pPr>
            <a:r>
              <a:rPr sz="1700" b="1" i="0" dirty="0">
                <a:solidFill>
                  <a:srgbClr val="0E2841"/>
                </a:solidFill>
                <a:latin typeface="Arial"/>
              </a:rPr>
              <a:t>Add source notes for research claims.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3000" b="1">
                <a:solidFill>
                  <a:srgbClr val="0E2841"/>
                </a:solidFill>
                <a:latin typeface="Arial Black"/>
              </a:rPr>
              <a:t>A  |  Turn the gap into a proposal</a:t>
            </a:r>
          </a:p>
        </p:txBody>
      </p:sp>
      <p:sp>
        <p:nvSpPr>
          <p:cNvPr id="4" name="Rectangle 3"/>
          <p:cNvSpPr/>
          <p:nvPr/>
        </p:nvSpPr>
        <p:spPr>
          <a:xfrm>
            <a:off x="731520" y="1453896"/>
            <a:ext cx="749808"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58952" y="1828800"/>
            <a:ext cx="6601968" cy="2075688"/>
          </a:xfrm>
          <a:prstGeom prst="roundRect">
            <a:avLst>
              <a:gd name="adj" fmla="val 8000"/>
            </a:avLst>
          </a:prstGeom>
          <a:solidFill>
            <a:srgbClr val="EA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60120" y="2487168"/>
            <a:ext cx="6126480" cy="1097280"/>
          </a:xfrm>
          <a:prstGeom prst="rect">
            <a:avLst/>
          </a:prstGeom>
          <a:noFill/>
        </p:spPr>
        <p:txBody>
          <a:bodyPr wrap="square" lIns="18288" tIns="18288" rIns="18288" bIns="18288" anchor="ctr">
            <a:spAutoFit/>
          </a:bodyPr>
          <a:lstStyle/>
          <a:p>
            <a:pPr algn="l">
              <a:spcAft>
                <a:spcPts val="0"/>
              </a:spcAft>
            </a:pPr>
            <a:r>
              <a:rPr sz="2200" b="1" i="0" dirty="0">
                <a:solidFill>
                  <a:srgbClr val="0E2841"/>
                </a:solidFill>
                <a:latin typeface="Arial"/>
              </a:rPr>
              <a:t>For [target audience], my [product/service] addresses [market gap] by [how it helps].</a:t>
            </a:r>
          </a:p>
        </p:txBody>
      </p:sp>
      <p:sp>
        <p:nvSpPr>
          <p:cNvPr id="9" name="Rounded Rectangle 8"/>
          <p:cNvSpPr/>
          <p:nvPr/>
        </p:nvSpPr>
        <p:spPr>
          <a:xfrm>
            <a:off x="7616952" y="1828800"/>
            <a:ext cx="3712463" cy="2075688"/>
          </a:xfrm>
          <a:prstGeom prst="roundRect">
            <a:avLst>
              <a:gd name="adj" fmla="val 8000"/>
            </a:avLst>
          </a:prstGeom>
          <a:solidFill>
            <a:srgbClr val="FB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616952" y="1828800"/>
            <a:ext cx="91440" cy="207568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827264" y="1993392"/>
            <a:ext cx="3328415" cy="393192"/>
          </a:xfrm>
          <a:prstGeom prst="rect">
            <a:avLst/>
          </a:prstGeom>
          <a:noFill/>
        </p:spPr>
        <p:txBody>
          <a:bodyPr wrap="square" lIns="36576" tIns="36576" rIns="36576" bIns="36576" anchor="t">
            <a:spAutoFit/>
          </a:bodyPr>
          <a:lstStyle/>
          <a:p>
            <a:pPr algn="l">
              <a:spcAft>
                <a:spcPts val="0"/>
              </a:spcAft>
            </a:pPr>
            <a:r>
              <a:rPr sz="1800" b="1" i="0">
                <a:solidFill>
                  <a:srgbClr val="E97132"/>
                </a:solidFill>
                <a:latin typeface="Arial"/>
              </a:rPr>
              <a:t>Quick quality check</a:t>
            </a:r>
          </a:p>
        </p:txBody>
      </p:sp>
      <p:sp>
        <p:nvSpPr>
          <p:cNvPr id="12" name="TextBox 11"/>
          <p:cNvSpPr txBox="1"/>
          <p:nvPr/>
        </p:nvSpPr>
        <p:spPr>
          <a:xfrm>
            <a:off x="7827264" y="2468880"/>
            <a:ext cx="3328415" cy="1325880"/>
          </a:xfrm>
          <a:prstGeom prst="rect">
            <a:avLst/>
          </a:prstGeom>
          <a:noFill/>
        </p:spPr>
        <p:txBody>
          <a:bodyPr wrap="square" lIns="36576" tIns="36576" rIns="36576" bIns="36576" anchor="t">
            <a:spAutoFit/>
          </a:bodyPr>
          <a:lstStyle/>
          <a:p>
            <a:pPr algn="l">
              <a:spcAft>
                <a:spcPts val="0"/>
              </a:spcAft>
            </a:pPr>
            <a:r>
              <a:rPr sz="1600" b="0" i="0">
                <a:solidFill>
                  <a:srgbClr val="1F2937"/>
                </a:solidFill>
                <a:latin typeface="Arial"/>
              </a:rPr>
              <a:t>Can a reader tell who it is for, what it does and why it is useful?</a:t>
            </a:r>
          </a:p>
        </p:txBody>
      </p:sp>
      <p:sp>
        <p:nvSpPr>
          <p:cNvPr id="13" name="Rounded Rectangle 12"/>
          <p:cNvSpPr/>
          <p:nvPr/>
        </p:nvSpPr>
        <p:spPr>
          <a:xfrm>
            <a:off x="758952" y="4270248"/>
            <a:ext cx="10570464" cy="105156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60120" y="4434840"/>
            <a:ext cx="10149840" cy="731520"/>
          </a:xfrm>
          <a:prstGeom prst="rect">
            <a:avLst/>
          </a:prstGeom>
          <a:noFill/>
        </p:spPr>
        <p:txBody>
          <a:bodyPr wrap="square" lIns="36576" tIns="36576" rIns="36576" bIns="36576" anchor="ctr">
            <a:spAutoFit/>
          </a:bodyPr>
          <a:lstStyle/>
          <a:p>
            <a:pPr algn="l">
              <a:spcAft>
                <a:spcPts val="0"/>
              </a:spcAft>
            </a:pPr>
            <a:r>
              <a:rPr sz="1700" b="1" i="0">
                <a:solidFill>
                  <a:srgbClr val="1F2937"/>
                </a:solidFill>
                <a:latin typeface="Arial"/>
              </a:rPr>
              <a:t>Avoid starting with a list of features. First make the customer need and value clear; then scope the features that support it.</a:t>
            </a:r>
          </a:p>
        </p:txBody>
      </p:sp>
      <p:sp>
        <p:nvSpPr>
          <p:cNvPr id="15" name="Rounded Rectangle 14"/>
          <p:cNvSpPr/>
          <p:nvPr/>
        </p:nvSpPr>
        <p:spPr>
          <a:xfrm>
            <a:off x="758952" y="5513832"/>
            <a:ext cx="10671048" cy="502920"/>
          </a:xfrm>
          <a:prstGeom prst="roundRect">
            <a:avLst>
              <a:gd name="adj" fmla="val 8000"/>
            </a:avLst>
          </a:prstGeom>
          <a:solidFill>
            <a:srgbClr val="EE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941832" y="5577840"/>
            <a:ext cx="10287000" cy="374904"/>
          </a:xfrm>
          <a:prstGeom prst="rect">
            <a:avLst/>
          </a:prstGeom>
          <a:noFill/>
        </p:spPr>
        <p:txBody>
          <a:bodyPr wrap="square" lIns="18288" tIns="18288" rIns="18288" bIns="18288" anchor="ctr">
            <a:spAutoFit/>
          </a:bodyPr>
          <a:lstStyle/>
          <a:p>
            <a:pPr algn="l">
              <a:spcAft>
                <a:spcPts val="0"/>
              </a:spcAft>
            </a:pPr>
            <a:r>
              <a:rPr sz="1500" b="1" i="0">
                <a:solidFill>
                  <a:srgbClr val="196B24"/>
                </a:solidFill>
                <a:latin typeface="Arial"/>
              </a:rPr>
              <a:t>Worksheet prompt: explain the proposed solution briefly and identify who it serves.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3000" b="1">
                <a:solidFill>
                  <a:srgbClr val="0E2841"/>
                </a:solidFill>
                <a:latin typeface="Arial Black"/>
              </a:rPr>
              <a:t>B  |  Research applicable requirements</a:t>
            </a:r>
          </a:p>
        </p:txBody>
      </p:sp>
      <p:sp>
        <p:nvSpPr>
          <p:cNvPr id="4" name="Rectangle 3"/>
          <p:cNvSpPr/>
          <p:nvPr/>
        </p:nvSpPr>
        <p:spPr>
          <a:xfrm>
            <a:off x="731520" y="1453896"/>
            <a:ext cx="749808"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58952" y="1828800"/>
            <a:ext cx="3401568" cy="2468880"/>
          </a:xfrm>
          <a:prstGeom prst="roundRect">
            <a:avLst>
              <a:gd name="adj" fmla="val 8000"/>
            </a:avLst>
          </a:prstGeom>
          <a:solidFill>
            <a:srgbClr val="EA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58952" y="1828800"/>
            <a:ext cx="91440" cy="246888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9264" y="1993392"/>
            <a:ext cx="3017520" cy="393192"/>
          </a:xfrm>
          <a:prstGeom prst="rect">
            <a:avLst/>
          </a:prstGeom>
          <a:noFill/>
        </p:spPr>
        <p:txBody>
          <a:bodyPr wrap="square" lIns="36576" tIns="36576" rIns="36576" bIns="36576" anchor="t">
            <a:spAutoFit/>
          </a:bodyPr>
          <a:lstStyle/>
          <a:p>
            <a:pPr algn="l">
              <a:spcAft>
                <a:spcPts val="0"/>
              </a:spcAft>
            </a:pPr>
            <a:r>
              <a:rPr sz="1800" b="1" i="0">
                <a:solidFill>
                  <a:srgbClr val="156082"/>
                </a:solidFill>
                <a:latin typeface="Arial"/>
              </a:rPr>
              <a:t>Identify</a:t>
            </a:r>
          </a:p>
        </p:txBody>
      </p:sp>
      <p:sp>
        <p:nvSpPr>
          <p:cNvPr id="8" name="TextBox 7"/>
          <p:cNvSpPr txBox="1"/>
          <p:nvPr/>
        </p:nvSpPr>
        <p:spPr>
          <a:xfrm>
            <a:off x="969264" y="2468880"/>
            <a:ext cx="3017520" cy="1719072"/>
          </a:xfrm>
          <a:prstGeom prst="rect">
            <a:avLst/>
          </a:prstGeom>
          <a:noFill/>
        </p:spPr>
        <p:txBody>
          <a:bodyPr wrap="square" lIns="36576" tIns="36576" rIns="36576" bIns="36576" anchor="t">
            <a:spAutoFit/>
          </a:bodyPr>
          <a:lstStyle/>
          <a:p>
            <a:pPr algn="l">
              <a:spcAft>
                <a:spcPts val="0"/>
              </a:spcAft>
            </a:pPr>
            <a:r>
              <a:rPr sz="1500" b="0" i="0">
                <a:solidFill>
                  <a:srgbClr val="1F2937"/>
                </a:solidFill>
                <a:latin typeface="Arial"/>
              </a:rPr>
              <a:t>Start with the examples in the assignment brief: PCI DSS, AML/KYC and MAS guidelines.</a:t>
            </a:r>
          </a:p>
        </p:txBody>
      </p:sp>
      <p:sp>
        <p:nvSpPr>
          <p:cNvPr id="9" name="Rounded Rectangle 8"/>
          <p:cNvSpPr/>
          <p:nvPr/>
        </p:nvSpPr>
        <p:spPr>
          <a:xfrm>
            <a:off x="4343400" y="1828800"/>
            <a:ext cx="3401568" cy="2468880"/>
          </a:xfrm>
          <a:prstGeom prst="roundRect">
            <a:avLst>
              <a:gd name="adj" fmla="val 8000"/>
            </a:avLst>
          </a:prstGeom>
          <a:solidFill>
            <a:srgbClr val="FB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1828800"/>
            <a:ext cx="91440" cy="246888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53712" y="1993392"/>
            <a:ext cx="3017520" cy="393192"/>
          </a:xfrm>
          <a:prstGeom prst="rect">
            <a:avLst/>
          </a:prstGeom>
          <a:noFill/>
        </p:spPr>
        <p:txBody>
          <a:bodyPr wrap="square" lIns="36576" tIns="36576" rIns="36576" bIns="36576" anchor="t">
            <a:spAutoFit/>
          </a:bodyPr>
          <a:lstStyle/>
          <a:p>
            <a:pPr algn="l">
              <a:spcAft>
                <a:spcPts val="0"/>
              </a:spcAft>
            </a:pPr>
            <a:r>
              <a:rPr sz="1800" b="1" i="0">
                <a:solidFill>
                  <a:srgbClr val="E97132"/>
                </a:solidFill>
                <a:latin typeface="Arial"/>
              </a:rPr>
              <a:t>Check applicability</a:t>
            </a:r>
          </a:p>
        </p:txBody>
      </p:sp>
      <p:sp>
        <p:nvSpPr>
          <p:cNvPr id="12" name="TextBox 11"/>
          <p:cNvSpPr txBox="1"/>
          <p:nvPr/>
        </p:nvSpPr>
        <p:spPr>
          <a:xfrm>
            <a:off x="4553712" y="2468880"/>
            <a:ext cx="3017520" cy="1719072"/>
          </a:xfrm>
          <a:prstGeom prst="rect">
            <a:avLst/>
          </a:prstGeom>
          <a:noFill/>
        </p:spPr>
        <p:txBody>
          <a:bodyPr wrap="square" lIns="36576" tIns="36576" rIns="36576" bIns="36576" anchor="t">
            <a:spAutoFit/>
          </a:bodyPr>
          <a:lstStyle/>
          <a:p>
            <a:pPr algn="l">
              <a:spcAft>
                <a:spcPts val="0"/>
              </a:spcAft>
            </a:pPr>
            <a:r>
              <a:rPr sz="1500" b="0" i="0">
                <a:solidFill>
                  <a:srgbClr val="1F2937"/>
                </a:solidFill>
                <a:latin typeface="Arial"/>
              </a:rPr>
              <a:t>Which requirements apply to your product, payment flow, users and business role? Do not assume every example applies equally.</a:t>
            </a:r>
          </a:p>
        </p:txBody>
      </p:sp>
      <p:sp>
        <p:nvSpPr>
          <p:cNvPr id="13" name="Rounded Rectangle 12"/>
          <p:cNvSpPr/>
          <p:nvPr/>
        </p:nvSpPr>
        <p:spPr>
          <a:xfrm>
            <a:off x="7927848" y="1828800"/>
            <a:ext cx="3401568" cy="2468880"/>
          </a:xfrm>
          <a:prstGeom prst="roundRect">
            <a:avLst>
              <a:gd name="adj" fmla="val 8000"/>
            </a:avLst>
          </a:prstGeom>
          <a:solidFill>
            <a:srgbClr val="EE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927848" y="1828800"/>
            <a:ext cx="91440" cy="246888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38160" y="1993392"/>
            <a:ext cx="3017520" cy="393192"/>
          </a:xfrm>
          <a:prstGeom prst="rect">
            <a:avLst/>
          </a:prstGeom>
          <a:noFill/>
        </p:spPr>
        <p:txBody>
          <a:bodyPr wrap="square" lIns="36576" tIns="36576" rIns="36576" bIns="36576" anchor="t">
            <a:spAutoFit/>
          </a:bodyPr>
          <a:lstStyle/>
          <a:p>
            <a:pPr algn="l">
              <a:spcAft>
                <a:spcPts val="0"/>
              </a:spcAft>
            </a:pPr>
            <a:r>
              <a:rPr sz="1800" b="1" i="0">
                <a:solidFill>
                  <a:srgbClr val="196B24"/>
                </a:solidFill>
                <a:latin typeface="Arial"/>
              </a:rPr>
              <a:t>Explain the response</a:t>
            </a:r>
          </a:p>
        </p:txBody>
      </p:sp>
      <p:sp>
        <p:nvSpPr>
          <p:cNvPr id="16" name="TextBox 15"/>
          <p:cNvSpPr txBox="1"/>
          <p:nvPr/>
        </p:nvSpPr>
        <p:spPr>
          <a:xfrm>
            <a:off x="8138160" y="2468880"/>
            <a:ext cx="3017520" cy="1719072"/>
          </a:xfrm>
          <a:prstGeom prst="rect">
            <a:avLst/>
          </a:prstGeom>
          <a:noFill/>
        </p:spPr>
        <p:txBody>
          <a:bodyPr wrap="square" lIns="36576" tIns="36576" rIns="36576" bIns="36576" anchor="t">
            <a:spAutoFit/>
          </a:bodyPr>
          <a:lstStyle/>
          <a:p>
            <a:pPr algn="l">
              <a:spcAft>
                <a:spcPts val="0"/>
              </a:spcAft>
            </a:pPr>
            <a:r>
              <a:rPr sz="1500" b="0" i="0">
                <a:solidFill>
                  <a:srgbClr val="1F2937"/>
                </a:solidFill>
                <a:latin typeface="Arial"/>
              </a:rPr>
              <a:t>For each applicable requirement, describe the proposed control or process and cite a reliable, current source.</a:t>
            </a:r>
          </a:p>
        </p:txBody>
      </p:sp>
      <p:sp>
        <p:nvSpPr>
          <p:cNvPr id="17" name="Rounded Rectangle 16"/>
          <p:cNvSpPr/>
          <p:nvPr/>
        </p:nvSpPr>
        <p:spPr>
          <a:xfrm>
            <a:off x="758952" y="4700016"/>
            <a:ext cx="10671048" cy="640080"/>
          </a:xfrm>
          <a:prstGeom prst="roundRect">
            <a:avLst>
              <a:gd name="adj" fmla="val 8000"/>
            </a:avLst>
          </a:prstGeom>
          <a:solidFill>
            <a:srgbClr val="EA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41832" y="4539925"/>
            <a:ext cx="10287000" cy="960263"/>
          </a:xfrm>
          <a:prstGeom prst="rect">
            <a:avLst/>
          </a:prstGeom>
          <a:noFill/>
        </p:spPr>
        <p:txBody>
          <a:bodyPr wrap="square" lIns="18288" tIns="18288" rIns="18288" bIns="18288" anchor="ctr">
            <a:spAutoFit/>
          </a:bodyPr>
          <a:lstStyle/>
          <a:p>
            <a:pPr algn="l">
              <a:spcAft>
                <a:spcPts val="0"/>
              </a:spcAft>
            </a:pPr>
            <a:r>
              <a:rPr sz="1500" b="1" i="0" dirty="0">
                <a:solidFill>
                  <a:srgbClr val="156082"/>
                </a:solidFill>
                <a:latin typeface="Arial"/>
              </a:rPr>
              <a:t>Use the pattern: requirement: why it applies; how the proposal addresses it; source.</a:t>
            </a:r>
            <a:endParaRPr lang="en-US" sz="1500" b="1" i="0" dirty="0">
              <a:solidFill>
                <a:srgbClr val="156082"/>
              </a:solidFill>
              <a:latin typeface="Arial"/>
            </a:endParaRPr>
          </a:p>
          <a:p>
            <a:pPr algn="l">
              <a:spcAft>
                <a:spcPts val="0"/>
              </a:spcAft>
            </a:pPr>
            <a:endParaRPr lang="en-SG" sz="1500" b="1" dirty="0">
              <a:solidFill>
                <a:srgbClr val="156082"/>
              </a:solidFill>
              <a:latin typeface="Arial"/>
            </a:endParaRPr>
          </a:p>
          <a:p>
            <a:pPr algn="l">
              <a:spcAft>
                <a:spcPts val="0"/>
              </a:spcAft>
            </a:pPr>
            <a:r>
              <a:rPr lang="en-SG" sz="1500" i="0" dirty="0">
                <a:solidFill>
                  <a:srgbClr val="156082"/>
                </a:solidFill>
                <a:latin typeface="Arial"/>
              </a:rPr>
              <a:t>Note: You would have learnt some regulatory requirements such as AML and KYC in C369. Others such as PCI DSS you may not be familiar at this point, you can update later with your research.</a:t>
            </a:r>
            <a:endParaRPr sz="1500" i="0" dirty="0">
              <a:solidFill>
                <a:srgbClr val="156082"/>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3000" b="1">
                <a:solidFill>
                  <a:srgbClr val="0E2841"/>
                </a:solidFill>
                <a:latin typeface="Arial Black"/>
              </a:rPr>
              <a:t>C  |  System design: map user goals</a:t>
            </a:r>
          </a:p>
        </p:txBody>
      </p:sp>
      <p:sp>
        <p:nvSpPr>
          <p:cNvPr id="4" name="Rectangle 3"/>
          <p:cNvSpPr/>
          <p:nvPr/>
        </p:nvSpPr>
        <p:spPr>
          <a:xfrm>
            <a:off x="731520" y="1453896"/>
            <a:ext cx="749808"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5" name="Connector 4"/>
          <p:cNvCxnSpPr/>
          <p:nvPr/>
        </p:nvCxnSpPr>
        <p:spPr>
          <a:xfrm>
            <a:off x="2560320" y="2816350"/>
            <a:ext cx="393192" cy="0"/>
          </a:xfrm>
          <a:prstGeom prst="line">
            <a:avLst/>
          </a:prstGeom>
          <a:ln w="25400">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6" name="Connector 5"/>
          <p:cNvCxnSpPr/>
          <p:nvPr/>
        </p:nvCxnSpPr>
        <p:spPr>
          <a:xfrm>
            <a:off x="4718304" y="2816350"/>
            <a:ext cx="393192" cy="0"/>
          </a:xfrm>
          <a:prstGeom prst="line">
            <a:avLst/>
          </a:prstGeom>
          <a:ln w="25400">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7" name="Connector 6"/>
          <p:cNvCxnSpPr/>
          <p:nvPr/>
        </p:nvCxnSpPr>
        <p:spPr>
          <a:xfrm>
            <a:off x="6876288" y="2816350"/>
            <a:ext cx="393192" cy="0"/>
          </a:xfrm>
          <a:prstGeom prst="line">
            <a:avLst/>
          </a:prstGeom>
          <a:ln w="25400">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8" name="Connector 7"/>
          <p:cNvCxnSpPr/>
          <p:nvPr/>
        </p:nvCxnSpPr>
        <p:spPr>
          <a:xfrm>
            <a:off x="9034272" y="2816350"/>
            <a:ext cx="393192" cy="0"/>
          </a:xfrm>
          <a:prstGeom prst="line">
            <a:avLst/>
          </a:prstGeom>
          <a:ln w="25400">
            <a:solidFill>
              <a:srgbClr val="E97132"/>
            </a:solidFill>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95528" y="2121406"/>
            <a:ext cx="1764792"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932688" y="2249422"/>
            <a:ext cx="365760" cy="310896"/>
          </a:xfrm>
          <a:prstGeom prst="roundRect">
            <a:avLst>
              <a:gd name="adj" fmla="val 8000"/>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69264" y="2258566"/>
            <a:ext cx="292608" cy="274320"/>
          </a:xfrm>
          <a:prstGeom prst="rect">
            <a:avLst/>
          </a:prstGeom>
          <a:noFill/>
        </p:spPr>
        <p:txBody>
          <a:bodyPr wrap="square" lIns="9144" tIns="9144" rIns="9144" bIns="9144" anchor="ctr">
            <a:spAutoFit/>
          </a:bodyPr>
          <a:lstStyle/>
          <a:p>
            <a:pPr algn="ctr">
              <a:spcAft>
                <a:spcPts val="0"/>
              </a:spcAft>
            </a:pPr>
            <a:r>
              <a:rPr sz="1200" b="1" i="0">
                <a:solidFill>
                  <a:srgbClr val="FFFFFF"/>
                </a:solidFill>
                <a:latin typeface="Arial"/>
              </a:rPr>
              <a:t>1</a:t>
            </a:r>
          </a:p>
        </p:txBody>
      </p:sp>
      <p:sp>
        <p:nvSpPr>
          <p:cNvPr id="12" name="TextBox 11"/>
          <p:cNvSpPr txBox="1"/>
          <p:nvPr/>
        </p:nvSpPr>
        <p:spPr>
          <a:xfrm>
            <a:off x="932688" y="2670046"/>
            <a:ext cx="1490472" cy="301752"/>
          </a:xfrm>
          <a:prstGeom prst="rect">
            <a:avLst/>
          </a:prstGeom>
          <a:noFill/>
        </p:spPr>
        <p:txBody>
          <a:bodyPr wrap="square" lIns="36576" tIns="36576" rIns="36576" bIns="36576" anchor="t">
            <a:spAutoFit/>
          </a:bodyPr>
          <a:lstStyle/>
          <a:p>
            <a:pPr algn="l">
              <a:spcAft>
                <a:spcPts val="0"/>
              </a:spcAft>
            </a:pPr>
            <a:r>
              <a:rPr sz="1600" b="1" i="0">
                <a:solidFill>
                  <a:srgbClr val="156082"/>
                </a:solidFill>
                <a:latin typeface="Arial"/>
              </a:rPr>
              <a:t>Choose</a:t>
            </a:r>
          </a:p>
        </p:txBody>
      </p:sp>
      <p:sp>
        <p:nvSpPr>
          <p:cNvPr id="13" name="TextBox 12"/>
          <p:cNvSpPr txBox="1"/>
          <p:nvPr/>
        </p:nvSpPr>
        <p:spPr>
          <a:xfrm>
            <a:off x="932688" y="2999230"/>
            <a:ext cx="1490472" cy="438912"/>
          </a:xfrm>
          <a:prstGeom prst="rect">
            <a:avLst/>
          </a:prstGeom>
          <a:noFill/>
        </p:spPr>
        <p:txBody>
          <a:bodyPr wrap="square" lIns="36576" tIns="36576" rIns="36576" bIns="36576" anchor="t">
            <a:spAutoFit/>
          </a:bodyPr>
          <a:lstStyle/>
          <a:p>
            <a:pPr algn="l">
              <a:spcAft>
                <a:spcPts val="0"/>
              </a:spcAft>
            </a:pPr>
            <a:r>
              <a:rPr sz="1250" b="0" i="0">
                <a:solidFill>
                  <a:srgbClr val="1F2937"/>
                </a:solidFill>
                <a:latin typeface="Arial"/>
              </a:rPr>
              <a:t>Browse or select an offer</a:t>
            </a:r>
          </a:p>
        </p:txBody>
      </p:sp>
      <p:sp>
        <p:nvSpPr>
          <p:cNvPr id="14" name="Rounded Rectangle 13"/>
          <p:cNvSpPr/>
          <p:nvPr/>
        </p:nvSpPr>
        <p:spPr>
          <a:xfrm>
            <a:off x="2953512" y="2121406"/>
            <a:ext cx="1764792"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4"/>
          <p:cNvSpPr/>
          <p:nvPr/>
        </p:nvSpPr>
        <p:spPr>
          <a:xfrm>
            <a:off x="3090672" y="2249422"/>
            <a:ext cx="365760" cy="310896"/>
          </a:xfrm>
          <a:prstGeom prst="roundRect">
            <a:avLst>
              <a:gd name="adj" fmla="val 8000"/>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127248" y="2258566"/>
            <a:ext cx="292608" cy="274320"/>
          </a:xfrm>
          <a:prstGeom prst="rect">
            <a:avLst/>
          </a:prstGeom>
          <a:noFill/>
        </p:spPr>
        <p:txBody>
          <a:bodyPr wrap="square" lIns="9144" tIns="9144" rIns="9144" bIns="9144" anchor="ctr">
            <a:spAutoFit/>
          </a:bodyPr>
          <a:lstStyle/>
          <a:p>
            <a:pPr algn="ctr">
              <a:spcAft>
                <a:spcPts val="0"/>
              </a:spcAft>
            </a:pPr>
            <a:r>
              <a:rPr sz="1200" b="1" i="0">
                <a:solidFill>
                  <a:srgbClr val="FFFFFF"/>
                </a:solidFill>
                <a:latin typeface="Arial"/>
              </a:rPr>
              <a:t>2</a:t>
            </a:r>
          </a:p>
        </p:txBody>
      </p:sp>
      <p:sp>
        <p:nvSpPr>
          <p:cNvPr id="17" name="TextBox 16"/>
          <p:cNvSpPr txBox="1"/>
          <p:nvPr/>
        </p:nvSpPr>
        <p:spPr>
          <a:xfrm>
            <a:off x="3090672" y="2670046"/>
            <a:ext cx="1490472" cy="301752"/>
          </a:xfrm>
          <a:prstGeom prst="rect">
            <a:avLst/>
          </a:prstGeom>
          <a:noFill/>
        </p:spPr>
        <p:txBody>
          <a:bodyPr wrap="square" lIns="36576" tIns="36576" rIns="36576" bIns="36576" anchor="t">
            <a:spAutoFit/>
          </a:bodyPr>
          <a:lstStyle/>
          <a:p>
            <a:pPr algn="l">
              <a:spcAft>
                <a:spcPts val="0"/>
              </a:spcAft>
            </a:pPr>
            <a:r>
              <a:rPr sz="1600" b="1" i="0">
                <a:solidFill>
                  <a:srgbClr val="156082"/>
                </a:solidFill>
                <a:latin typeface="Arial"/>
              </a:rPr>
              <a:t>Prepare</a:t>
            </a:r>
          </a:p>
        </p:txBody>
      </p:sp>
      <p:sp>
        <p:nvSpPr>
          <p:cNvPr id="18" name="TextBox 17"/>
          <p:cNvSpPr txBox="1"/>
          <p:nvPr/>
        </p:nvSpPr>
        <p:spPr>
          <a:xfrm>
            <a:off x="3090672" y="2999230"/>
            <a:ext cx="1490472" cy="438912"/>
          </a:xfrm>
          <a:prstGeom prst="rect">
            <a:avLst/>
          </a:prstGeom>
          <a:noFill/>
        </p:spPr>
        <p:txBody>
          <a:bodyPr wrap="square" lIns="36576" tIns="36576" rIns="36576" bIns="36576" anchor="t">
            <a:spAutoFit/>
          </a:bodyPr>
          <a:lstStyle/>
          <a:p>
            <a:pPr algn="l">
              <a:spcAft>
                <a:spcPts val="0"/>
              </a:spcAft>
            </a:pPr>
            <a:r>
              <a:rPr sz="1250" b="0" i="0">
                <a:solidFill>
                  <a:srgbClr val="1F2937"/>
                </a:solidFill>
                <a:latin typeface="Arial"/>
              </a:rPr>
              <a:t>Create the order or request</a:t>
            </a:r>
          </a:p>
        </p:txBody>
      </p:sp>
      <p:sp>
        <p:nvSpPr>
          <p:cNvPr id="19" name="Rounded Rectangle 18"/>
          <p:cNvSpPr/>
          <p:nvPr/>
        </p:nvSpPr>
        <p:spPr>
          <a:xfrm>
            <a:off x="5111496" y="2121406"/>
            <a:ext cx="1764792"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5248656" y="2249422"/>
            <a:ext cx="365760" cy="310896"/>
          </a:xfrm>
          <a:prstGeom prst="roundRect">
            <a:avLst>
              <a:gd name="adj" fmla="val 8000"/>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5285232" y="2258566"/>
            <a:ext cx="292608" cy="274320"/>
          </a:xfrm>
          <a:prstGeom prst="rect">
            <a:avLst/>
          </a:prstGeom>
          <a:noFill/>
        </p:spPr>
        <p:txBody>
          <a:bodyPr wrap="square" lIns="9144" tIns="9144" rIns="9144" bIns="9144" anchor="ctr">
            <a:spAutoFit/>
          </a:bodyPr>
          <a:lstStyle/>
          <a:p>
            <a:pPr algn="ctr">
              <a:spcAft>
                <a:spcPts val="0"/>
              </a:spcAft>
            </a:pPr>
            <a:r>
              <a:rPr sz="1200" b="1" i="0">
                <a:solidFill>
                  <a:srgbClr val="FFFFFF"/>
                </a:solidFill>
                <a:latin typeface="Arial"/>
              </a:rPr>
              <a:t>3</a:t>
            </a:r>
          </a:p>
        </p:txBody>
      </p:sp>
      <p:sp>
        <p:nvSpPr>
          <p:cNvPr id="22" name="TextBox 21"/>
          <p:cNvSpPr txBox="1"/>
          <p:nvPr/>
        </p:nvSpPr>
        <p:spPr>
          <a:xfrm>
            <a:off x="5248656" y="2670046"/>
            <a:ext cx="1490472" cy="301752"/>
          </a:xfrm>
          <a:prstGeom prst="rect">
            <a:avLst/>
          </a:prstGeom>
          <a:noFill/>
        </p:spPr>
        <p:txBody>
          <a:bodyPr wrap="square" lIns="36576" tIns="36576" rIns="36576" bIns="36576" anchor="t">
            <a:spAutoFit/>
          </a:bodyPr>
          <a:lstStyle/>
          <a:p>
            <a:pPr algn="l">
              <a:spcAft>
                <a:spcPts val="0"/>
              </a:spcAft>
            </a:pPr>
            <a:r>
              <a:rPr sz="1600" b="1" i="0">
                <a:solidFill>
                  <a:srgbClr val="E97132"/>
                </a:solidFill>
                <a:latin typeface="Arial"/>
              </a:rPr>
              <a:t>Pay</a:t>
            </a:r>
          </a:p>
        </p:txBody>
      </p:sp>
      <p:sp>
        <p:nvSpPr>
          <p:cNvPr id="23" name="TextBox 22"/>
          <p:cNvSpPr txBox="1"/>
          <p:nvPr/>
        </p:nvSpPr>
        <p:spPr>
          <a:xfrm>
            <a:off x="5248656" y="2999230"/>
            <a:ext cx="1490472" cy="438912"/>
          </a:xfrm>
          <a:prstGeom prst="rect">
            <a:avLst/>
          </a:prstGeom>
          <a:noFill/>
        </p:spPr>
        <p:txBody>
          <a:bodyPr wrap="square" lIns="36576" tIns="36576" rIns="36576" bIns="36576" anchor="t">
            <a:spAutoFit/>
          </a:bodyPr>
          <a:lstStyle/>
          <a:p>
            <a:pPr algn="l">
              <a:spcAft>
                <a:spcPts val="0"/>
              </a:spcAft>
            </a:pPr>
            <a:r>
              <a:rPr sz="1250" b="0" i="0">
                <a:solidFill>
                  <a:srgbClr val="1F2937"/>
                </a:solidFill>
                <a:latin typeface="Arial"/>
              </a:rPr>
              <a:t>Start the payment flow</a:t>
            </a:r>
          </a:p>
        </p:txBody>
      </p:sp>
      <p:sp>
        <p:nvSpPr>
          <p:cNvPr id="24" name="Rounded Rectangle 23"/>
          <p:cNvSpPr/>
          <p:nvPr/>
        </p:nvSpPr>
        <p:spPr>
          <a:xfrm>
            <a:off x="7269480" y="2121406"/>
            <a:ext cx="1764792"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24"/>
          <p:cNvSpPr/>
          <p:nvPr/>
        </p:nvSpPr>
        <p:spPr>
          <a:xfrm>
            <a:off x="7406640" y="2249422"/>
            <a:ext cx="365760" cy="310896"/>
          </a:xfrm>
          <a:prstGeom prst="roundRect">
            <a:avLst>
              <a:gd name="adj" fmla="val 8000"/>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443215" y="2258566"/>
            <a:ext cx="292608" cy="274320"/>
          </a:xfrm>
          <a:prstGeom prst="rect">
            <a:avLst/>
          </a:prstGeom>
          <a:noFill/>
        </p:spPr>
        <p:txBody>
          <a:bodyPr wrap="square" lIns="9144" tIns="9144" rIns="9144" bIns="9144" anchor="ctr">
            <a:spAutoFit/>
          </a:bodyPr>
          <a:lstStyle/>
          <a:p>
            <a:pPr algn="ctr">
              <a:spcAft>
                <a:spcPts val="0"/>
              </a:spcAft>
            </a:pPr>
            <a:r>
              <a:rPr sz="1200" b="1" i="0">
                <a:solidFill>
                  <a:srgbClr val="FFFFFF"/>
                </a:solidFill>
                <a:latin typeface="Arial"/>
              </a:rPr>
              <a:t>4</a:t>
            </a:r>
          </a:p>
        </p:txBody>
      </p:sp>
      <p:sp>
        <p:nvSpPr>
          <p:cNvPr id="27" name="TextBox 26"/>
          <p:cNvSpPr txBox="1"/>
          <p:nvPr/>
        </p:nvSpPr>
        <p:spPr>
          <a:xfrm>
            <a:off x="7406640" y="2670046"/>
            <a:ext cx="1490472" cy="301752"/>
          </a:xfrm>
          <a:prstGeom prst="rect">
            <a:avLst/>
          </a:prstGeom>
          <a:noFill/>
        </p:spPr>
        <p:txBody>
          <a:bodyPr wrap="square" lIns="36576" tIns="36576" rIns="36576" bIns="36576" anchor="t">
            <a:spAutoFit/>
          </a:bodyPr>
          <a:lstStyle/>
          <a:p>
            <a:pPr algn="l">
              <a:spcAft>
                <a:spcPts val="0"/>
              </a:spcAft>
            </a:pPr>
            <a:r>
              <a:rPr sz="1600" b="1" i="0">
                <a:solidFill>
                  <a:srgbClr val="196B24"/>
                </a:solidFill>
                <a:latin typeface="Arial"/>
              </a:rPr>
              <a:t>Respond</a:t>
            </a:r>
          </a:p>
        </p:txBody>
      </p:sp>
      <p:sp>
        <p:nvSpPr>
          <p:cNvPr id="28" name="TextBox 27"/>
          <p:cNvSpPr txBox="1"/>
          <p:nvPr/>
        </p:nvSpPr>
        <p:spPr>
          <a:xfrm>
            <a:off x="7406640" y="2999230"/>
            <a:ext cx="1490472" cy="438912"/>
          </a:xfrm>
          <a:prstGeom prst="rect">
            <a:avLst/>
          </a:prstGeom>
          <a:noFill/>
        </p:spPr>
        <p:txBody>
          <a:bodyPr wrap="square" lIns="36576" tIns="36576" rIns="36576" bIns="36576" anchor="t">
            <a:spAutoFit/>
          </a:bodyPr>
          <a:lstStyle/>
          <a:p>
            <a:pPr algn="l">
              <a:spcAft>
                <a:spcPts val="0"/>
              </a:spcAft>
            </a:pPr>
            <a:r>
              <a:rPr sz="1250" b="0" i="0">
                <a:solidFill>
                  <a:srgbClr val="1F2937"/>
                </a:solidFill>
                <a:latin typeface="Arial"/>
              </a:rPr>
              <a:t>Handle the payment result</a:t>
            </a:r>
          </a:p>
        </p:txBody>
      </p:sp>
      <p:sp>
        <p:nvSpPr>
          <p:cNvPr id="29" name="Rounded Rectangle 28"/>
          <p:cNvSpPr/>
          <p:nvPr/>
        </p:nvSpPr>
        <p:spPr>
          <a:xfrm>
            <a:off x="9427464" y="2121406"/>
            <a:ext cx="1764792" cy="1417320"/>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9564624" y="2249422"/>
            <a:ext cx="365760" cy="310896"/>
          </a:xfrm>
          <a:prstGeom prst="roundRect">
            <a:avLst>
              <a:gd name="adj" fmla="val 8000"/>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601200" y="2258566"/>
            <a:ext cx="292608" cy="274320"/>
          </a:xfrm>
          <a:prstGeom prst="rect">
            <a:avLst/>
          </a:prstGeom>
          <a:noFill/>
        </p:spPr>
        <p:txBody>
          <a:bodyPr wrap="square" lIns="9144" tIns="9144" rIns="9144" bIns="9144" anchor="ctr">
            <a:spAutoFit/>
          </a:bodyPr>
          <a:lstStyle/>
          <a:p>
            <a:pPr algn="ctr">
              <a:spcAft>
                <a:spcPts val="0"/>
              </a:spcAft>
            </a:pPr>
            <a:r>
              <a:rPr sz="1200" b="1" i="0">
                <a:solidFill>
                  <a:srgbClr val="FFFFFF"/>
                </a:solidFill>
                <a:latin typeface="Arial"/>
              </a:rPr>
              <a:t>5</a:t>
            </a:r>
          </a:p>
        </p:txBody>
      </p:sp>
      <p:sp>
        <p:nvSpPr>
          <p:cNvPr id="32" name="TextBox 31"/>
          <p:cNvSpPr txBox="1"/>
          <p:nvPr/>
        </p:nvSpPr>
        <p:spPr>
          <a:xfrm>
            <a:off x="9564624" y="2670046"/>
            <a:ext cx="1490472" cy="301752"/>
          </a:xfrm>
          <a:prstGeom prst="rect">
            <a:avLst/>
          </a:prstGeom>
          <a:noFill/>
        </p:spPr>
        <p:txBody>
          <a:bodyPr wrap="square" lIns="36576" tIns="36576" rIns="36576" bIns="36576" anchor="t">
            <a:spAutoFit/>
          </a:bodyPr>
          <a:lstStyle/>
          <a:p>
            <a:pPr algn="l">
              <a:spcAft>
                <a:spcPts val="0"/>
              </a:spcAft>
            </a:pPr>
            <a:r>
              <a:rPr sz="1600" b="1" i="0">
                <a:solidFill>
                  <a:srgbClr val="0F9ED5"/>
                </a:solidFill>
                <a:latin typeface="Arial"/>
              </a:rPr>
              <a:t>Review</a:t>
            </a:r>
          </a:p>
        </p:txBody>
      </p:sp>
      <p:sp>
        <p:nvSpPr>
          <p:cNvPr id="33" name="TextBox 32"/>
          <p:cNvSpPr txBox="1"/>
          <p:nvPr/>
        </p:nvSpPr>
        <p:spPr>
          <a:xfrm>
            <a:off x="9564624" y="2999230"/>
            <a:ext cx="1490472" cy="438912"/>
          </a:xfrm>
          <a:prstGeom prst="rect">
            <a:avLst/>
          </a:prstGeom>
          <a:noFill/>
        </p:spPr>
        <p:txBody>
          <a:bodyPr wrap="square" lIns="36576" tIns="36576" rIns="36576" bIns="36576" anchor="t">
            <a:spAutoFit/>
          </a:bodyPr>
          <a:lstStyle/>
          <a:p>
            <a:pPr algn="l">
              <a:spcAft>
                <a:spcPts val="0"/>
              </a:spcAft>
            </a:pPr>
            <a:r>
              <a:rPr sz="1250" b="0" i="0">
                <a:solidFill>
                  <a:srgbClr val="1F2937"/>
                </a:solidFill>
                <a:latin typeface="Arial"/>
              </a:rPr>
              <a:t>View status or history</a:t>
            </a:r>
          </a:p>
        </p:txBody>
      </p:sp>
      <p:sp>
        <p:nvSpPr>
          <p:cNvPr id="34" name="Rounded Rectangle 33"/>
          <p:cNvSpPr/>
          <p:nvPr/>
        </p:nvSpPr>
        <p:spPr>
          <a:xfrm>
            <a:off x="795528" y="4005069"/>
            <a:ext cx="5074920" cy="1225296"/>
          </a:xfrm>
          <a:prstGeom prst="roundRect">
            <a:avLst>
              <a:gd name="adj" fmla="val 8000"/>
            </a:avLst>
          </a:prstGeom>
          <a:solidFill>
            <a:srgbClr val="EA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795528" y="4005069"/>
            <a:ext cx="91440" cy="1225296"/>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005840" y="4169661"/>
            <a:ext cx="4690872" cy="393192"/>
          </a:xfrm>
          <a:prstGeom prst="rect">
            <a:avLst/>
          </a:prstGeom>
          <a:noFill/>
        </p:spPr>
        <p:txBody>
          <a:bodyPr wrap="square" lIns="36576" tIns="36576" rIns="36576" bIns="36576" anchor="t">
            <a:spAutoFit/>
          </a:bodyPr>
          <a:lstStyle/>
          <a:p>
            <a:pPr algn="l">
              <a:spcAft>
                <a:spcPts val="0"/>
              </a:spcAft>
            </a:pPr>
            <a:r>
              <a:rPr sz="1700" b="1" i="0">
                <a:solidFill>
                  <a:srgbClr val="156082"/>
                </a:solidFill>
                <a:latin typeface="Arial"/>
              </a:rPr>
              <a:t>Actors</a:t>
            </a:r>
          </a:p>
        </p:txBody>
      </p:sp>
      <p:sp>
        <p:nvSpPr>
          <p:cNvPr id="37" name="TextBox 36"/>
          <p:cNvSpPr txBox="1"/>
          <p:nvPr/>
        </p:nvSpPr>
        <p:spPr>
          <a:xfrm>
            <a:off x="1005840" y="4645150"/>
            <a:ext cx="4690872" cy="475488"/>
          </a:xfrm>
          <a:prstGeom prst="rect">
            <a:avLst/>
          </a:prstGeom>
          <a:noFill/>
        </p:spPr>
        <p:txBody>
          <a:bodyPr wrap="square" lIns="36576" tIns="36576" rIns="36576" bIns="36576" anchor="t">
            <a:spAutoFit/>
          </a:bodyPr>
          <a:lstStyle/>
          <a:p>
            <a:pPr algn="l">
              <a:spcAft>
                <a:spcPts val="0"/>
              </a:spcAft>
            </a:pPr>
            <a:r>
              <a:rPr sz="1400" b="0" i="0">
                <a:solidFill>
                  <a:srgbClr val="1F2937"/>
                </a:solidFill>
                <a:latin typeface="Arial"/>
              </a:rPr>
              <a:t>Who uses the system? Add external services only when they interact with it.</a:t>
            </a:r>
          </a:p>
        </p:txBody>
      </p:sp>
      <p:sp>
        <p:nvSpPr>
          <p:cNvPr id="38" name="Rounded Rectangle 37"/>
          <p:cNvSpPr/>
          <p:nvPr/>
        </p:nvSpPr>
        <p:spPr>
          <a:xfrm>
            <a:off x="6126480" y="4005069"/>
            <a:ext cx="5065776" cy="1225296"/>
          </a:xfrm>
          <a:prstGeom prst="roundRect">
            <a:avLst>
              <a:gd name="adj" fmla="val 8000"/>
            </a:avLst>
          </a:prstGeom>
          <a:solidFill>
            <a:srgbClr val="FB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6126480" y="4005069"/>
            <a:ext cx="91440" cy="1225296"/>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6336792" y="4169661"/>
            <a:ext cx="4681728" cy="393192"/>
          </a:xfrm>
          <a:prstGeom prst="rect">
            <a:avLst/>
          </a:prstGeom>
          <a:noFill/>
        </p:spPr>
        <p:txBody>
          <a:bodyPr wrap="square" lIns="36576" tIns="36576" rIns="36576" bIns="36576" anchor="t">
            <a:spAutoFit/>
          </a:bodyPr>
          <a:lstStyle/>
          <a:p>
            <a:pPr algn="l">
              <a:spcAft>
                <a:spcPts val="0"/>
              </a:spcAft>
            </a:pPr>
            <a:r>
              <a:rPr sz="1700" b="1" i="0">
                <a:solidFill>
                  <a:srgbClr val="E97132"/>
                </a:solidFill>
                <a:latin typeface="Arial"/>
              </a:rPr>
              <a:t>Diagram</a:t>
            </a:r>
          </a:p>
        </p:txBody>
      </p:sp>
      <p:sp>
        <p:nvSpPr>
          <p:cNvPr id="41" name="TextBox 40"/>
          <p:cNvSpPr txBox="1"/>
          <p:nvPr/>
        </p:nvSpPr>
        <p:spPr>
          <a:xfrm>
            <a:off x="6336792" y="4645150"/>
            <a:ext cx="4681728" cy="475488"/>
          </a:xfrm>
          <a:prstGeom prst="rect">
            <a:avLst/>
          </a:prstGeom>
          <a:noFill/>
        </p:spPr>
        <p:txBody>
          <a:bodyPr wrap="square" lIns="36576" tIns="36576" rIns="36576" bIns="36576" anchor="t">
            <a:spAutoFit/>
          </a:bodyPr>
          <a:lstStyle/>
          <a:p>
            <a:pPr algn="l">
              <a:spcAft>
                <a:spcPts val="0"/>
              </a:spcAft>
            </a:pPr>
            <a:r>
              <a:rPr sz="1400" b="0" i="0">
                <a:solidFill>
                  <a:srgbClr val="1F2937"/>
                </a:solidFill>
                <a:latin typeface="Arial"/>
              </a:rPr>
              <a:t>Show actors, the system boundary and user goals. Use draw.io or an equivalent tool.</a:t>
            </a:r>
          </a:p>
        </p:txBody>
      </p:sp>
      <p:sp>
        <p:nvSpPr>
          <p:cNvPr id="42" name="Rounded Rectangle 41"/>
          <p:cNvSpPr/>
          <p:nvPr/>
        </p:nvSpPr>
        <p:spPr>
          <a:xfrm>
            <a:off x="758952" y="5504686"/>
            <a:ext cx="10671048" cy="548640"/>
          </a:xfrm>
          <a:prstGeom prst="roundRect">
            <a:avLst>
              <a:gd name="adj" fmla="val 8000"/>
            </a:avLst>
          </a:prstGeom>
          <a:solidFill>
            <a:srgbClr val="EE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41832" y="5529707"/>
            <a:ext cx="10287000" cy="498598"/>
          </a:xfrm>
          <a:prstGeom prst="rect">
            <a:avLst/>
          </a:prstGeom>
          <a:noFill/>
        </p:spPr>
        <p:txBody>
          <a:bodyPr wrap="square" lIns="18288" tIns="18288" rIns="18288" bIns="18288" anchor="ctr">
            <a:spAutoFit/>
          </a:bodyPr>
          <a:lstStyle/>
          <a:p>
            <a:pPr algn="l">
              <a:spcAft>
                <a:spcPts val="0"/>
              </a:spcAft>
            </a:pPr>
            <a:r>
              <a:rPr sz="1500" b="1" i="0" dirty="0">
                <a:solidFill>
                  <a:srgbClr val="196B24"/>
                </a:solidFill>
                <a:latin typeface="Arial"/>
              </a:rPr>
              <a:t>Use the project requirements in the </a:t>
            </a:r>
            <a:r>
              <a:rPr lang="en-US" sz="1500" b="1" i="0" dirty="0">
                <a:solidFill>
                  <a:srgbClr val="196B24"/>
                </a:solidFill>
                <a:latin typeface="Arial"/>
              </a:rPr>
              <a:t>C372 FA Graded Assignment.pdf </a:t>
            </a:r>
            <a:r>
              <a:rPr sz="1500" b="1" i="0" dirty="0">
                <a:solidFill>
                  <a:srgbClr val="196B24"/>
                </a:solidFill>
                <a:latin typeface="Arial"/>
              </a:rPr>
              <a:t>to decide which use cases belong in your diagram.</a:t>
            </a:r>
          </a:p>
        </p:txBody>
      </p:sp>
      <p:sp>
        <p:nvSpPr>
          <p:cNvPr id="44" name="TextBox 43">
            <a:extLst>
              <a:ext uri="{FF2B5EF4-FFF2-40B4-BE49-F238E27FC236}">
                <a16:creationId xmlns:a16="http://schemas.microsoft.com/office/drawing/2014/main" id="{EAC7B657-2CE0-2A9A-9A1C-5D6CC92BC1B7}"/>
              </a:ext>
            </a:extLst>
          </p:cNvPr>
          <p:cNvSpPr txBox="1"/>
          <p:nvPr/>
        </p:nvSpPr>
        <p:spPr>
          <a:xfrm>
            <a:off x="758952" y="1770362"/>
            <a:ext cx="1531188" cy="369332"/>
          </a:xfrm>
          <a:prstGeom prst="rect">
            <a:avLst/>
          </a:prstGeom>
          <a:noFill/>
        </p:spPr>
        <p:txBody>
          <a:bodyPr wrap="none" rtlCol="0">
            <a:spAutoFit/>
          </a:bodyPr>
          <a:lstStyle/>
          <a:p>
            <a:r>
              <a:rPr lang="en-US" b="1" dirty="0">
                <a:solidFill>
                  <a:srgbClr val="FF0000"/>
                </a:solidFill>
                <a:latin typeface="Arial" panose="020B0604020202020204" pitchFamily="34" charset="0"/>
                <a:cs typeface="Arial" panose="020B0604020202020204" pitchFamily="34" charset="0"/>
              </a:rPr>
              <a:t>Sample flow</a:t>
            </a:r>
            <a:endParaRPr lang="en-SG" b="1" dirty="0">
              <a:solidFill>
                <a:srgbClr val="FF0000"/>
              </a:solidFill>
              <a:latin typeface="Arial" panose="020B0604020202020204" pitchFamily="34" charset="0"/>
              <a:cs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3000" b="1">
                <a:solidFill>
                  <a:srgbClr val="0E2841"/>
                </a:solidFill>
                <a:latin typeface="Arial Black"/>
              </a:rPr>
              <a:t>C  |  ERD: identify the data behind the flow</a:t>
            </a:r>
          </a:p>
        </p:txBody>
      </p:sp>
      <p:sp>
        <p:nvSpPr>
          <p:cNvPr id="4" name="Rectangle 3"/>
          <p:cNvSpPr/>
          <p:nvPr/>
        </p:nvSpPr>
        <p:spPr>
          <a:xfrm>
            <a:off x="731520" y="1453896"/>
            <a:ext cx="749808"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ounded Rectangle 6"/>
          <p:cNvSpPr/>
          <p:nvPr/>
        </p:nvSpPr>
        <p:spPr>
          <a:xfrm>
            <a:off x="859536" y="2294310"/>
            <a:ext cx="2514600" cy="2194560"/>
          </a:xfrm>
          <a:prstGeom prst="roundRect">
            <a:avLst>
              <a:gd name="adj" fmla="val 8000"/>
            </a:avLst>
          </a:prstGeom>
          <a:solidFill>
            <a:srgbClr val="EA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859536" y="2294310"/>
            <a:ext cx="91440" cy="219456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1069848" y="2458902"/>
            <a:ext cx="2130552" cy="393192"/>
          </a:xfrm>
          <a:prstGeom prst="rect">
            <a:avLst/>
          </a:prstGeom>
          <a:noFill/>
        </p:spPr>
        <p:txBody>
          <a:bodyPr wrap="square" lIns="36576" tIns="36576" rIns="36576" bIns="36576" anchor="t">
            <a:spAutoFit/>
          </a:bodyPr>
          <a:lstStyle/>
          <a:p>
            <a:pPr algn="l">
              <a:spcAft>
                <a:spcPts val="0"/>
              </a:spcAft>
            </a:pPr>
            <a:r>
              <a:rPr sz="1800" b="1" i="0">
                <a:solidFill>
                  <a:srgbClr val="156082"/>
                </a:solidFill>
                <a:latin typeface="Arial"/>
              </a:rPr>
              <a:t>CUSTOMER</a:t>
            </a:r>
          </a:p>
        </p:txBody>
      </p:sp>
      <p:sp>
        <p:nvSpPr>
          <p:cNvPr id="10" name="TextBox 9"/>
          <p:cNvSpPr txBox="1"/>
          <p:nvPr/>
        </p:nvSpPr>
        <p:spPr>
          <a:xfrm>
            <a:off x="1069848" y="2934390"/>
            <a:ext cx="2130552" cy="1444752"/>
          </a:xfrm>
          <a:prstGeom prst="rect">
            <a:avLst/>
          </a:prstGeom>
          <a:noFill/>
        </p:spPr>
        <p:txBody>
          <a:bodyPr wrap="square" lIns="36576" tIns="36576" rIns="36576" bIns="36576" anchor="t">
            <a:spAutoFit/>
          </a:bodyPr>
          <a:lstStyle/>
          <a:p>
            <a:pPr algn="l">
              <a:spcAft>
                <a:spcPts val="500"/>
              </a:spcAft>
            </a:pPr>
            <a:r>
              <a:rPr sz="1500" b="0" i="0">
                <a:solidFill>
                  <a:srgbClr val="1F2937"/>
                </a:solidFill>
                <a:latin typeface="Arial"/>
              </a:rPr>
              <a:t>customer_id  PK</a:t>
            </a:r>
          </a:p>
          <a:p>
            <a:pPr algn="l">
              <a:spcAft>
                <a:spcPts val="500"/>
              </a:spcAft>
            </a:pPr>
            <a:r>
              <a:rPr sz="1500" b="0" i="0">
                <a:solidFill>
                  <a:srgbClr val="1F2937"/>
                </a:solidFill>
                <a:latin typeface="Arial"/>
              </a:rPr>
              <a:t>name</a:t>
            </a:r>
          </a:p>
          <a:p>
            <a:pPr algn="l">
              <a:spcAft>
                <a:spcPts val="0"/>
              </a:spcAft>
            </a:pPr>
            <a:r>
              <a:rPr sz="1500" b="0" i="0">
                <a:solidFill>
                  <a:srgbClr val="1F2937"/>
                </a:solidFill>
                <a:latin typeface="Arial"/>
              </a:rPr>
              <a:t>email</a:t>
            </a:r>
          </a:p>
        </p:txBody>
      </p:sp>
      <p:sp>
        <p:nvSpPr>
          <p:cNvPr id="11" name="Rounded Rectangle 10"/>
          <p:cNvSpPr/>
          <p:nvPr/>
        </p:nvSpPr>
        <p:spPr>
          <a:xfrm>
            <a:off x="4773168" y="2294310"/>
            <a:ext cx="2560320" cy="2194560"/>
          </a:xfrm>
          <a:prstGeom prst="roundRect">
            <a:avLst>
              <a:gd name="adj" fmla="val 8000"/>
            </a:avLst>
          </a:prstGeom>
          <a:solidFill>
            <a:srgbClr val="FB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773168" y="2294310"/>
            <a:ext cx="91440" cy="219456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983480" y="2458902"/>
            <a:ext cx="2176272" cy="393192"/>
          </a:xfrm>
          <a:prstGeom prst="rect">
            <a:avLst/>
          </a:prstGeom>
          <a:noFill/>
        </p:spPr>
        <p:txBody>
          <a:bodyPr wrap="square" lIns="36576" tIns="36576" rIns="36576" bIns="36576" anchor="t">
            <a:spAutoFit/>
          </a:bodyPr>
          <a:lstStyle/>
          <a:p>
            <a:pPr algn="l">
              <a:spcAft>
                <a:spcPts val="0"/>
              </a:spcAft>
            </a:pPr>
            <a:r>
              <a:rPr sz="1800" b="1" i="0">
                <a:solidFill>
                  <a:srgbClr val="E97132"/>
                </a:solidFill>
                <a:latin typeface="Arial"/>
              </a:rPr>
              <a:t>ORDER</a:t>
            </a:r>
          </a:p>
        </p:txBody>
      </p:sp>
      <p:sp>
        <p:nvSpPr>
          <p:cNvPr id="14" name="TextBox 13"/>
          <p:cNvSpPr txBox="1"/>
          <p:nvPr/>
        </p:nvSpPr>
        <p:spPr>
          <a:xfrm>
            <a:off x="4983480" y="2934390"/>
            <a:ext cx="2176272" cy="1444752"/>
          </a:xfrm>
          <a:prstGeom prst="rect">
            <a:avLst/>
          </a:prstGeom>
          <a:noFill/>
        </p:spPr>
        <p:txBody>
          <a:bodyPr wrap="square" lIns="36576" tIns="36576" rIns="36576" bIns="36576" anchor="t">
            <a:spAutoFit/>
          </a:bodyPr>
          <a:lstStyle/>
          <a:p>
            <a:pPr algn="l">
              <a:spcAft>
                <a:spcPts val="500"/>
              </a:spcAft>
            </a:pPr>
            <a:r>
              <a:rPr sz="1500" b="0" i="0">
                <a:solidFill>
                  <a:srgbClr val="1F2937"/>
                </a:solidFill>
                <a:latin typeface="Arial"/>
              </a:rPr>
              <a:t>order_id  PK</a:t>
            </a:r>
          </a:p>
          <a:p>
            <a:pPr algn="l">
              <a:spcAft>
                <a:spcPts val="500"/>
              </a:spcAft>
            </a:pPr>
            <a:r>
              <a:rPr sz="1500" b="0" i="0">
                <a:solidFill>
                  <a:srgbClr val="1F2937"/>
                </a:solidFill>
                <a:latin typeface="Arial"/>
              </a:rPr>
              <a:t>customer_id  FK</a:t>
            </a:r>
          </a:p>
          <a:p>
            <a:pPr algn="l">
              <a:spcAft>
                <a:spcPts val="500"/>
              </a:spcAft>
            </a:pPr>
            <a:r>
              <a:rPr sz="1500" b="0" i="0">
                <a:solidFill>
                  <a:srgbClr val="1F2937"/>
                </a:solidFill>
                <a:latin typeface="Arial"/>
              </a:rPr>
              <a:t>total_amount</a:t>
            </a:r>
          </a:p>
          <a:p>
            <a:pPr algn="l">
              <a:spcAft>
                <a:spcPts val="0"/>
              </a:spcAft>
            </a:pPr>
            <a:r>
              <a:rPr sz="1500" b="0" i="0">
                <a:solidFill>
                  <a:srgbClr val="1F2937"/>
                </a:solidFill>
                <a:latin typeface="Arial"/>
              </a:rPr>
              <a:t>status</a:t>
            </a:r>
          </a:p>
        </p:txBody>
      </p:sp>
      <p:sp>
        <p:nvSpPr>
          <p:cNvPr id="15" name="Rounded Rectangle 14"/>
          <p:cNvSpPr/>
          <p:nvPr/>
        </p:nvSpPr>
        <p:spPr>
          <a:xfrm>
            <a:off x="8741664" y="2294310"/>
            <a:ext cx="2560320" cy="2194560"/>
          </a:xfrm>
          <a:prstGeom prst="roundRect">
            <a:avLst>
              <a:gd name="adj" fmla="val 8000"/>
            </a:avLst>
          </a:prstGeom>
          <a:solidFill>
            <a:srgbClr val="EE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8741664" y="2294310"/>
            <a:ext cx="91440" cy="219456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951976" y="2458902"/>
            <a:ext cx="2176272" cy="393192"/>
          </a:xfrm>
          <a:prstGeom prst="rect">
            <a:avLst/>
          </a:prstGeom>
          <a:noFill/>
        </p:spPr>
        <p:txBody>
          <a:bodyPr wrap="square" lIns="36576" tIns="36576" rIns="36576" bIns="36576" anchor="t">
            <a:spAutoFit/>
          </a:bodyPr>
          <a:lstStyle/>
          <a:p>
            <a:pPr algn="l">
              <a:spcAft>
                <a:spcPts val="0"/>
              </a:spcAft>
            </a:pPr>
            <a:r>
              <a:rPr sz="1800" b="1" i="0">
                <a:solidFill>
                  <a:srgbClr val="196B24"/>
                </a:solidFill>
                <a:latin typeface="Arial"/>
              </a:rPr>
              <a:t>PAYMENT</a:t>
            </a:r>
          </a:p>
        </p:txBody>
      </p:sp>
      <p:sp>
        <p:nvSpPr>
          <p:cNvPr id="18" name="TextBox 17"/>
          <p:cNvSpPr txBox="1"/>
          <p:nvPr/>
        </p:nvSpPr>
        <p:spPr>
          <a:xfrm>
            <a:off x="8951976" y="2934390"/>
            <a:ext cx="2176272" cy="1444752"/>
          </a:xfrm>
          <a:prstGeom prst="rect">
            <a:avLst/>
          </a:prstGeom>
          <a:noFill/>
        </p:spPr>
        <p:txBody>
          <a:bodyPr wrap="square" lIns="36576" tIns="36576" rIns="36576" bIns="36576" anchor="t">
            <a:spAutoFit/>
          </a:bodyPr>
          <a:lstStyle/>
          <a:p>
            <a:pPr algn="l">
              <a:spcAft>
                <a:spcPts val="500"/>
              </a:spcAft>
            </a:pPr>
            <a:r>
              <a:rPr sz="1500" b="0" i="0">
                <a:solidFill>
                  <a:srgbClr val="1F2937"/>
                </a:solidFill>
                <a:latin typeface="Arial"/>
              </a:rPr>
              <a:t>payment_id  PK</a:t>
            </a:r>
          </a:p>
          <a:p>
            <a:pPr algn="l">
              <a:spcAft>
                <a:spcPts val="500"/>
              </a:spcAft>
            </a:pPr>
            <a:r>
              <a:rPr sz="1500" b="0" i="0">
                <a:solidFill>
                  <a:srgbClr val="1F2937"/>
                </a:solidFill>
                <a:latin typeface="Arial"/>
              </a:rPr>
              <a:t>order_id  FK</a:t>
            </a:r>
          </a:p>
          <a:p>
            <a:pPr algn="l">
              <a:spcAft>
                <a:spcPts val="500"/>
              </a:spcAft>
            </a:pPr>
            <a:r>
              <a:rPr sz="1500" b="0" i="0">
                <a:solidFill>
                  <a:srgbClr val="1F2937"/>
                </a:solidFill>
                <a:latin typeface="Arial"/>
              </a:rPr>
              <a:t>method</a:t>
            </a:r>
          </a:p>
          <a:p>
            <a:pPr algn="l">
              <a:spcAft>
                <a:spcPts val="0"/>
              </a:spcAft>
            </a:pPr>
            <a:r>
              <a:rPr sz="1500" b="0" i="0">
                <a:solidFill>
                  <a:srgbClr val="1F2937"/>
                </a:solidFill>
                <a:latin typeface="Arial"/>
              </a:rPr>
              <a:t>status</a:t>
            </a:r>
          </a:p>
        </p:txBody>
      </p:sp>
      <p:sp>
        <p:nvSpPr>
          <p:cNvPr id="21" name="TextBox 20"/>
          <p:cNvSpPr txBox="1"/>
          <p:nvPr/>
        </p:nvSpPr>
        <p:spPr>
          <a:xfrm>
            <a:off x="896112" y="4781478"/>
            <a:ext cx="10149840" cy="713232"/>
          </a:xfrm>
          <a:prstGeom prst="rect">
            <a:avLst/>
          </a:prstGeom>
          <a:noFill/>
        </p:spPr>
        <p:txBody>
          <a:bodyPr wrap="square" lIns="36576" tIns="36576" rIns="36576" bIns="36576" anchor="t">
            <a:spAutoFit/>
          </a:bodyPr>
          <a:lstStyle/>
          <a:p>
            <a:pPr algn="l">
              <a:spcAft>
                <a:spcPts val="0"/>
              </a:spcAft>
            </a:pPr>
            <a:r>
              <a:rPr sz="1500" b="0" i="1">
                <a:solidFill>
                  <a:srgbClr val="475569"/>
                </a:solidFill>
                <a:latin typeface="Arial"/>
              </a:rPr>
              <a:t>*Illustrative only: model payment attempts/cardinality to match your business rules. Show keys, fields and relationships in your own ERD.</a:t>
            </a:r>
          </a:p>
        </p:txBody>
      </p:sp>
      <p:cxnSp>
        <p:nvCxnSpPr>
          <p:cNvPr id="22" name="Connector 21"/>
          <p:cNvCxnSpPr/>
          <p:nvPr/>
        </p:nvCxnSpPr>
        <p:spPr>
          <a:xfrm>
            <a:off x="3374136" y="3373302"/>
            <a:ext cx="173736" cy="0"/>
          </a:xfrm>
          <a:prstGeom prst="line">
            <a:avLst/>
          </a:prstGeom>
          <a:ln w="25400">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599432" y="3373302"/>
            <a:ext cx="173736" cy="0"/>
          </a:xfrm>
          <a:prstGeom prst="line">
            <a:avLst/>
          </a:prstGeom>
          <a:ln w="25400">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7342631" y="3373302"/>
            <a:ext cx="201169" cy="0"/>
          </a:xfrm>
          <a:prstGeom prst="line">
            <a:avLst/>
          </a:prstGeom>
          <a:ln w="25400">
            <a:solidFill>
              <a:srgbClr val="E97132"/>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8577072" y="3373302"/>
            <a:ext cx="164592" cy="0"/>
          </a:xfrm>
          <a:prstGeom prst="line">
            <a:avLst/>
          </a:prstGeom>
          <a:ln w="25400">
            <a:solidFill>
              <a:srgbClr val="E97132"/>
            </a:solidFill>
          </a:ln>
        </p:spPr>
        <p:style>
          <a:lnRef idx="2">
            <a:schemeClr val="accent1"/>
          </a:lnRef>
          <a:fillRef idx="0">
            <a:schemeClr val="accent1"/>
          </a:fillRef>
          <a:effectRef idx="1">
            <a:schemeClr val="accent1"/>
          </a:effectRef>
          <a:fontRef idx="minor">
            <a:schemeClr val="tx1"/>
          </a:fontRef>
        </p:style>
      </p:cxnSp>
      <p:sp>
        <p:nvSpPr>
          <p:cNvPr id="26" name="Rounded Rectangle 25"/>
          <p:cNvSpPr/>
          <p:nvPr/>
        </p:nvSpPr>
        <p:spPr>
          <a:xfrm>
            <a:off x="3547872" y="3162990"/>
            <a:ext cx="1033271"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sz="1000" b="1">
                <a:solidFill>
                  <a:srgbClr val="0E2841"/>
                </a:solidFill>
                <a:latin typeface="Arial"/>
              </a:rPr>
              <a:t>1 : many</a:t>
            </a:r>
          </a:p>
        </p:txBody>
      </p:sp>
      <p:sp>
        <p:nvSpPr>
          <p:cNvPr id="27" name="Rounded Rectangle 26"/>
          <p:cNvSpPr/>
          <p:nvPr/>
        </p:nvSpPr>
        <p:spPr>
          <a:xfrm>
            <a:off x="7543800" y="3162990"/>
            <a:ext cx="1033271" cy="411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wrap="square" lIns="18288" tIns="9144" rIns="18288" bIns="9144" rtlCol="0" anchor="ctr"/>
          <a:lstStyle/>
          <a:p>
            <a:pPr algn="ctr"/>
            <a:r>
              <a:rPr sz="1000" b="1">
                <a:solidFill>
                  <a:srgbClr val="0E2841"/>
                </a:solidFill>
                <a:latin typeface="Arial"/>
              </a:rPr>
              <a:t>1 : many*</a:t>
            </a:r>
          </a:p>
        </p:txBody>
      </p:sp>
      <p:sp>
        <p:nvSpPr>
          <p:cNvPr id="5" name="TextBox 4">
            <a:extLst>
              <a:ext uri="{FF2B5EF4-FFF2-40B4-BE49-F238E27FC236}">
                <a16:creationId xmlns:a16="http://schemas.microsoft.com/office/drawing/2014/main" id="{CEDE8D0F-1B3A-7263-CC19-A7A71DA65355}"/>
              </a:ext>
            </a:extLst>
          </p:cNvPr>
          <p:cNvSpPr txBox="1"/>
          <p:nvPr/>
        </p:nvSpPr>
        <p:spPr>
          <a:xfrm>
            <a:off x="731520" y="1837393"/>
            <a:ext cx="1556836" cy="369332"/>
          </a:xfrm>
          <a:prstGeom prst="rect">
            <a:avLst/>
          </a:prstGeom>
          <a:noFill/>
        </p:spPr>
        <p:txBody>
          <a:bodyPr wrap="none" rtlCol="0">
            <a:spAutoFit/>
          </a:bodyPr>
          <a:lstStyle/>
          <a:p>
            <a:r>
              <a:rPr lang="en-US" b="1" dirty="0">
                <a:solidFill>
                  <a:srgbClr val="FF0000"/>
                </a:solidFill>
                <a:latin typeface="Arial" panose="020B0604020202020204" pitchFamily="34" charset="0"/>
                <a:cs typeface="Arial" panose="020B0604020202020204" pitchFamily="34" charset="0"/>
              </a:rPr>
              <a:t>Sample ERD</a:t>
            </a:r>
            <a:endParaRPr lang="en-SG" b="1" dirty="0">
              <a:solidFill>
                <a:srgbClr val="FF0000"/>
              </a:solidFill>
              <a:latin typeface="Arial" panose="020B0604020202020204" pitchFamily="34" charset="0"/>
              <a:cs typeface="Arial" panose="020B06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3000" b="1">
                <a:solidFill>
                  <a:srgbClr val="0E2841"/>
                </a:solidFill>
                <a:latin typeface="Arial Black"/>
              </a:rPr>
              <a:t>D  |  Write requirements you can check</a:t>
            </a:r>
          </a:p>
        </p:txBody>
      </p:sp>
      <p:sp>
        <p:nvSpPr>
          <p:cNvPr id="4" name="Rectangle 3"/>
          <p:cNvSpPr/>
          <p:nvPr/>
        </p:nvSpPr>
        <p:spPr>
          <a:xfrm>
            <a:off x="731520" y="1453896"/>
            <a:ext cx="749808"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58952" y="2111429"/>
            <a:ext cx="3401568" cy="2395728"/>
          </a:xfrm>
          <a:prstGeom prst="roundRect">
            <a:avLst>
              <a:gd name="adj" fmla="val 8000"/>
            </a:avLst>
          </a:prstGeom>
          <a:solidFill>
            <a:srgbClr val="EA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58952" y="2111429"/>
            <a:ext cx="91440" cy="2395728"/>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9264" y="2276021"/>
            <a:ext cx="3017520" cy="393192"/>
          </a:xfrm>
          <a:prstGeom prst="rect">
            <a:avLst/>
          </a:prstGeom>
          <a:noFill/>
        </p:spPr>
        <p:txBody>
          <a:bodyPr wrap="square" lIns="36576" tIns="36576" rIns="36576" bIns="36576" anchor="t">
            <a:spAutoFit/>
          </a:bodyPr>
          <a:lstStyle/>
          <a:p>
            <a:pPr algn="l">
              <a:spcAft>
                <a:spcPts val="0"/>
              </a:spcAft>
            </a:pPr>
            <a:r>
              <a:rPr sz="1700" b="1" i="0">
                <a:solidFill>
                  <a:srgbClr val="156082"/>
                </a:solidFill>
                <a:latin typeface="Arial"/>
              </a:rPr>
              <a:t>FR-01  |  Select</a:t>
            </a:r>
          </a:p>
        </p:txBody>
      </p:sp>
      <p:sp>
        <p:nvSpPr>
          <p:cNvPr id="8" name="TextBox 7"/>
          <p:cNvSpPr txBox="1"/>
          <p:nvPr/>
        </p:nvSpPr>
        <p:spPr>
          <a:xfrm>
            <a:off x="969264" y="2751509"/>
            <a:ext cx="3017520" cy="1645920"/>
          </a:xfrm>
          <a:prstGeom prst="rect">
            <a:avLst/>
          </a:prstGeom>
          <a:noFill/>
        </p:spPr>
        <p:txBody>
          <a:bodyPr wrap="square" lIns="36576" tIns="36576" rIns="36576" bIns="36576" anchor="t">
            <a:spAutoFit/>
          </a:bodyPr>
          <a:lstStyle/>
          <a:p>
            <a:pPr algn="l">
              <a:spcAft>
                <a:spcPts val="0"/>
              </a:spcAft>
            </a:pPr>
            <a:r>
              <a:rPr sz="1500" b="0" i="0">
                <a:solidFill>
                  <a:srgbClr val="1F2937"/>
                </a:solidFill>
                <a:latin typeface="Arial"/>
              </a:rPr>
              <a:t>The system shall let a customer select an available product or service and review the order details.</a:t>
            </a:r>
          </a:p>
        </p:txBody>
      </p:sp>
      <p:sp>
        <p:nvSpPr>
          <p:cNvPr id="9" name="Rounded Rectangle 8"/>
          <p:cNvSpPr/>
          <p:nvPr/>
        </p:nvSpPr>
        <p:spPr>
          <a:xfrm>
            <a:off x="4343400" y="2111429"/>
            <a:ext cx="3401568" cy="2395728"/>
          </a:xfrm>
          <a:prstGeom prst="roundRect">
            <a:avLst>
              <a:gd name="adj" fmla="val 8000"/>
            </a:avLst>
          </a:prstGeom>
          <a:solidFill>
            <a:srgbClr val="FB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2111429"/>
            <a:ext cx="91440" cy="2395728"/>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53712" y="2276021"/>
            <a:ext cx="3017520" cy="393192"/>
          </a:xfrm>
          <a:prstGeom prst="rect">
            <a:avLst/>
          </a:prstGeom>
          <a:noFill/>
        </p:spPr>
        <p:txBody>
          <a:bodyPr wrap="square" lIns="36576" tIns="36576" rIns="36576" bIns="36576" anchor="t">
            <a:spAutoFit/>
          </a:bodyPr>
          <a:lstStyle/>
          <a:p>
            <a:pPr algn="l">
              <a:spcAft>
                <a:spcPts val="0"/>
              </a:spcAft>
            </a:pPr>
            <a:r>
              <a:rPr sz="1700" b="1" i="0">
                <a:solidFill>
                  <a:srgbClr val="E97132"/>
                </a:solidFill>
                <a:latin typeface="Arial"/>
              </a:rPr>
              <a:t>FR-02  |  Pay</a:t>
            </a:r>
          </a:p>
        </p:txBody>
      </p:sp>
      <p:sp>
        <p:nvSpPr>
          <p:cNvPr id="12" name="TextBox 11"/>
          <p:cNvSpPr txBox="1"/>
          <p:nvPr/>
        </p:nvSpPr>
        <p:spPr>
          <a:xfrm>
            <a:off x="4553712" y="2751509"/>
            <a:ext cx="3017520" cy="1645920"/>
          </a:xfrm>
          <a:prstGeom prst="rect">
            <a:avLst/>
          </a:prstGeom>
          <a:noFill/>
        </p:spPr>
        <p:txBody>
          <a:bodyPr wrap="square" lIns="36576" tIns="36576" rIns="36576" bIns="36576" anchor="t">
            <a:spAutoFit/>
          </a:bodyPr>
          <a:lstStyle/>
          <a:p>
            <a:pPr algn="l">
              <a:spcAft>
                <a:spcPts val="0"/>
              </a:spcAft>
            </a:pPr>
            <a:r>
              <a:rPr sz="1500" b="0" i="0">
                <a:solidFill>
                  <a:srgbClr val="1F2937"/>
                </a:solidFill>
                <a:latin typeface="Arial"/>
              </a:rPr>
              <a:t>The system shall show the amount due before the customer starts payment.</a:t>
            </a:r>
          </a:p>
        </p:txBody>
      </p:sp>
      <p:sp>
        <p:nvSpPr>
          <p:cNvPr id="13" name="Rounded Rectangle 12"/>
          <p:cNvSpPr/>
          <p:nvPr/>
        </p:nvSpPr>
        <p:spPr>
          <a:xfrm>
            <a:off x="7927848" y="2111429"/>
            <a:ext cx="3401568" cy="2395728"/>
          </a:xfrm>
          <a:prstGeom prst="roundRect">
            <a:avLst>
              <a:gd name="adj" fmla="val 8000"/>
            </a:avLst>
          </a:prstGeom>
          <a:solidFill>
            <a:srgbClr val="EE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927848" y="2111429"/>
            <a:ext cx="91440" cy="2395728"/>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38160" y="2276021"/>
            <a:ext cx="3017520" cy="393192"/>
          </a:xfrm>
          <a:prstGeom prst="rect">
            <a:avLst/>
          </a:prstGeom>
          <a:noFill/>
        </p:spPr>
        <p:txBody>
          <a:bodyPr wrap="square" lIns="36576" tIns="36576" rIns="36576" bIns="36576" anchor="t">
            <a:spAutoFit/>
          </a:bodyPr>
          <a:lstStyle/>
          <a:p>
            <a:pPr algn="l">
              <a:spcAft>
                <a:spcPts val="0"/>
              </a:spcAft>
            </a:pPr>
            <a:r>
              <a:rPr sz="1700" b="1" i="0">
                <a:solidFill>
                  <a:srgbClr val="196B24"/>
                </a:solidFill>
                <a:latin typeface="Arial"/>
              </a:rPr>
              <a:t>FR-03  |  Result</a:t>
            </a:r>
          </a:p>
        </p:txBody>
      </p:sp>
      <p:sp>
        <p:nvSpPr>
          <p:cNvPr id="16" name="TextBox 15"/>
          <p:cNvSpPr txBox="1"/>
          <p:nvPr/>
        </p:nvSpPr>
        <p:spPr>
          <a:xfrm>
            <a:off x="8138160" y="2751509"/>
            <a:ext cx="3017520" cy="1645920"/>
          </a:xfrm>
          <a:prstGeom prst="rect">
            <a:avLst/>
          </a:prstGeom>
          <a:noFill/>
        </p:spPr>
        <p:txBody>
          <a:bodyPr wrap="square" lIns="36576" tIns="36576" rIns="36576" bIns="36576" anchor="t">
            <a:spAutoFit/>
          </a:bodyPr>
          <a:lstStyle/>
          <a:p>
            <a:pPr algn="l">
              <a:spcAft>
                <a:spcPts val="0"/>
              </a:spcAft>
            </a:pPr>
            <a:r>
              <a:rPr sz="1500" b="0" i="0">
                <a:solidFill>
                  <a:srgbClr val="1F2937"/>
                </a:solidFill>
                <a:latin typeface="Arial"/>
              </a:rPr>
              <a:t>The system shall record the payment outcome and display the updated status to the customer.</a:t>
            </a:r>
          </a:p>
        </p:txBody>
      </p:sp>
      <p:sp>
        <p:nvSpPr>
          <p:cNvPr id="17" name="TextBox 16"/>
          <p:cNvSpPr txBox="1"/>
          <p:nvPr/>
        </p:nvSpPr>
        <p:spPr>
          <a:xfrm>
            <a:off x="886968" y="4799765"/>
            <a:ext cx="10287000" cy="365760"/>
          </a:xfrm>
          <a:prstGeom prst="rect">
            <a:avLst/>
          </a:prstGeom>
          <a:noFill/>
        </p:spPr>
        <p:txBody>
          <a:bodyPr wrap="square" lIns="36576" tIns="36576" rIns="36576" bIns="36576" anchor="t">
            <a:spAutoFit/>
          </a:bodyPr>
          <a:lstStyle/>
          <a:p>
            <a:pPr algn="l">
              <a:spcAft>
                <a:spcPts val="0"/>
              </a:spcAft>
            </a:pPr>
            <a:r>
              <a:rPr sz="1400" b="0" i="1">
                <a:solidFill>
                  <a:srgbClr val="475569"/>
                </a:solidFill>
                <a:latin typeface="Arial"/>
              </a:rPr>
              <a:t>Illustrative examples: adapt these to your actual use cases and project requirements.</a:t>
            </a:r>
          </a:p>
        </p:txBody>
      </p:sp>
      <p:sp>
        <p:nvSpPr>
          <p:cNvPr id="18" name="Rounded Rectangle 17"/>
          <p:cNvSpPr/>
          <p:nvPr/>
        </p:nvSpPr>
        <p:spPr>
          <a:xfrm>
            <a:off x="758952" y="5302685"/>
            <a:ext cx="10671048" cy="685800"/>
          </a:xfrm>
          <a:prstGeom prst="roundRect">
            <a:avLst>
              <a:gd name="adj" fmla="val 8000"/>
            </a:avLst>
          </a:prstGeom>
          <a:solidFill>
            <a:srgbClr val="EA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41832" y="5366693"/>
            <a:ext cx="10287000" cy="557784"/>
          </a:xfrm>
          <a:prstGeom prst="rect">
            <a:avLst/>
          </a:prstGeom>
          <a:noFill/>
        </p:spPr>
        <p:txBody>
          <a:bodyPr wrap="square" lIns="18288" tIns="18288" rIns="18288" bIns="18288" anchor="ctr">
            <a:spAutoFit/>
          </a:bodyPr>
          <a:lstStyle/>
          <a:p>
            <a:pPr algn="l">
              <a:spcAft>
                <a:spcPts val="0"/>
              </a:spcAft>
            </a:pPr>
            <a:r>
              <a:rPr sz="1500" b="1" i="0">
                <a:solidFill>
                  <a:srgbClr val="156082"/>
                </a:solidFill>
                <a:latin typeface="Arial"/>
              </a:rPr>
              <a:t>Use a unique ID, one clear system behaviour and an observable result. Avoid vague words such as "easy" or "fast".</a:t>
            </a:r>
          </a:p>
        </p:txBody>
      </p:sp>
      <p:sp>
        <p:nvSpPr>
          <p:cNvPr id="20" name="TextBox 19">
            <a:extLst>
              <a:ext uri="{FF2B5EF4-FFF2-40B4-BE49-F238E27FC236}">
                <a16:creationId xmlns:a16="http://schemas.microsoft.com/office/drawing/2014/main" id="{ED36F3B8-5492-956A-35F0-E6F4EA1DE9AC}"/>
              </a:ext>
            </a:extLst>
          </p:cNvPr>
          <p:cNvSpPr txBox="1"/>
          <p:nvPr/>
        </p:nvSpPr>
        <p:spPr>
          <a:xfrm>
            <a:off x="702910" y="1686690"/>
            <a:ext cx="4160113" cy="369332"/>
          </a:xfrm>
          <a:prstGeom prst="rect">
            <a:avLst/>
          </a:prstGeom>
          <a:noFill/>
        </p:spPr>
        <p:txBody>
          <a:bodyPr wrap="none" rtlCol="0">
            <a:spAutoFit/>
          </a:bodyPr>
          <a:lstStyle/>
          <a:p>
            <a:r>
              <a:rPr lang="en-US" b="1" dirty="0">
                <a:solidFill>
                  <a:srgbClr val="FF0000"/>
                </a:solidFill>
                <a:latin typeface="Arial" panose="020B0604020202020204" pitchFamily="34" charset="0"/>
                <a:cs typeface="Arial" panose="020B0604020202020204" pitchFamily="34" charset="0"/>
              </a:rPr>
              <a:t>Sample functional requirements(FR)</a:t>
            </a:r>
            <a:endParaRPr lang="en-SG" b="1" dirty="0">
              <a:solidFill>
                <a:srgbClr val="FF0000"/>
              </a:solidFill>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3000" b="1">
                <a:solidFill>
                  <a:srgbClr val="0E2841"/>
                </a:solidFill>
                <a:latin typeface="Arial Black"/>
              </a:rPr>
              <a:t>Make Sections A-D tell one consistent story</a:t>
            </a:r>
          </a:p>
        </p:txBody>
      </p:sp>
      <p:sp>
        <p:nvSpPr>
          <p:cNvPr id="4" name="Rectangle 3"/>
          <p:cNvSpPr/>
          <p:nvPr/>
        </p:nvSpPr>
        <p:spPr>
          <a:xfrm>
            <a:off x="731520" y="1453896"/>
            <a:ext cx="749808"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58952" y="2103120"/>
            <a:ext cx="1965960" cy="1737360"/>
          </a:xfrm>
          <a:prstGeom prst="roundRect">
            <a:avLst>
              <a:gd name="adj" fmla="val 8000"/>
            </a:avLst>
          </a:prstGeom>
          <a:solidFill>
            <a:srgbClr val="EA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58952" y="2103120"/>
            <a:ext cx="91440" cy="173736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9264" y="2267712"/>
            <a:ext cx="1581912" cy="393192"/>
          </a:xfrm>
          <a:prstGeom prst="rect">
            <a:avLst/>
          </a:prstGeom>
          <a:noFill/>
        </p:spPr>
        <p:txBody>
          <a:bodyPr wrap="square" lIns="36576" tIns="36576" rIns="36576" bIns="36576" anchor="t">
            <a:spAutoFit/>
          </a:bodyPr>
          <a:lstStyle/>
          <a:p>
            <a:pPr algn="l">
              <a:spcAft>
                <a:spcPts val="0"/>
              </a:spcAft>
            </a:pPr>
            <a:r>
              <a:rPr sz="1500" b="1" i="0">
                <a:solidFill>
                  <a:srgbClr val="156082"/>
                </a:solidFill>
                <a:latin typeface="Arial"/>
              </a:rPr>
              <a:t>A  GAP</a:t>
            </a:r>
          </a:p>
        </p:txBody>
      </p:sp>
      <p:sp>
        <p:nvSpPr>
          <p:cNvPr id="8" name="TextBox 7"/>
          <p:cNvSpPr txBox="1"/>
          <p:nvPr/>
        </p:nvSpPr>
        <p:spPr>
          <a:xfrm>
            <a:off x="969264" y="2743200"/>
            <a:ext cx="1581912" cy="987552"/>
          </a:xfrm>
          <a:prstGeom prst="rect">
            <a:avLst/>
          </a:prstGeom>
          <a:noFill/>
        </p:spPr>
        <p:txBody>
          <a:bodyPr wrap="square" lIns="36576" tIns="36576" rIns="36576" bIns="36576" anchor="t">
            <a:spAutoFit/>
          </a:bodyPr>
          <a:lstStyle/>
          <a:p>
            <a:pPr algn="l">
              <a:spcAft>
                <a:spcPts val="0"/>
              </a:spcAft>
            </a:pPr>
            <a:r>
              <a:rPr sz="1400" b="0" i="0">
                <a:solidFill>
                  <a:srgbClr val="1F2937"/>
                </a:solidFill>
                <a:latin typeface="Arial"/>
              </a:rPr>
              <a:t>What user need is unmet?</a:t>
            </a:r>
          </a:p>
        </p:txBody>
      </p:sp>
      <p:cxnSp>
        <p:nvCxnSpPr>
          <p:cNvPr id="9" name="Connector 8"/>
          <p:cNvCxnSpPr/>
          <p:nvPr/>
        </p:nvCxnSpPr>
        <p:spPr>
          <a:xfrm>
            <a:off x="2724912" y="2971800"/>
            <a:ext cx="210312" cy="0"/>
          </a:xfrm>
          <a:prstGeom prst="line">
            <a:avLst/>
          </a:prstGeom>
          <a:ln w="25400">
            <a:solidFill>
              <a:srgbClr val="E97132"/>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935224" y="2103120"/>
            <a:ext cx="1965960" cy="1737360"/>
          </a:xfrm>
          <a:prstGeom prst="roundRect">
            <a:avLst>
              <a:gd name="adj" fmla="val 8000"/>
            </a:avLst>
          </a:prstGeom>
          <a:solidFill>
            <a:srgbClr val="E9F4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2935224" y="2103120"/>
            <a:ext cx="91440" cy="1737360"/>
          </a:xfrm>
          <a:prstGeom prst="rect">
            <a:avLst/>
          </a:prstGeom>
          <a:solidFill>
            <a:srgbClr val="0F9E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3145536" y="2267712"/>
            <a:ext cx="1581912" cy="393192"/>
          </a:xfrm>
          <a:prstGeom prst="rect">
            <a:avLst/>
          </a:prstGeom>
          <a:noFill/>
        </p:spPr>
        <p:txBody>
          <a:bodyPr wrap="square" lIns="36576" tIns="36576" rIns="36576" bIns="36576" anchor="t">
            <a:spAutoFit/>
          </a:bodyPr>
          <a:lstStyle/>
          <a:p>
            <a:pPr algn="l">
              <a:spcAft>
                <a:spcPts val="0"/>
              </a:spcAft>
            </a:pPr>
            <a:r>
              <a:rPr sz="1500" b="1" i="0">
                <a:solidFill>
                  <a:srgbClr val="0F9ED5"/>
                </a:solidFill>
                <a:latin typeface="Arial"/>
              </a:rPr>
              <a:t>A  SOLUTION</a:t>
            </a:r>
          </a:p>
        </p:txBody>
      </p:sp>
      <p:sp>
        <p:nvSpPr>
          <p:cNvPr id="13" name="TextBox 12"/>
          <p:cNvSpPr txBox="1"/>
          <p:nvPr/>
        </p:nvSpPr>
        <p:spPr>
          <a:xfrm>
            <a:off x="3145536" y="2743200"/>
            <a:ext cx="1581912" cy="987552"/>
          </a:xfrm>
          <a:prstGeom prst="rect">
            <a:avLst/>
          </a:prstGeom>
          <a:noFill/>
        </p:spPr>
        <p:txBody>
          <a:bodyPr wrap="square" lIns="36576" tIns="36576" rIns="36576" bIns="36576" anchor="t">
            <a:spAutoFit/>
          </a:bodyPr>
          <a:lstStyle/>
          <a:p>
            <a:pPr algn="l">
              <a:spcAft>
                <a:spcPts val="0"/>
              </a:spcAft>
            </a:pPr>
            <a:r>
              <a:rPr sz="1400" b="0" i="0">
                <a:solidFill>
                  <a:srgbClr val="1F2937"/>
                </a:solidFill>
                <a:latin typeface="Arial"/>
              </a:rPr>
              <a:t>What will you offer?</a:t>
            </a:r>
          </a:p>
        </p:txBody>
      </p:sp>
      <p:cxnSp>
        <p:nvCxnSpPr>
          <p:cNvPr id="14" name="Connector 13"/>
          <p:cNvCxnSpPr/>
          <p:nvPr/>
        </p:nvCxnSpPr>
        <p:spPr>
          <a:xfrm>
            <a:off x="4901183" y="2971800"/>
            <a:ext cx="210313" cy="0"/>
          </a:xfrm>
          <a:prstGeom prst="line">
            <a:avLst/>
          </a:prstGeom>
          <a:ln w="25400">
            <a:solidFill>
              <a:srgbClr val="E97132"/>
            </a:solidFill>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111496" y="2103120"/>
            <a:ext cx="1965960" cy="1737360"/>
          </a:xfrm>
          <a:prstGeom prst="roundRect">
            <a:avLst>
              <a:gd name="adj" fmla="val 8000"/>
            </a:avLst>
          </a:prstGeom>
          <a:solidFill>
            <a:srgbClr val="FB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5111496" y="2103120"/>
            <a:ext cx="91440" cy="173736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321808" y="2267712"/>
            <a:ext cx="1581912" cy="393192"/>
          </a:xfrm>
          <a:prstGeom prst="rect">
            <a:avLst/>
          </a:prstGeom>
          <a:noFill/>
        </p:spPr>
        <p:txBody>
          <a:bodyPr wrap="square" lIns="36576" tIns="36576" rIns="36576" bIns="36576" anchor="t">
            <a:spAutoFit/>
          </a:bodyPr>
          <a:lstStyle/>
          <a:p>
            <a:pPr algn="l">
              <a:spcAft>
                <a:spcPts val="0"/>
              </a:spcAft>
            </a:pPr>
            <a:r>
              <a:rPr sz="1500" b="1" i="0">
                <a:solidFill>
                  <a:srgbClr val="E97132"/>
                </a:solidFill>
                <a:latin typeface="Arial"/>
              </a:rPr>
              <a:t>C  USE CASE</a:t>
            </a:r>
          </a:p>
        </p:txBody>
      </p:sp>
      <p:sp>
        <p:nvSpPr>
          <p:cNvPr id="18" name="TextBox 17"/>
          <p:cNvSpPr txBox="1"/>
          <p:nvPr/>
        </p:nvSpPr>
        <p:spPr>
          <a:xfrm>
            <a:off x="5321808" y="2743200"/>
            <a:ext cx="1581912" cy="987552"/>
          </a:xfrm>
          <a:prstGeom prst="rect">
            <a:avLst/>
          </a:prstGeom>
          <a:noFill/>
        </p:spPr>
        <p:txBody>
          <a:bodyPr wrap="square" lIns="36576" tIns="36576" rIns="36576" bIns="36576" anchor="t">
            <a:spAutoFit/>
          </a:bodyPr>
          <a:lstStyle/>
          <a:p>
            <a:pPr algn="l">
              <a:spcAft>
                <a:spcPts val="0"/>
              </a:spcAft>
            </a:pPr>
            <a:r>
              <a:rPr sz="1400" b="0" i="0">
                <a:solidFill>
                  <a:srgbClr val="1F2937"/>
                </a:solidFill>
                <a:latin typeface="Arial"/>
              </a:rPr>
              <a:t>What will users do?</a:t>
            </a:r>
          </a:p>
        </p:txBody>
      </p:sp>
      <p:cxnSp>
        <p:nvCxnSpPr>
          <p:cNvPr id="19" name="Connector 18"/>
          <p:cNvCxnSpPr/>
          <p:nvPr/>
        </p:nvCxnSpPr>
        <p:spPr>
          <a:xfrm>
            <a:off x="7077456" y="2971800"/>
            <a:ext cx="210312" cy="0"/>
          </a:xfrm>
          <a:prstGeom prst="line">
            <a:avLst/>
          </a:prstGeom>
          <a:ln w="25400">
            <a:solidFill>
              <a:srgbClr val="E97132"/>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7287768" y="2103120"/>
            <a:ext cx="1965960" cy="1737360"/>
          </a:xfrm>
          <a:prstGeom prst="roundRect">
            <a:avLst>
              <a:gd name="adj" fmla="val 8000"/>
            </a:avLst>
          </a:prstGeom>
          <a:solidFill>
            <a:srgbClr val="EE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287768" y="2103120"/>
            <a:ext cx="91440" cy="173736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498079" y="2267712"/>
            <a:ext cx="1581912" cy="393192"/>
          </a:xfrm>
          <a:prstGeom prst="rect">
            <a:avLst/>
          </a:prstGeom>
          <a:noFill/>
        </p:spPr>
        <p:txBody>
          <a:bodyPr wrap="square" lIns="36576" tIns="36576" rIns="36576" bIns="36576" anchor="t">
            <a:spAutoFit/>
          </a:bodyPr>
          <a:lstStyle/>
          <a:p>
            <a:pPr algn="l">
              <a:spcAft>
                <a:spcPts val="0"/>
              </a:spcAft>
            </a:pPr>
            <a:r>
              <a:rPr sz="1500" b="1" i="0">
                <a:solidFill>
                  <a:srgbClr val="196B24"/>
                </a:solidFill>
                <a:latin typeface="Arial"/>
              </a:rPr>
              <a:t>C  DATA</a:t>
            </a:r>
          </a:p>
        </p:txBody>
      </p:sp>
      <p:sp>
        <p:nvSpPr>
          <p:cNvPr id="23" name="TextBox 22"/>
          <p:cNvSpPr txBox="1"/>
          <p:nvPr/>
        </p:nvSpPr>
        <p:spPr>
          <a:xfrm>
            <a:off x="7498079" y="2743200"/>
            <a:ext cx="1581912" cy="987552"/>
          </a:xfrm>
          <a:prstGeom prst="rect">
            <a:avLst/>
          </a:prstGeom>
          <a:noFill/>
        </p:spPr>
        <p:txBody>
          <a:bodyPr wrap="square" lIns="36576" tIns="36576" rIns="36576" bIns="36576" anchor="t">
            <a:spAutoFit/>
          </a:bodyPr>
          <a:lstStyle/>
          <a:p>
            <a:pPr algn="l">
              <a:spcAft>
                <a:spcPts val="0"/>
              </a:spcAft>
            </a:pPr>
            <a:r>
              <a:rPr sz="1400" b="0" i="0">
                <a:solidFill>
                  <a:srgbClr val="1F2937"/>
                </a:solidFill>
                <a:latin typeface="Arial"/>
              </a:rPr>
              <a:t>What must be stored?</a:t>
            </a:r>
          </a:p>
        </p:txBody>
      </p:sp>
      <p:cxnSp>
        <p:nvCxnSpPr>
          <p:cNvPr id="24" name="Connector 23"/>
          <p:cNvCxnSpPr/>
          <p:nvPr/>
        </p:nvCxnSpPr>
        <p:spPr>
          <a:xfrm>
            <a:off x="9253728" y="2971800"/>
            <a:ext cx="210312" cy="0"/>
          </a:xfrm>
          <a:prstGeom prst="line">
            <a:avLst/>
          </a:prstGeom>
          <a:ln w="25400">
            <a:solidFill>
              <a:srgbClr val="E97132"/>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9464040" y="2103120"/>
            <a:ext cx="1965960" cy="1737360"/>
          </a:xfrm>
          <a:prstGeom prst="roundRect">
            <a:avLst>
              <a:gd name="adj" fmla="val 8000"/>
            </a:avLst>
          </a:prstGeom>
          <a:solidFill>
            <a:srgbClr val="F5ECF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9464040" y="2103120"/>
            <a:ext cx="91440" cy="1737360"/>
          </a:xfrm>
          <a:prstGeom prst="rect">
            <a:avLst/>
          </a:prstGeom>
          <a:solidFill>
            <a:srgbClr val="A02B9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674352" y="2267712"/>
            <a:ext cx="1581912" cy="393192"/>
          </a:xfrm>
          <a:prstGeom prst="rect">
            <a:avLst/>
          </a:prstGeom>
          <a:noFill/>
        </p:spPr>
        <p:txBody>
          <a:bodyPr wrap="square" lIns="36576" tIns="36576" rIns="36576" bIns="36576" anchor="t">
            <a:spAutoFit/>
          </a:bodyPr>
          <a:lstStyle/>
          <a:p>
            <a:pPr algn="l">
              <a:spcAft>
                <a:spcPts val="0"/>
              </a:spcAft>
            </a:pPr>
            <a:r>
              <a:rPr sz="1500" b="1" i="0">
                <a:solidFill>
                  <a:srgbClr val="A02B93"/>
                </a:solidFill>
                <a:latin typeface="Arial"/>
              </a:rPr>
              <a:t>D  REQUIREMENT</a:t>
            </a:r>
          </a:p>
        </p:txBody>
      </p:sp>
      <p:sp>
        <p:nvSpPr>
          <p:cNvPr id="28" name="TextBox 27"/>
          <p:cNvSpPr txBox="1"/>
          <p:nvPr/>
        </p:nvSpPr>
        <p:spPr>
          <a:xfrm>
            <a:off x="9674352" y="2743200"/>
            <a:ext cx="1581912" cy="987552"/>
          </a:xfrm>
          <a:prstGeom prst="rect">
            <a:avLst/>
          </a:prstGeom>
          <a:noFill/>
        </p:spPr>
        <p:txBody>
          <a:bodyPr wrap="square" lIns="36576" tIns="36576" rIns="36576" bIns="36576" anchor="t">
            <a:spAutoFit/>
          </a:bodyPr>
          <a:lstStyle/>
          <a:p>
            <a:pPr algn="l">
              <a:spcAft>
                <a:spcPts val="0"/>
              </a:spcAft>
            </a:pPr>
            <a:r>
              <a:rPr sz="1400" b="0" i="0">
                <a:solidFill>
                  <a:srgbClr val="1F2937"/>
                </a:solidFill>
                <a:latin typeface="Arial"/>
              </a:rPr>
              <a:t>What must the system do?</a:t>
            </a:r>
          </a:p>
        </p:txBody>
      </p:sp>
      <p:sp>
        <p:nvSpPr>
          <p:cNvPr id="29" name="Rounded Rectangle 28"/>
          <p:cNvSpPr/>
          <p:nvPr/>
        </p:nvSpPr>
        <p:spPr>
          <a:xfrm>
            <a:off x="758952" y="4270248"/>
            <a:ext cx="10671048" cy="969264"/>
          </a:xfrm>
          <a:prstGeom prst="roundRect">
            <a:avLst>
              <a:gd name="adj" fmla="val 8000"/>
            </a:avLst>
          </a:prstGeom>
          <a:solidFill>
            <a:srgbClr val="0E28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69264" y="4407408"/>
            <a:ext cx="10222992" cy="676656"/>
          </a:xfrm>
          <a:prstGeom prst="rect">
            <a:avLst/>
          </a:prstGeom>
          <a:noFill/>
        </p:spPr>
        <p:txBody>
          <a:bodyPr wrap="square" lIns="36576" tIns="36576" rIns="36576" bIns="36576" anchor="ctr">
            <a:spAutoFit/>
          </a:bodyPr>
          <a:lstStyle/>
          <a:p>
            <a:pPr algn="ctr">
              <a:spcAft>
                <a:spcPts val="0"/>
              </a:spcAft>
            </a:pPr>
            <a:r>
              <a:rPr sz="1800" b="1" i="0">
                <a:solidFill>
                  <a:srgbClr val="FFFFFF"/>
                </a:solidFill>
                <a:latin typeface="Arial"/>
              </a:rPr>
              <a:t>If a requirement, table or use case cannot be linked back to the customer need, revisit the scope.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3000" b="1">
                <a:solidFill>
                  <a:srgbClr val="0E2841"/>
                </a:solidFill>
                <a:latin typeface="Arial Black"/>
              </a:rPr>
              <a:t>A quick example of connected thinking</a:t>
            </a:r>
          </a:p>
        </p:txBody>
      </p:sp>
      <p:sp>
        <p:nvSpPr>
          <p:cNvPr id="4" name="Rectangle 3"/>
          <p:cNvSpPr/>
          <p:nvPr/>
        </p:nvSpPr>
        <p:spPr>
          <a:xfrm>
            <a:off x="731520" y="1453896"/>
            <a:ext cx="749808"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13816" y="1737360"/>
            <a:ext cx="2011680" cy="310896"/>
          </a:xfrm>
          <a:prstGeom prst="roundRect">
            <a:avLst>
              <a:gd name="adj" fmla="val 8000"/>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50392" y="1746504"/>
            <a:ext cx="1938528" cy="274320"/>
          </a:xfrm>
          <a:prstGeom prst="rect">
            <a:avLst/>
          </a:prstGeom>
          <a:noFill/>
        </p:spPr>
        <p:txBody>
          <a:bodyPr wrap="square" lIns="9144" tIns="9144" rIns="9144" bIns="9144" anchor="ctr">
            <a:spAutoFit/>
          </a:bodyPr>
          <a:lstStyle/>
          <a:p>
            <a:r>
              <a:rPr sz="1200" b="1">
                <a:solidFill>
                  <a:srgbClr val="FFFFFF"/>
                </a:solidFill>
                <a:latin typeface="Arial"/>
              </a:rPr>
              <a:t>HYPOTHETICAL</a:t>
            </a:r>
          </a:p>
        </p:txBody>
      </p:sp>
      <p:sp>
        <p:nvSpPr>
          <p:cNvPr id="7" name="Rounded Rectangle 6"/>
          <p:cNvSpPr/>
          <p:nvPr/>
        </p:nvSpPr>
        <p:spPr>
          <a:xfrm>
            <a:off x="758952" y="2212848"/>
            <a:ext cx="3401568" cy="2112264"/>
          </a:xfrm>
          <a:prstGeom prst="roundRect">
            <a:avLst>
              <a:gd name="adj" fmla="val 8000"/>
            </a:avLst>
          </a:prstGeom>
          <a:solidFill>
            <a:srgbClr val="EA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758952" y="2212848"/>
            <a:ext cx="91440" cy="2112264"/>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9264" y="2377440"/>
            <a:ext cx="3017520" cy="393192"/>
          </a:xfrm>
          <a:prstGeom prst="rect">
            <a:avLst/>
          </a:prstGeom>
          <a:noFill/>
        </p:spPr>
        <p:txBody>
          <a:bodyPr wrap="square" lIns="36576" tIns="36576" rIns="36576" bIns="36576" anchor="t">
            <a:spAutoFit/>
          </a:bodyPr>
          <a:lstStyle/>
          <a:p>
            <a:pPr algn="l">
              <a:spcAft>
                <a:spcPts val="0"/>
              </a:spcAft>
            </a:pPr>
            <a:r>
              <a:rPr sz="1800" b="1" i="0">
                <a:solidFill>
                  <a:srgbClr val="156082"/>
                </a:solidFill>
                <a:latin typeface="Arial"/>
              </a:rPr>
              <a:t>Need + offer</a:t>
            </a:r>
          </a:p>
        </p:txBody>
      </p:sp>
      <p:sp>
        <p:nvSpPr>
          <p:cNvPr id="10" name="TextBox 9"/>
          <p:cNvSpPr txBox="1"/>
          <p:nvPr/>
        </p:nvSpPr>
        <p:spPr>
          <a:xfrm>
            <a:off x="969264" y="2852928"/>
            <a:ext cx="3017520" cy="1362456"/>
          </a:xfrm>
          <a:prstGeom prst="rect">
            <a:avLst/>
          </a:prstGeom>
          <a:noFill/>
        </p:spPr>
        <p:txBody>
          <a:bodyPr wrap="square" lIns="36576" tIns="36576" rIns="36576" bIns="36576" anchor="t">
            <a:spAutoFit/>
          </a:bodyPr>
          <a:lstStyle/>
          <a:p>
            <a:pPr algn="l">
              <a:spcAft>
                <a:spcPts val="500"/>
              </a:spcAft>
            </a:pPr>
            <a:r>
              <a:rPr sz="1400" b="0" i="0">
                <a:solidFill>
                  <a:srgbClr val="1F2937"/>
                </a:solidFill>
                <a:latin typeface="Arial"/>
              </a:rPr>
              <a:t>Need: shoppers want a clear way to buy event tickets online.</a:t>
            </a:r>
          </a:p>
          <a:p>
            <a:pPr algn="l">
              <a:spcAft>
                <a:spcPts val="0"/>
              </a:spcAft>
            </a:pPr>
            <a:r>
              <a:rPr sz="1400" b="0" i="0">
                <a:solidFill>
                  <a:srgbClr val="1F2937"/>
                </a:solidFill>
                <a:latin typeface="Arial"/>
              </a:rPr>
              <a:t>Offer: a ticket shop with checkout and payment-status history.</a:t>
            </a:r>
          </a:p>
        </p:txBody>
      </p:sp>
      <p:sp>
        <p:nvSpPr>
          <p:cNvPr id="11" name="Rounded Rectangle 10"/>
          <p:cNvSpPr/>
          <p:nvPr/>
        </p:nvSpPr>
        <p:spPr>
          <a:xfrm>
            <a:off x="4343400" y="2212848"/>
            <a:ext cx="3401568" cy="2112264"/>
          </a:xfrm>
          <a:prstGeom prst="roundRect">
            <a:avLst>
              <a:gd name="adj" fmla="val 8000"/>
            </a:avLst>
          </a:prstGeom>
          <a:solidFill>
            <a:srgbClr val="FB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4343400" y="2212848"/>
            <a:ext cx="91440" cy="21122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4553712" y="2377440"/>
            <a:ext cx="3017520" cy="393192"/>
          </a:xfrm>
          <a:prstGeom prst="rect">
            <a:avLst/>
          </a:prstGeom>
          <a:noFill/>
        </p:spPr>
        <p:txBody>
          <a:bodyPr wrap="square" lIns="36576" tIns="36576" rIns="36576" bIns="36576" anchor="t">
            <a:spAutoFit/>
          </a:bodyPr>
          <a:lstStyle/>
          <a:p>
            <a:pPr algn="l">
              <a:spcAft>
                <a:spcPts val="0"/>
              </a:spcAft>
            </a:pPr>
            <a:r>
              <a:rPr sz="1800" b="1" i="0">
                <a:solidFill>
                  <a:srgbClr val="E97132"/>
                </a:solidFill>
                <a:latin typeface="Arial"/>
              </a:rPr>
              <a:t>Use case + data</a:t>
            </a:r>
          </a:p>
        </p:txBody>
      </p:sp>
      <p:sp>
        <p:nvSpPr>
          <p:cNvPr id="14" name="TextBox 13"/>
          <p:cNvSpPr txBox="1"/>
          <p:nvPr/>
        </p:nvSpPr>
        <p:spPr>
          <a:xfrm>
            <a:off x="4553712" y="2852928"/>
            <a:ext cx="3017520" cy="1362456"/>
          </a:xfrm>
          <a:prstGeom prst="rect">
            <a:avLst/>
          </a:prstGeom>
          <a:noFill/>
        </p:spPr>
        <p:txBody>
          <a:bodyPr wrap="square" lIns="36576" tIns="36576" rIns="36576" bIns="36576" anchor="t">
            <a:spAutoFit/>
          </a:bodyPr>
          <a:lstStyle/>
          <a:p>
            <a:pPr algn="l">
              <a:spcAft>
                <a:spcPts val="500"/>
              </a:spcAft>
            </a:pPr>
            <a:r>
              <a:rPr sz="1400" b="0" i="0">
                <a:solidFill>
                  <a:srgbClr val="1F2937"/>
                </a:solidFill>
                <a:latin typeface="Arial"/>
              </a:rPr>
              <a:t>Use case: customer purchases a ticket.</a:t>
            </a:r>
          </a:p>
          <a:p>
            <a:pPr algn="l">
              <a:spcAft>
                <a:spcPts val="0"/>
              </a:spcAft>
            </a:pPr>
            <a:r>
              <a:rPr sz="1400" b="0" i="0">
                <a:solidFill>
                  <a:srgbClr val="1F2937"/>
                </a:solidFill>
                <a:latin typeface="Arial"/>
              </a:rPr>
              <a:t>Data: customer, order, payment and the status of each.</a:t>
            </a:r>
          </a:p>
        </p:txBody>
      </p:sp>
      <p:sp>
        <p:nvSpPr>
          <p:cNvPr id="15" name="Rounded Rectangle 14"/>
          <p:cNvSpPr/>
          <p:nvPr/>
        </p:nvSpPr>
        <p:spPr>
          <a:xfrm>
            <a:off x="7927848" y="2212848"/>
            <a:ext cx="3401568" cy="2112264"/>
          </a:xfrm>
          <a:prstGeom prst="roundRect">
            <a:avLst>
              <a:gd name="adj" fmla="val 8000"/>
            </a:avLst>
          </a:prstGeom>
          <a:solidFill>
            <a:srgbClr val="EE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7927848" y="2212848"/>
            <a:ext cx="91440" cy="2112264"/>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138160" y="2377440"/>
            <a:ext cx="3017520" cy="393192"/>
          </a:xfrm>
          <a:prstGeom prst="rect">
            <a:avLst/>
          </a:prstGeom>
          <a:noFill/>
        </p:spPr>
        <p:txBody>
          <a:bodyPr wrap="square" lIns="36576" tIns="36576" rIns="36576" bIns="36576" anchor="t">
            <a:spAutoFit/>
          </a:bodyPr>
          <a:lstStyle/>
          <a:p>
            <a:pPr algn="l">
              <a:spcAft>
                <a:spcPts val="0"/>
              </a:spcAft>
            </a:pPr>
            <a:r>
              <a:rPr sz="1800" b="1" i="0">
                <a:solidFill>
                  <a:srgbClr val="196B24"/>
                </a:solidFill>
                <a:latin typeface="Arial"/>
              </a:rPr>
              <a:t>Requirement + check</a:t>
            </a:r>
          </a:p>
        </p:txBody>
      </p:sp>
      <p:sp>
        <p:nvSpPr>
          <p:cNvPr id="18" name="TextBox 17"/>
          <p:cNvSpPr txBox="1"/>
          <p:nvPr/>
        </p:nvSpPr>
        <p:spPr>
          <a:xfrm>
            <a:off x="8138160" y="2852928"/>
            <a:ext cx="3017520" cy="1362456"/>
          </a:xfrm>
          <a:prstGeom prst="rect">
            <a:avLst/>
          </a:prstGeom>
          <a:noFill/>
        </p:spPr>
        <p:txBody>
          <a:bodyPr wrap="square" lIns="36576" tIns="36576" rIns="36576" bIns="36576" anchor="t">
            <a:spAutoFit/>
          </a:bodyPr>
          <a:lstStyle/>
          <a:p>
            <a:pPr algn="l">
              <a:spcAft>
                <a:spcPts val="500"/>
              </a:spcAft>
            </a:pPr>
            <a:r>
              <a:rPr sz="1400" b="0" i="0">
                <a:solidFill>
                  <a:srgbClr val="1F2937"/>
                </a:solidFill>
                <a:latin typeface="Arial"/>
              </a:rPr>
              <a:t>The system records the payment result and shows the order status.</a:t>
            </a:r>
          </a:p>
          <a:p>
            <a:pPr algn="l">
              <a:spcAft>
                <a:spcPts val="0"/>
              </a:spcAft>
            </a:pPr>
            <a:r>
              <a:rPr sz="1400" b="0" i="0">
                <a:solidFill>
                  <a:srgbClr val="1F2937"/>
                </a:solidFill>
                <a:latin typeface="Arial"/>
              </a:rPr>
              <a:t>Check: can a user see the updated result?</a:t>
            </a:r>
          </a:p>
        </p:txBody>
      </p:sp>
      <p:sp>
        <p:nvSpPr>
          <p:cNvPr id="19" name="Rounded Rectangle 18"/>
          <p:cNvSpPr/>
          <p:nvPr/>
        </p:nvSpPr>
        <p:spPr>
          <a:xfrm>
            <a:off x="758952" y="4709160"/>
            <a:ext cx="10671048" cy="658368"/>
          </a:xfrm>
          <a:prstGeom prst="roundRect">
            <a:avLst>
              <a:gd name="adj" fmla="val 8000"/>
            </a:avLst>
          </a:prstGeom>
          <a:solidFill>
            <a:srgbClr val="FB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41832" y="4773168"/>
            <a:ext cx="10287000" cy="530352"/>
          </a:xfrm>
          <a:prstGeom prst="rect">
            <a:avLst/>
          </a:prstGeom>
          <a:noFill/>
        </p:spPr>
        <p:txBody>
          <a:bodyPr wrap="square" lIns="18288" tIns="18288" rIns="18288" bIns="18288" anchor="ctr">
            <a:spAutoFit/>
          </a:bodyPr>
          <a:lstStyle/>
          <a:p>
            <a:pPr algn="l">
              <a:spcAft>
                <a:spcPts val="0"/>
              </a:spcAft>
            </a:pPr>
            <a:r>
              <a:rPr sz="1500" b="1" i="0">
                <a:solidFill>
                  <a:srgbClr val="E97132"/>
                </a:solidFill>
                <a:latin typeface="Arial"/>
              </a:rPr>
              <a:t>Practice example only - not an assessment answer. Use evidence and requirements for your own proposal.</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3000" b="1">
                <a:solidFill>
                  <a:srgbClr val="0E2841"/>
                </a:solidFill>
                <a:latin typeface="Arial Black"/>
              </a:rPr>
              <a:t>Use the worksheet to build the report</a:t>
            </a:r>
          </a:p>
        </p:txBody>
      </p:sp>
      <p:sp>
        <p:nvSpPr>
          <p:cNvPr id="4" name="Rectangle 3"/>
          <p:cNvSpPr/>
          <p:nvPr/>
        </p:nvSpPr>
        <p:spPr>
          <a:xfrm>
            <a:off x="731520" y="1453896"/>
            <a:ext cx="749808"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58952" y="1828800"/>
            <a:ext cx="5074920" cy="2651760"/>
          </a:xfrm>
          <a:prstGeom prst="roundRect">
            <a:avLst>
              <a:gd name="adj" fmla="val 8000"/>
            </a:avLst>
          </a:prstGeom>
          <a:solidFill>
            <a:srgbClr val="EA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58952" y="1828800"/>
            <a:ext cx="91440" cy="265176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9264" y="1993392"/>
            <a:ext cx="4690872" cy="393192"/>
          </a:xfrm>
          <a:prstGeom prst="rect">
            <a:avLst/>
          </a:prstGeom>
          <a:noFill/>
        </p:spPr>
        <p:txBody>
          <a:bodyPr wrap="square" lIns="36576" tIns="36576" rIns="36576" bIns="36576" anchor="t">
            <a:spAutoFit/>
          </a:bodyPr>
          <a:lstStyle/>
          <a:p>
            <a:pPr algn="l">
              <a:spcAft>
                <a:spcPts val="0"/>
              </a:spcAft>
            </a:pPr>
            <a:r>
              <a:rPr sz="1900" b="1" i="0">
                <a:solidFill>
                  <a:srgbClr val="156082"/>
                </a:solidFill>
                <a:latin typeface="Arial"/>
              </a:rPr>
              <a:t>WORKSHEET  |  My working notes</a:t>
            </a:r>
          </a:p>
        </p:txBody>
      </p:sp>
      <p:sp>
        <p:nvSpPr>
          <p:cNvPr id="8" name="TextBox 7"/>
          <p:cNvSpPr txBox="1"/>
          <p:nvPr/>
        </p:nvSpPr>
        <p:spPr>
          <a:xfrm>
            <a:off x="969264" y="2468880"/>
            <a:ext cx="4690872" cy="1901952"/>
          </a:xfrm>
          <a:prstGeom prst="rect">
            <a:avLst/>
          </a:prstGeom>
          <a:noFill/>
        </p:spPr>
        <p:txBody>
          <a:bodyPr wrap="square" lIns="36576" tIns="36576" rIns="36576" bIns="36576" anchor="t">
            <a:spAutoFit/>
          </a:bodyPr>
          <a:lstStyle/>
          <a:p>
            <a:pPr algn="l">
              <a:spcAft>
                <a:spcPts val="500"/>
              </a:spcAft>
            </a:pPr>
            <a:r>
              <a:rPr sz="1600" b="0" i="0">
                <a:solidFill>
                  <a:srgbClr val="1F2937"/>
                </a:solidFill>
                <a:latin typeface="Arial"/>
              </a:rPr>
              <a:t>Capture your research and decisions.</a:t>
            </a:r>
          </a:p>
          <a:p>
            <a:pPr algn="l">
              <a:spcAft>
                <a:spcPts val="500"/>
              </a:spcAft>
            </a:pPr>
            <a:endParaRPr sz="1600" b="0" i="0">
              <a:solidFill>
                <a:srgbClr val="1F2937"/>
              </a:solidFill>
              <a:latin typeface="Arial"/>
            </a:endParaRPr>
          </a:p>
          <a:p>
            <a:pPr algn="l">
              <a:spcAft>
                <a:spcPts val="500"/>
              </a:spcAft>
            </a:pPr>
            <a:r>
              <a:rPr sz="1600" b="0" i="0">
                <a:solidFill>
                  <a:srgbClr val="1F2937"/>
                </a:solidFill>
                <a:latin typeface="Arial"/>
              </a:rPr>
              <a:t>Record your sources, alternatives and open questions.</a:t>
            </a:r>
          </a:p>
          <a:p>
            <a:pPr algn="l">
              <a:spcAft>
                <a:spcPts val="500"/>
              </a:spcAft>
            </a:pPr>
            <a:endParaRPr sz="1600" b="0" i="0">
              <a:solidFill>
                <a:srgbClr val="1F2937"/>
              </a:solidFill>
              <a:latin typeface="Arial"/>
            </a:endParaRPr>
          </a:p>
          <a:p>
            <a:pPr algn="l">
              <a:spcAft>
                <a:spcPts val="0"/>
              </a:spcAft>
            </a:pPr>
            <a:r>
              <a:rPr sz="1600" b="0" i="0">
                <a:solidFill>
                  <a:srgbClr val="1F2937"/>
                </a:solidFill>
                <a:latin typeface="Arial"/>
              </a:rPr>
              <a:t>Use Sections A-D to organise your own work.</a:t>
            </a:r>
          </a:p>
        </p:txBody>
      </p:sp>
      <p:sp>
        <p:nvSpPr>
          <p:cNvPr id="9" name="Rounded Rectangle 8"/>
          <p:cNvSpPr/>
          <p:nvPr/>
        </p:nvSpPr>
        <p:spPr>
          <a:xfrm>
            <a:off x="6126480" y="1828800"/>
            <a:ext cx="5074920" cy="2651760"/>
          </a:xfrm>
          <a:prstGeom prst="roundRect">
            <a:avLst>
              <a:gd name="adj" fmla="val 8000"/>
            </a:avLst>
          </a:prstGeom>
          <a:solidFill>
            <a:srgbClr val="FB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6126480" y="1828800"/>
            <a:ext cx="91440" cy="265176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36792" y="1993392"/>
            <a:ext cx="4690872" cy="393192"/>
          </a:xfrm>
          <a:prstGeom prst="rect">
            <a:avLst/>
          </a:prstGeom>
          <a:noFill/>
        </p:spPr>
        <p:txBody>
          <a:bodyPr wrap="square" lIns="36576" tIns="36576" rIns="36576" bIns="36576" anchor="t">
            <a:spAutoFit/>
          </a:bodyPr>
          <a:lstStyle/>
          <a:p>
            <a:pPr algn="l">
              <a:spcAft>
                <a:spcPts val="0"/>
              </a:spcAft>
            </a:pPr>
            <a:r>
              <a:rPr sz="1900" b="1" i="0">
                <a:solidFill>
                  <a:srgbClr val="E97132"/>
                </a:solidFill>
                <a:latin typeface="Arial"/>
              </a:rPr>
              <a:t>PROJECT REPORT  |  Explain your idea</a:t>
            </a:r>
          </a:p>
        </p:txBody>
      </p:sp>
      <p:sp>
        <p:nvSpPr>
          <p:cNvPr id="12" name="TextBox 11"/>
          <p:cNvSpPr txBox="1"/>
          <p:nvPr/>
        </p:nvSpPr>
        <p:spPr>
          <a:xfrm>
            <a:off x="6336792" y="2468880"/>
            <a:ext cx="4690872" cy="1901952"/>
          </a:xfrm>
          <a:prstGeom prst="rect">
            <a:avLst/>
          </a:prstGeom>
          <a:noFill/>
        </p:spPr>
        <p:txBody>
          <a:bodyPr wrap="square" lIns="38100" tIns="38100" rIns="38100" bIns="38100" anchor="t">
            <a:spAutoFit/>
          </a:bodyPr>
          <a:lstStyle/>
          <a:p>
            <a:r>
              <a:rPr sz="1600">
                <a:solidFill>
                  <a:srgbClr val="1F2937"/>
                </a:solidFill>
                <a:latin typeface="Arial"/>
              </a:rPr>
              <a:t>Use the report template as you work. Develop and refine your ideas in this worksheet.</a:t>
            </a:r>
          </a:p>
          <a:p>
            <a:pPr>
              <a:spcBef>
                <a:spcPts val="1000"/>
              </a:spcBef>
            </a:pPr>
            <a:r>
              <a:rPr sz="1600">
                <a:solidFill>
                  <a:srgbClr val="1F2937"/>
                </a:solidFill>
                <a:latin typeface="Arial"/>
              </a:rPr>
              <a:t>Transfer relevant research, diagrams and requirements to the matching report sections as your work progresses.</a:t>
            </a:r>
          </a:p>
        </p:txBody>
      </p:sp>
      <p:sp>
        <p:nvSpPr>
          <p:cNvPr id="13" name="Rounded Rectangle 12"/>
          <p:cNvSpPr/>
          <p:nvPr/>
        </p:nvSpPr>
        <p:spPr>
          <a:xfrm>
            <a:off x="758952" y="4956048"/>
            <a:ext cx="10671048" cy="658368"/>
          </a:xfrm>
          <a:prstGeom prst="roundRect">
            <a:avLst>
              <a:gd name="adj" fmla="val 8000"/>
            </a:avLst>
          </a:prstGeom>
          <a:solidFill>
            <a:srgbClr val="EE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941832" y="5051322"/>
            <a:ext cx="10287000" cy="467820"/>
          </a:xfrm>
          <a:prstGeom prst="rect">
            <a:avLst/>
          </a:prstGeom>
          <a:noFill/>
        </p:spPr>
        <p:txBody>
          <a:bodyPr wrap="square" lIns="18288" tIns="18288" rIns="18288" bIns="18288" anchor="ctr">
            <a:spAutoFit/>
          </a:bodyPr>
          <a:lstStyle/>
          <a:p>
            <a:r>
              <a:rPr sz="1400" b="1" dirty="0">
                <a:solidFill>
                  <a:srgbClr val="196B24"/>
                </a:solidFill>
                <a:latin typeface="Arial"/>
              </a:rPr>
              <a:t>This worksheet supports selected </a:t>
            </a:r>
            <a:r>
              <a:rPr lang="en-US" sz="1400" b="1" dirty="0">
                <a:solidFill>
                  <a:srgbClr val="196B24"/>
                </a:solidFill>
                <a:latin typeface="Arial"/>
              </a:rPr>
              <a:t>some of the project report </a:t>
            </a:r>
            <a:r>
              <a:rPr sz="1400" b="1" dirty="0">
                <a:solidFill>
                  <a:srgbClr val="196B24"/>
                </a:solidFill>
                <a:latin typeface="Arial"/>
              </a:rPr>
              <a:t>tasks. Use the full brief and report template to identify and complete every required section.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3000" b="1">
                <a:solidFill>
                  <a:srgbClr val="0E2841"/>
                </a:solidFill>
                <a:latin typeface="Arial Black"/>
              </a:rPr>
              <a:t>Organise your individual work</a:t>
            </a:r>
          </a:p>
        </p:txBody>
      </p:sp>
      <p:sp>
        <p:nvSpPr>
          <p:cNvPr id="4" name="Rectangle 3"/>
          <p:cNvSpPr/>
          <p:nvPr/>
        </p:nvSpPr>
        <p:spPr>
          <a:xfrm>
            <a:off x="731520" y="1453896"/>
            <a:ext cx="749808"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758952" y="1828800"/>
            <a:ext cx="3401568" cy="2331720"/>
          </a:xfrm>
          <a:prstGeom prst="roundRect">
            <a:avLst>
              <a:gd name="adj" fmla="val 8000"/>
            </a:avLst>
          </a:prstGeom>
          <a:solidFill>
            <a:srgbClr val="EA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758952" y="1828800"/>
            <a:ext cx="91440" cy="2331720"/>
          </a:xfrm>
          <a:prstGeom prst="rect">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9264" y="1993392"/>
            <a:ext cx="3017520" cy="393192"/>
          </a:xfrm>
          <a:prstGeom prst="rect">
            <a:avLst/>
          </a:prstGeom>
          <a:noFill/>
        </p:spPr>
        <p:txBody>
          <a:bodyPr wrap="square" lIns="36576" tIns="36576" rIns="36576" bIns="36576" anchor="t">
            <a:spAutoFit/>
          </a:bodyPr>
          <a:lstStyle/>
          <a:p>
            <a:pPr algn="l">
              <a:spcAft>
                <a:spcPts val="0"/>
              </a:spcAft>
            </a:pPr>
            <a:r>
              <a:rPr sz="1800" b="1" i="0">
                <a:solidFill>
                  <a:srgbClr val="156082"/>
                </a:solidFill>
                <a:latin typeface="Arial"/>
              </a:rPr>
              <a:t>Your own working files</a:t>
            </a:r>
          </a:p>
        </p:txBody>
      </p:sp>
      <p:sp>
        <p:nvSpPr>
          <p:cNvPr id="8" name="TextBox 7"/>
          <p:cNvSpPr txBox="1"/>
          <p:nvPr/>
        </p:nvSpPr>
        <p:spPr>
          <a:xfrm>
            <a:off x="969264" y="2468880"/>
            <a:ext cx="3017520" cy="1581912"/>
          </a:xfrm>
          <a:prstGeom prst="rect">
            <a:avLst/>
          </a:prstGeom>
          <a:noFill/>
        </p:spPr>
        <p:txBody>
          <a:bodyPr wrap="square" lIns="36576" tIns="36576" rIns="36576" bIns="36576" anchor="t">
            <a:spAutoFit/>
          </a:bodyPr>
          <a:lstStyle/>
          <a:p>
            <a:pPr algn="l">
              <a:spcAft>
                <a:spcPts val="0"/>
              </a:spcAft>
            </a:pPr>
            <a:r>
              <a:rPr sz="1500" b="0" i="0">
                <a:solidFill>
                  <a:srgbClr val="1F2937"/>
                </a:solidFill>
                <a:latin typeface="Arial"/>
              </a:rPr>
              <a:t>Save your own working copies of the worksheet and report somewhere you can access.</a:t>
            </a:r>
          </a:p>
        </p:txBody>
      </p:sp>
      <p:sp>
        <p:nvSpPr>
          <p:cNvPr id="9" name="Rounded Rectangle 8"/>
          <p:cNvSpPr/>
          <p:nvPr/>
        </p:nvSpPr>
        <p:spPr>
          <a:xfrm>
            <a:off x="4343400" y="1828800"/>
            <a:ext cx="3401568" cy="2331720"/>
          </a:xfrm>
          <a:prstGeom prst="roundRect">
            <a:avLst>
              <a:gd name="adj" fmla="val 8000"/>
            </a:avLst>
          </a:prstGeom>
          <a:solidFill>
            <a:srgbClr val="FB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4343400" y="1828800"/>
            <a:ext cx="91440" cy="2331720"/>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53712" y="1993392"/>
            <a:ext cx="3017520" cy="393192"/>
          </a:xfrm>
          <a:prstGeom prst="rect">
            <a:avLst/>
          </a:prstGeom>
          <a:noFill/>
        </p:spPr>
        <p:txBody>
          <a:bodyPr wrap="square" lIns="36576" tIns="36576" rIns="36576" bIns="36576" anchor="t">
            <a:spAutoFit/>
          </a:bodyPr>
          <a:lstStyle/>
          <a:p>
            <a:pPr algn="l">
              <a:spcAft>
                <a:spcPts val="0"/>
              </a:spcAft>
            </a:pPr>
            <a:r>
              <a:rPr sz="1800" b="1" i="0">
                <a:solidFill>
                  <a:srgbClr val="E97132"/>
                </a:solidFill>
                <a:latin typeface="Arial"/>
              </a:rPr>
              <a:t>Keep a clear draft</a:t>
            </a:r>
          </a:p>
        </p:txBody>
      </p:sp>
      <p:sp>
        <p:nvSpPr>
          <p:cNvPr id="12" name="TextBox 11"/>
          <p:cNvSpPr txBox="1"/>
          <p:nvPr/>
        </p:nvSpPr>
        <p:spPr>
          <a:xfrm>
            <a:off x="4553712" y="2468880"/>
            <a:ext cx="3017520" cy="1581912"/>
          </a:xfrm>
          <a:prstGeom prst="rect">
            <a:avLst/>
          </a:prstGeom>
          <a:noFill/>
        </p:spPr>
        <p:txBody>
          <a:bodyPr wrap="square" lIns="36576" tIns="36576" rIns="36576" bIns="36576" anchor="t">
            <a:spAutoFit/>
          </a:bodyPr>
          <a:lstStyle/>
          <a:p>
            <a:pPr algn="l">
              <a:spcAft>
                <a:spcPts val="0"/>
              </a:spcAft>
            </a:pPr>
            <a:r>
              <a:rPr sz="1500" b="0" i="0">
                <a:solidFill>
                  <a:srgbClr val="1F2937"/>
                </a:solidFill>
                <a:latin typeface="Arial"/>
              </a:rPr>
              <a:t>Use Track Changes or version history to see how your report develops. Keep your sources with your notes.</a:t>
            </a:r>
          </a:p>
        </p:txBody>
      </p:sp>
      <p:sp>
        <p:nvSpPr>
          <p:cNvPr id="13" name="Rounded Rectangle 12"/>
          <p:cNvSpPr/>
          <p:nvPr/>
        </p:nvSpPr>
        <p:spPr>
          <a:xfrm>
            <a:off x="7927848" y="1828800"/>
            <a:ext cx="3401568" cy="2331720"/>
          </a:xfrm>
          <a:prstGeom prst="roundRect">
            <a:avLst>
              <a:gd name="adj" fmla="val 8000"/>
            </a:avLst>
          </a:prstGeom>
          <a:solidFill>
            <a:srgbClr val="EE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7927848" y="1828800"/>
            <a:ext cx="91440" cy="2331720"/>
          </a:xfrm>
          <a:prstGeom prst="rect">
            <a:avLst/>
          </a:prstGeom>
          <a:solidFill>
            <a:srgbClr val="196B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8138160" y="1993392"/>
            <a:ext cx="3017520" cy="393192"/>
          </a:xfrm>
          <a:prstGeom prst="rect">
            <a:avLst/>
          </a:prstGeom>
          <a:noFill/>
        </p:spPr>
        <p:txBody>
          <a:bodyPr wrap="square" lIns="36576" tIns="36576" rIns="36576" bIns="36576" anchor="t">
            <a:spAutoFit/>
          </a:bodyPr>
          <a:lstStyle/>
          <a:p>
            <a:pPr algn="l">
              <a:spcAft>
                <a:spcPts val="0"/>
              </a:spcAft>
            </a:pPr>
            <a:r>
              <a:rPr sz="1800" b="1" i="0">
                <a:solidFill>
                  <a:srgbClr val="196B24"/>
                </a:solidFill>
                <a:latin typeface="Arial"/>
              </a:rPr>
              <a:t>Check your own work</a:t>
            </a:r>
          </a:p>
        </p:txBody>
      </p:sp>
      <p:sp>
        <p:nvSpPr>
          <p:cNvPr id="16" name="TextBox 15"/>
          <p:cNvSpPr txBox="1"/>
          <p:nvPr/>
        </p:nvSpPr>
        <p:spPr>
          <a:xfrm>
            <a:off x="8138160" y="2468880"/>
            <a:ext cx="3017520" cy="1581912"/>
          </a:xfrm>
          <a:prstGeom prst="rect">
            <a:avLst/>
          </a:prstGeom>
          <a:noFill/>
        </p:spPr>
        <p:txBody>
          <a:bodyPr wrap="square" lIns="36576" tIns="36576" rIns="36576" bIns="36576" anchor="t">
            <a:spAutoFit/>
          </a:bodyPr>
          <a:lstStyle/>
          <a:p>
            <a:pPr algn="l">
              <a:spcAft>
                <a:spcPts val="0"/>
              </a:spcAft>
            </a:pPr>
            <a:r>
              <a:rPr sz="1500" b="0" i="0">
                <a:solidFill>
                  <a:srgbClr val="1F2937"/>
                </a:solidFill>
                <a:latin typeface="Arial"/>
              </a:rPr>
              <a:t>Check that your own worksheet, diagrams and report are complete and consistent.</a:t>
            </a:r>
          </a:p>
        </p:txBody>
      </p:sp>
      <p:sp>
        <p:nvSpPr>
          <p:cNvPr id="17" name="Rounded Rectangle 16"/>
          <p:cNvSpPr/>
          <p:nvPr/>
        </p:nvSpPr>
        <p:spPr>
          <a:xfrm>
            <a:off x="758952" y="4590288"/>
            <a:ext cx="10671048" cy="640080"/>
          </a:xfrm>
          <a:prstGeom prst="roundRect">
            <a:avLst>
              <a:gd name="adj" fmla="val 8000"/>
            </a:avLst>
          </a:prstGeom>
          <a:solidFill>
            <a:srgbClr val="EA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41832" y="4654296"/>
            <a:ext cx="10287000" cy="512063"/>
          </a:xfrm>
          <a:prstGeom prst="rect">
            <a:avLst/>
          </a:prstGeom>
          <a:noFill/>
        </p:spPr>
        <p:txBody>
          <a:bodyPr wrap="square" lIns="18288" tIns="18288" rIns="18288" bIns="18288" anchor="ctr">
            <a:spAutoFit/>
          </a:bodyPr>
          <a:lstStyle/>
          <a:p>
            <a:pPr algn="l">
              <a:spcAft>
                <a:spcPts val="0"/>
              </a:spcAft>
            </a:pPr>
            <a:r>
              <a:rPr sz="1500" b="1" i="0">
                <a:solidFill>
                  <a:srgbClr val="156082"/>
                </a:solidFill>
                <a:latin typeface="Arial"/>
              </a:rPr>
              <a:t>You may seek feedback, but make your own decisions and complete your own worksheet, diagrams and report.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sz="3000" b="1">
                <a:solidFill>
                  <a:srgbClr val="0E2841"/>
                </a:solidFill>
                <a:latin typeface="Arial Black"/>
              </a:rPr>
              <a:t>Self-check: find gaps before polishing</a:t>
            </a:r>
          </a:p>
        </p:txBody>
      </p:sp>
      <p:sp>
        <p:nvSpPr>
          <p:cNvPr id="4" name="Rectangle 3"/>
          <p:cNvSpPr/>
          <p:nvPr/>
        </p:nvSpPr>
        <p:spPr>
          <a:xfrm>
            <a:off x="731520" y="1453896"/>
            <a:ext cx="749808" cy="54864"/>
          </a:xfrm>
          <a:prstGeom prst="rect">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804672" y="1801368"/>
            <a:ext cx="5120640" cy="859536"/>
          </a:xfrm>
          <a:prstGeom prst="roundRect">
            <a:avLst>
              <a:gd name="adj" fmla="val 8000"/>
            </a:avLst>
          </a:prstGeom>
          <a:solidFill>
            <a:srgbClr val="EA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ounded Rectangle 5"/>
          <p:cNvSpPr/>
          <p:nvPr/>
        </p:nvSpPr>
        <p:spPr>
          <a:xfrm>
            <a:off x="941832" y="2057400"/>
            <a:ext cx="438912" cy="310896"/>
          </a:xfrm>
          <a:prstGeom prst="roundRect">
            <a:avLst>
              <a:gd name="adj" fmla="val 8000"/>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78408" y="2066543"/>
            <a:ext cx="365759" cy="274320"/>
          </a:xfrm>
          <a:prstGeom prst="rect">
            <a:avLst/>
          </a:prstGeom>
          <a:noFill/>
        </p:spPr>
        <p:txBody>
          <a:bodyPr wrap="square" lIns="9144" tIns="9144" rIns="9144" bIns="9144" anchor="ctr">
            <a:spAutoFit/>
          </a:bodyPr>
          <a:lstStyle/>
          <a:p>
            <a:pPr algn="ctr">
              <a:spcAft>
                <a:spcPts val="0"/>
              </a:spcAft>
            </a:pPr>
            <a:r>
              <a:rPr sz="1200" b="1" i="0">
                <a:solidFill>
                  <a:srgbClr val="FFFFFF"/>
                </a:solidFill>
                <a:latin typeface="Arial"/>
              </a:rPr>
              <a:t>A</a:t>
            </a:r>
          </a:p>
        </p:txBody>
      </p:sp>
      <p:sp>
        <p:nvSpPr>
          <p:cNvPr id="8" name="TextBox 7"/>
          <p:cNvSpPr txBox="1"/>
          <p:nvPr/>
        </p:nvSpPr>
        <p:spPr>
          <a:xfrm>
            <a:off x="1536192" y="1892807"/>
            <a:ext cx="4187952" cy="658368"/>
          </a:xfrm>
          <a:prstGeom prst="rect">
            <a:avLst/>
          </a:prstGeom>
          <a:noFill/>
        </p:spPr>
        <p:txBody>
          <a:bodyPr wrap="square" lIns="36576" tIns="36576" rIns="36576" bIns="36576" anchor="ctr">
            <a:spAutoFit/>
          </a:bodyPr>
          <a:lstStyle/>
          <a:p>
            <a:pPr algn="l">
              <a:spcAft>
                <a:spcPts val="0"/>
              </a:spcAft>
            </a:pPr>
            <a:r>
              <a:rPr sz="1500" b="1" i="0">
                <a:solidFill>
                  <a:srgbClr val="1F2937"/>
                </a:solidFill>
                <a:latin typeface="Arial"/>
              </a:rPr>
              <a:t>Is the market gap specific, and is there evidence for key claims?</a:t>
            </a:r>
          </a:p>
        </p:txBody>
      </p:sp>
      <p:sp>
        <p:nvSpPr>
          <p:cNvPr id="9" name="Rounded Rectangle 8"/>
          <p:cNvSpPr/>
          <p:nvPr/>
        </p:nvSpPr>
        <p:spPr>
          <a:xfrm>
            <a:off x="6217920" y="1801368"/>
            <a:ext cx="5120640" cy="859536"/>
          </a:xfrm>
          <a:prstGeom prst="roundRect">
            <a:avLst>
              <a:gd name="adj" fmla="val 8000"/>
            </a:avLst>
          </a:prstGeom>
          <a:solidFill>
            <a:srgbClr val="FB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ounded Rectangle 9"/>
          <p:cNvSpPr/>
          <p:nvPr/>
        </p:nvSpPr>
        <p:spPr>
          <a:xfrm>
            <a:off x="6355080" y="2057400"/>
            <a:ext cx="438912" cy="310896"/>
          </a:xfrm>
          <a:prstGeom prst="roundRect">
            <a:avLst>
              <a:gd name="adj" fmla="val 8000"/>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6391656" y="2066543"/>
            <a:ext cx="365759" cy="274320"/>
          </a:xfrm>
          <a:prstGeom prst="rect">
            <a:avLst/>
          </a:prstGeom>
          <a:noFill/>
        </p:spPr>
        <p:txBody>
          <a:bodyPr wrap="square" lIns="9144" tIns="9144" rIns="9144" bIns="9144" anchor="ctr">
            <a:spAutoFit/>
          </a:bodyPr>
          <a:lstStyle/>
          <a:p>
            <a:pPr algn="ctr">
              <a:spcAft>
                <a:spcPts val="0"/>
              </a:spcAft>
            </a:pPr>
            <a:r>
              <a:rPr sz="1200" b="1" i="0">
                <a:solidFill>
                  <a:srgbClr val="FFFFFF"/>
                </a:solidFill>
                <a:latin typeface="Arial"/>
              </a:rPr>
              <a:t>A</a:t>
            </a:r>
          </a:p>
        </p:txBody>
      </p:sp>
      <p:sp>
        <p:nvSpPr>
          <p:cNvPr id="12" name="TextBox 11"/>
          <p:cNvSpPr txBox="1"/>
          <p:nvPr/>
        </p:nvSpPr>
        <p:spPr>
          <a:xfrm>
            <a:off x="6949440" y="1892807"/>
            <a:ext cx="4187952" cy="658368"/>
          </a:xfrm>
          <a:prstGeom prst="rect">
            <a:avLst/>
          </a:prstGeom>
          <a:noFill/>
        </p:spPr>
        <p:txBody>
          <a:bodyPr wrap="square" lIns="36576" tIns="36576" rIns="36576" bIns="36576" anchor="ctr">
            <a:spAutoFit/>
          </a:bodyPr>
          <a:lstStyle/>
          <a:p>
            <a:pPr algn="l">
              <a:spcAft>
                <a:spcPts val="0"/>
              </a:spcAft>
            </a:pPr>
            <a:r>
              <a:rPr sz="1500" b="1" i="0" dirty="0">
                <a:solidFill>
                  <a:srgbClr val="1F2937"/>
                </a:solidFill>
                <a:latin typeface="Arial"/>
              </a:rPr>
              <a:t>Can you identify the target audience and explain the value?</a:t>
            </a:r>
          </a:p>
        </p:txBody>
      </p:sp>
      <p:sp>
        <p:nvSpPr>
          <p:cNvPr id="13" name="Rounded Rectangle 12"/>
          <p:cNvSpPr/>
          <p:nvPr/>
        </p:nvSpPr>
        <p:spPr>
          <a:xfrm>
            <a:off x="804672" y="2971800"/>
            <a:ext cx="5120640" cy="859536"/>
          </a:xfrm>
          <a:prstGeom prst="roundRect">
            <a:avLst>
              <a:gd name="adj" fmla="val 8000"/>
            </a:avLst>
          </a:prstGeom>
          <a:solidFill>
            <a:srgbClr val="EA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941832" y="3227832"/>
            <a:ext cx="438912" cy="310896"/>
          </a:xfrm>
          <a:prstGeom prst="roundRect">
            <a:avLst>
              <a:gd name="adj" fmla="val 8000"/>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78408" y="3236976"/>
            <a:ext cx="365759" cy="274320"/>
          </a:xfrm>
          <a:prstGeom prst="rect">
            <a:avLst/>
          </a:prstGeom>
          <a:noFill/>
        </p:spPr>
        <p:txBody>
          <a:bodyPr wrap="square" lIns="9144" tIns="9144" rIns="9144" bIns="9144" anchor="ctr">
            <a:spAutoFit/>
          </a:bodyPr>
          <a:lstStyle/>
          <a:p>
            <a:pPr algn="ctr">
              <a:spcAft>
                <a:spcPts val="0"/>
              </a:spcAft>
            </a:pPr>
            <a:r>
              <a:rPr sz="1200" b="1" i="0">
                <a:solidFill>
                  <a:srgbClr val="FFFFFF"/>
                </a:solidFill>
                <a:latin typeface="Arial"/>
              </a:rPr>
              <a:t>B</a:t>
            </a:r>
          </a:p>
        </p:txBody>
      </p:sp>
      <p:sp>
        <p:nvSpPr>
          <p:cNvPr id="16" name="TextBox 15"/>
          <p:cNvSpPr txBox="1"/>
          <p:nvPr/>
        </p:nvSpPr>
        <p:spPr>
          <a:xfrm>
            <a:off x="1536192" y="3063240"/>
            <a:ext cx="4187952" cy="658368"/>
          </a:xfrm>
          <a:prstGeom prst="rect">
            <a:avLst/>
          </a:prstGeom>
          <a:noFill/>
        </p:spPr>
        <p:txBody>
          <a:bodyPr wrap="square" lIns="36576" tIns="36576" rIns="36576" bIns="36576" anchor="ctr">
            <a:spAutoFit/>
          </a:bodyPr>
          <a:lstStyle/>
          <a:p>
            <a:pPr algn="l">
              <a:spcAft>
                <a:spcPts val="0"/>
              </a:spcAft>
            </a:pPr>
            <a:r>
              <a:rPr sz="1500" b="1" i="0">
                <a:solidFill>
                  <a:srgbClr val="1F2937"/>
                </a:solidFill>
                <a:latin typeface="Arial"/>
              </a:rPr>
              <a:t>Have you checked which listed requirements apply and cited sources?</a:t>
            </a:r>
          </a:p>
        </p:txBody>
      </p:sp>
      <p:sp>
        <p:nvSpPr>
          <p:cNvPr id="17" name="Rounded Rectangle 16"/>
          <p:cNvSpPr/>
          <p:nvPr/>
        </p:nvSpPr>
        <p:spPr>
          <a:xfrm>
            <a:off x="6217920" y="2971800"/>
            <a:ext cx="5120640" cy="859536"/>
          </a:xfrm>
          <a:prstGeom prst="roundRect">
            <a:avLst>
              <a:gd name="adj" fmla="val 8000"/>
            </a:avLst>
          </a:prstGeom>
          <a:solidFill>
            <a:srgbClr val="FB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6355080" y="3227832"/>
            <a:ext cx="438912" cy="310896"/>
          </a:xfrm>
          <a:prstGeom prst="roundRect">
            <a:avLst>
              <a:gd name="adj" fmla="val 8000"/>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391656" y="3236976"/>
            <a:ext cx="365759" cy="274320"/>
          </a:xfrm>
          <a:prstGeom prst="rect">
            <a:avLst/>
          </a:prstGeom>
          <a:noFill/>
        </p:spPr>
        <p:txBody>
          <a:bodyPr wrap="square" lIns="9144" tIns="9144" rIns="9144" bIns="9144" anchor="ctr">
            <a:spAutoFit/>
          </a:bodyPr>
          <a:lstStyle/>
          <a:p>
            <a:pPr algn="ctr">
              <a:spcAft>
                <a:spcPts val="0"/>
              </a:spcAft>
            </a:pPr>
            <a:r>
              <a:rPr sz="1200" b="1" i="0">
                <a:solidFill>
                  <a:srgbClr val="FFFFFF"/>
                </a:solidFill>
                <a:latin typeface="Arial"/>
              </a:rPr>
              <a:t>C</a:t>
            </a:r>
          </a:p>
        </p:txBody>
      </p:sp>
      <p:sp>
        <p:nvSpPr>
          <p:cNvPr id="20" name="TextBox 19"/>
          <p:cNvSpPr txBox="1"/>
          <p:nvPr/>
        </p:nvSpPr>
        <p:spPr>
          <a:xfrm>
            <a:off x="6949440" y="3063240"/>
            <a:ext cx="4187952" cy="658368"/>
          </a:xfrm>
          <a:prstGeom prst="rect">
            <a:avLst/>
          </a:prstGeom>
          <a:noFill/>
        </p:spPr>
        <p:txBody>
          <a:bodyPr wrap="square" lIns="36576" tIns="36576" rIns="36576" bIns="36576" anchor="ctr">
            <a:spAutoFit/>
          </a:bodyPr>
          <a:lstStyle/>
          <a:p>
            <a:pPr algn="l">
              <a:spcAft>
                <a:spcPts val="0"/>
              </a:spcAft>
            </a:pPr>
            <a:r>
              <a:rPr sz="1500" b="1" i="0">
                <a:solidFill>
                  <a:srgbClr val="1F2937"/>
                </a:solidFill>
                <a:latin typeface="Arial"/>
              </a:rPr>
              <a:t>Do the use cases show actors, system boundary and user goals?</a:t>
            </a:r>
          </a:p>
        </p:txBody>
      </p:sp>
      <p:sp>
        <p:nvSpPr>
          <p:cNvPr id="21" name="Rounded Rectangle 20"/>
          <p:cNvSpPr/>
          <p:nvPr/>
        </p:nvSpPr>
        <p:spPr>
          <a:xfrm>
            <a:off x="804672" y="4142232"/>
            <a:ext cx="5120640" cy="859536"/>
          </a:xfrm>
          <a:prstGeom prst="roundRect">
            <a:avLst>
              <a:gd name="adj" fmla="val 8000"/>
            </a:avLst>
          </a:prstGeom>
          <a:solidFill>
            <a:srgbClr val="EAF4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941832" y="4398264"/>
            <a:ext cx="438912" cy="310896"/>
          </a:xfrm>
          <a:prstGeom prst="roundRect">
            <a:avLst>
              <a:gd name="adj" fmla="val 8000"/>
            </a:avLst>
          </a:prstGeom>
          <a:solidFill>
            <a:srgbClr val="15608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78408" y="4407408"/>
            <a:ext cx="365759" cy="274320"/>
          </a:xfrm>
          <a:prstGeom prst="rect">
            <a:avLst/>
          </a:prstGeom>
          <a:noFill/>
        </p:spPr>
        <p:txBody>
          <a:bodyPr wrap="square" lIns="9144" tIns="9144" rIns="9144" bIns="9144" anchor="ctr">
            <a:spAutoFit/>
          </a:bodyPr>
          <a:lstStyle/>
          <a:p>
            <a:pPr algn="ctr">
              <a:spcAft>
                <a:spcPts val="0"/>
              </a:spcAft>
            </a:pPr>
            <a:r>
              <a:rPr sz="1200" b="1" i="0">
                <a:solidFill>
                  <a:srgbClr val="FFFFFF"/>
                </a:solidFill>
                <a:latin typeface="Arial"/>
              </a:rPr>
              <a:t>C</a:t>
            </a:r>
          </a:p>
        </p:txBody>
      </p:sp>
      <p:sp>
        <p:nvSpPr>
          <p:cNvPr id="24" name="TextBox 23"/>
          <p:cNvSpPr txBox="1"/>
          <p:nvPr/>
        </p:nvSpPr>
        <p:spPr>
          <a:xfrm>
            <a:off x="1536192" y="4233672"/>
            <a:ext cx="4187952" cy="658368"/>
          </a:xfrm>
          <a:prstGeom prst="rect">
            <a:avLst/>
          </a:prstGeom>
          <a:noFill/>
        </p:spPr>
        <p:txBody>
          <a:bodyPr wrap="square" lIns="36576" tIns="36576" rIns="36576" bIns="36576" anchor="ctr">
            <a:spAutoFit/>
          </a:bodyPr>
          <a:lstStyle/>
          <a:p>
            <a:pPr algn="l">
              <a:spcAft>
                <a:spcPts val="0"/>
              </a:spcAft>
            </a:pPr>
            <a:r>
              <a:rPr sz="1500" b="1" i="0">
                <a:solidFill>
                  <a:srgbClr val="1F2937"/>
                </a:solidFill>
                <a:latin typeface="Arial"/>
              </a:rPr>
              <a:t>Does the ERD show relevant entities, fields, keys and relationships?</a:t>
            </a:r>
          </a:p>
        </p:txBody>
      </p:sp>
      <p:sp>
        <p:nvSpPr>
          <p:cNvPr id="25" name="Rounded Rectangle 24"/>
          <p:cNvSpPr/>
          <p:nvPr/>
        </p:nvSpPr>
        <p:spPr>
          <a:xfrm>
            <a:off x="6217920" y="4142232"/>
            <a:ext cx="5120640" cy="859536"/>
          </a:xfrm>
          <a:prstGeom prst="roundRect">
            <a:avLst>
              <a:gd name="adj" fmla="val 8000"/>
            </a:avLst>
          </a:prstGeom>
          <a:solidFill>
            <a:srgbClr val="FBF0E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ounded Rectangle 25"/>
          <p:cNvSpPr/>
          <p:nvPr/>
        </p:nvSpPr>
        <p:spPr>
          <a:xfrm>
            <a:off x="6355080" y="4398264"/>
            <a:ext cx="438912" cy="310896"/>
          </a:xfrm>
          <a:prstGeom prst="roundRect">
            <a:avLst>
              <a:gd name="adj" fmla="val 8000"/>
            </a:avLst>
          </a:prstGeom>
          <a:solidFill>
            <a:srgbClr val="E9713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91656" y="4407408"/>
            <a:ext cx="365759" cy="274320"/>
          </a:xfrm>
          <a:prstGeom prst="rect">
            <a:avLst/>
          </a:prstGeom>
          <a:noFill/>
        </p:spPr>
        <p:txBody>
          <a:bodyPr wrap="square" lIns="9144" tIns="9144" rIns="9144" bIns="9144" anchor="ctr">
            <a:spAutoFit/>
          </a:bodyPr>
          <a:lstStyle/>
          <a:p>
            <a:pPr algn="ctr">
              <a:spcAft>
                <a:spcPts val="0"/>
              </a:spcAft>
            </a:pPr>
            <a:r>
              <a:rPr sz="1200" b="1" i="0">
                <a:solidFill>
                  <a:srgbClr val="FFFFFF"/>
                </a:solidFill>
                <a:latin typeface="Arial"/>
              </a:rPr>
              <a:t>D</a:t>
            </a:r>
          </a:p>
        </p:txBody>
      </p:sp>
      <p:sp>
        <p:nvSpPr>
          <p:cNvPr id="28" name="TextBox 27"/>
          <p:cNvSpPr txBox="1"/>
          <p:nvPr/>
        </p:nvSpPr>
        <p:spPr>
          <a:xfrm>
            <a:off x="6949440" y="4233672"/>
            <a:ext cx="4187952" cy="658368"/>
          </a:xfrm>
          <a:prstGeom prst="rect">
            <a:avLst/>
          </a:prstGeom>
          <a:noFill/>
        </p:spPr>
        <p:txBody>
          <a:bodyPr wrap="square" lIns="36576" tIns="36576" rIns="36576" bIns="36576" anchor="ctr">
            <a:spAutoFit/>
          </a:bodyPr>
          <a:lstStyle/>
          <a:p>
            <a:pPr algn="l">
              <a:spcAft>
                <a:spcPts val="0"/>
              </a:spcAft>
            </a:pPr>
            <a:r>
              <a:rPr sz="1500" b="1" i="0">
                <a:solidFill>
                  <a:srgbClr val="1F2937"/>
                </a:solidFill>
                <a:latin typeface="Arial"/>
              </a:rPr>
              <a:t>Can each requirement be understood and checked?</a:t>
            </a:r>
          </a:p>
        </p:txBody>
      </p:sp>
      <p:sp>
        <p:nvSpPr>
          <p:cNvPr id="29" name="Rounded Rectangle 28"/>
          <p:cNvSpPr/>
          <p:nvPr/>
        </p:nvSpPr>
        <p:spPr>
          <a:xfrm>
            <a:off x="758952" y="5477256"/>
            <a:ext cx="10671048" cy="530352"/>
          </a:xfrm>
          <a:prstGeom prst="roundRect">
            <a:avLst>
              <a:gd name="adj" fmla="val 8000"/>
            </a:avLst>
          </a:prstGeom>
          <a:solidFill>
            <a:srgbClr val="EEF5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41832" y="5541264"/>
            <a:ext cx="10287000" cy="402335"/>
          </a:xfrm>
          <a:prstGeom prst="rect">
            <a:avLst/>
          </a:prstGeom>
          <a:noFill/>
        </p:spPr>
        <p:txBody>
          <a:bodyPr wrap="square" lIns="18288" tIns="18288" rIns="18288" bIns="18288" anchor="ctr">
            <a:spAutoFit/>
          </a:bodyPr>
          <a:lstStyle/>
          <a:p>
            <a:pPr algn="l">
              <a:spcAft>
                <a:spcPts val="0"/>
              </a:spcAft>
            </a:pPr>
            <a:r>
              <a:rPr sz="1500" b="1" i="0">
                <a:solidFill>
                  <a:srgbClr val="196B24"/>
                </a:solidFill>
                <a:latin typeface="Arial"/>
              </a:rPr>
              <a:t>If you ask for feedback, request one specific improvement. Check that terminology is consistent across your sections.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A17931-E905-9A83-AC25-02F7D99AD15D}"/>
              </a:ext>
            </a:extLst>
          </p:cNvPr>
          <p:cNvSpPr>
            <a:spLocks noGrp="1"/>
          </p:cNvSpPr>
          <p:nvPr>
            <p:ph type="body" sz="quarter" idx="15"/>
          </p:nvPr>
        </p:nvSpPr>
        <p:spPr/>
        <p:txBody>
          <a:bodyPr/>
          <a:lstStyle/>
          <a:p>
            <a:endParaRPr lang="en-SG"/>
          </a:p>
        </p:txBody>
      </p:sp>
      <p:sp>
        <p:nvSpPr>
          <p:cNvPr id="4" name="Text Placeholder 3">
            <a:extLst>
              <a:ext uri="{FF2B5EF4-FFF2-40B4-BE49-F238E27FC236}">
                <a16:creationId xmlns:a16="http://schemas.microsoft.com/office/drawing/2014/main" id="{13C68755-A4E9-0B3F-C698-F11D53CF3EE9}"/>
              </a:ext>
            </a:extLst>
          </p:cNvPr>
          <p:cNvSpPr>
            <a:spLocks noGrp="1"/>
          </p:cNvSpPr>
          <p:nvPr>
            <p:ph type="body" sz="quarter" idx="16"/>
          </p:nvPr>
        </p:nvSpPr>
        <p:spPr/>
        <p:txBody>
          <a:bodyPr/>
          <a:lstStyle/>
          <a:p>
            <a:r>
              <a:rPr lang="en-US" dirty="0"/>
              <a:t>Reminders and Updates</a:t>
            </a:r>
            <a:endParaRPr lang="en-SG" dirty="0"/>
          </a:p>
        </p:txBody>
      </p:sp>
      <p:graphicFrame>
        <p:nvGraphicFramePr>
          <p:cNvPr id="5" name="Table 4">
            <a:extLst>
              <a:ext uri="{FF2B5EF4-FFF2-40B4-BE49-F238E27FC236}">
                <a16:creationId xmlns:a16="http://schemas.microsoft.com/office/drawing/2014/main" id="{DD7BCB1E-30C6-E5A6-290E-1F863FA597C3}"/>
              </a:ext>
            </a:extLst>
          </p:cNvPr>
          <p:cNvGraphicFramePr>
            <a:graphicFrameLocks noGrp="1"/>
          </p:cNvGraphicFramePr>
          <p:nvPr/>
        </p:nvGraphicFramePr>
        <p:xfrm>
          <a:off x="728220" y="1376232"/>
          <a:ext cx="10806554" cy="5255500"/>
        </p:xfrm>
        <a:graphic>
          <a:graphicData uri="http://schemas.openxmlformats.org/drawingml/2006/table">
            <a:tbl>
              <a:tblPr>
                <a:tableStyleId>{E8B1032C-EA38-4F05-BA0D-38AFFFC7BED3}</a:tableStyleId>
              </a:tblPr>
              <a:tblGrid>
                <a:gridCol w="2100705">
                  <a:extLst>
                    <a:ext uri="{9D8B030D-6E8A-4147-A177-3AD203B41FA5}">
                      <a16:colId xmlns:a16="http://schemas.microsoft.com/office/drawing/2014/main" val="1330315072"/>
                    </a:ext>
                  </a:extLst>
                </a:gridCol>
                <a:gridCol w="971550">
                  <a:extLst>
                    <a:ext uri="{9D8B030D-6E8A-4147-A177-3AD203B41FA5}">
                      <a16:colId xmlns:a16="http://schemas.microsoft.com/office/drawing/2014/main" val="2009458376"/>
                    </a:ext>
                  </a:extLst>
                </a:gridCol>
                <a:gridCol w="990600">
                  <a:extLst>
                    <a:ext uri="{9D8B030D-6E8A-4147-A177-3AD203B41FA5}">
                      <a16:colId xmlns:a16="http://schemas.microsoft.com/office/drawing/2014/main" val="2476172803"/>
                    </a:ext>
                  </a:extLst>
                </a:gridCol>
                <a:gridCol w="1133475">
                  <a:extLst>
                    <a:ext uri="{9D8B030D-6E8A-4147-A177-3AD203B41FA5}">
                      <a16:colId xmlns:a16="http://schemas.microsoft.com/office/drawing/2014/main" val="3781578117"/>
                    </a:ext>
                  </a:extLst>
                </a:gridCol>
                <a:gridCol w="1085850">
                  <a:extLst>
                    <a:ext uri="{9D8B030D-6E8A-4147-A177-3AD203B41FA5}">
                      <a16:colId xmlns:a16="http://schemas.microsoft.com/office/drawing/2014/main" val="2421023607"/>
                    </a:ext>
                  </a:extLst>
                </a:gridCol>
                <a:gridCol w="4524374">
                  <a:extLst>
                    <a:ext uri="{9D8B030D-6E8A-4147-A177-3AD203B41FA5}">
                      <a16:colId xmlns:a16="http://schemas.microsoft.com/office/drawing/2014/main" val="289884619"/>
                    </a:ext>
                  </a:extLst>
                </a:gridCol>
              </a:tblGrid>
              <a:tr h="198248">
                <a:tc rowSpan="2">
                  <a:txBody>
                    <a:bodyPr/>
                    <a:lstStyle/>
                    <a:p>
                      <a:pPr algn="ctr" rtl="0" fontAlgn="ctr">
                        <a:buNone/>
                      </a:pPr>
                      <a:r>
                        <a:rPr lang="en-SG" sz="1200" b="1" u="none" strike="noStrike" dirty="0">
                          <a:effectLst/>
                        </a:rPr>
                        <a:t>Week</a:t>
                      </a:r>
                      <a:endParaRPr lang="en-SG" sz="1200" b="1" i="0" u="none" strike="noStrike" dirty="0">
                        <a:solidFill>
                          <a:srgbClr val="FFFFFF"/>
                        </a:solidFill>
                        <a:effectLst/>
                        <a:latin typeface="Aptos" panose="020B0004020202020204" pitchFamily="34" charset="0"/>
                      </a:endParaRPr>
                    </a:p>
                  </a:txBody>
                  <a:tcPr marL="0" marR="0" marT="0" marB="0" anchor="ctr"/>
                </a:tc>
                <a:tc gridSpan="4">
                  <a:txBody>
                    <a:bodyPr/>
                    <a:lstStyle/>
                    <a:p>
                      <a:pPr algn="ctr" rtl="0" fontAlgn="ctr">
                        <a:buNone/>
                      </a:pPr>
                      <a:r>
                        <a:rPr lang="en-SG" sz="1400" b="1" u="none" strike="noStrike" dirty="0">
                          <a:effectLst/>
                        </a:rPr>
                        <a:t>Lesson</a:t>
                      </a:r>
                      <a:endParaRPr lang="en-SG" sz="1400" b="1" i="0" u="none" strike="noStrike" dirty="0">
                        <a:solidFill>
                          <a:srgbClr val="FFFFFF"/>
                        </a:solidFill>
                        <a:effectLst/>
                        <a:latin typeface="Aptos" panose="020B0004020202020204" pitchFamily="34" charset="0"/>
                      </a:endParaRPr>
                    </a:p>
                  </a:txBody>
                  <a:tcPr marL="0" marR="0" marT="0" marB="0" anchor="ctr"/>
                </a:tc>
                <a:tc hMerge="1">
                  <a:txBody>
                    <a:bodyPr/>
                    <a:lstStyle/>
                    <a:p>
                      <a:endParaRPr lang="en-SG"/>
                    </a:p>
                  </a:txBody>
                  <a:tcPr/>
                </a:tc>
                <a:tc hMerge="1">
                  <a:txBody>
                    <a:bodyPr/>
                    <a:lstStyle/>
                    <a:p>
                      <a:endParaRPr lang="en-SG"/>
                    </a:p>
                  </a:txBody>
                  <a:tcPr/>
                </a:tc>
                <a:tc hMerge="1">
                  <a:txBody>
                    <a:bodyPr/>
                    <a:lstStyle/>
                    <a:p>
                      <a:endParaRPr lang="en-SG"/>
                    </a:p>
                  </a:txBody>
                  <a:tcPr/>
                </a:tc>
                <a:tc rowSpan="2">
                  <a:txBody>
                    <a:bodyPr/>
                    <a:lstStyle/>
                    <a:p>
                      <a:pPr algn="ctr" rtl="0" fontAlgn="ctr">
                        <a:buNone/>
                      </a:pPr>
                      <a:r>
                        <a:rPr lang="en-SG" sz="1200" b="1" u="none" strike="noStrike">
                          <a:effectLst/>
                        </a:rPr>
                        <a:t>Remarks</a:t>
                      </a:r>
                      <a:endParaRPr lang="en-SG" sz="1200" b="1" i="0" u="none" strike="noStrike">
                        <a:solidFill>
                          <a:srgbClr val="FFFFFF"/>
                        </a:solidFill>
                        <a:effectLst/>
                        <a:latin typeface="Aptos" panose="020B0004020202020204" pitchFamily="34" charset="0"/>
                      </a:endParaRPr>
                    </a:p>
                  </a:txBody>
                  <a:tcPr marL="0" marR="0" marT="0" marB="0" anchor="ctr"/>
                </a:tc>
                <a:extLst>
                  <a:ext uri="{0D108BD9-81ED-4DB2-BD59-A6C34878D82A}">
                    <a16:rowId xmlns:a16="http://schemas.microsoft.com/office/drawing/2014/main" val="2013959806"/>
                  </a:ext>
                </a:extLst>
              </a:tr>
              <a:tr h="181209">
                <a:tc vMerge="1">
                  <a:txBody>
                    <a:bodyPr/>
                    <a:lstStyle/>
                    <a:p>
                      <a:endParaRPr lang="en-SG"/>
                    </a:p>
                  </a:txBody>
                  <a:tcPr/>
                </a:tc>
                <a:tc>
                  <a:txBody>
                    <a:bodyPr/>
                    <a:lstStyle/>
                    <a:p>
                      <a:pPr algn="ctr" rtl="0" fontAlgn="ctr">
                        <a:buNone/>
                      </a:pPr>
                      <a:r>
                        <a:rPr lang="en-SG" sz="1200" b="1" u="none" strike="noStrike" dirty="0">
                          <a:effectLst/>
                        </a:rPr>
                        <a:t>No.</a:t>
                      </a:r>
                      <a:endParaRPr lang="en-SG" sz="1200" b="1" i="0" u="none" strike="noStrike" dirty="0">
                        <a:solidFill>
                          <a:srgbClr val="FFFFFF"/>
                        </a:solidFill>
                        <a:effectLst/>
                        <a:latin typeface="Aptos" panose="020B0004020202020204" pitchFamily="34" charset="0"/>
                      </a:endParaRPr>
                    </a:p>
                  </a:txBody>
                  <a:tcPr marL="0" marR="0" marT="0" marB="0" anchor="ctr"/>
                </a:tc>
                <a:tc>
                  <a:txBody>
                    <a:bodyPr/>
                    <a:lstStyle/>
                    <a:p>
                      <a:pPr algn="ctr" rtl="0" fontAlgn="ctr">
                        <a:buNone/>
                      </a:pPr>
                      <a:r>
                        <a:rPr lang="en-SG" sz="1200" b="1" u="none" strike="noStrike" dirty="0">
                          <a:effectLst/>
                        </a:rPr>
                        <a:t>Mode</a:t>
                      </a:r>
                      <a:endParaRPr lang="en-SG" sz="1200" b="1" i="0" u="none" strike="noStrike" dirty="0">
                        <a:solidFill>
                          <a:srgbClr val="FFFFFF"/>
                        </a:solidFill>
                        <a:effectLst/>
                        <a:latin typeface="Aptos" panose="020B0004020202020204" pitchFamily="34" charset="0"/>
                      </a:endParaRPr>
                    </a:p>
                  </a:txBody>
                  <a:tcPr marL="0" marR="0" marT="0" marB="0" anchor="ctr"/>
                </a:tc>
                <a:tc>
                  <a:txBody>
                    <a:bodyPr/>
                    <a:lstStyle/>
                    <a:p>
                      <a:pPr algn="ctr" rtl="0" fontAlgn="ctr">
                        <a:buNone/>
                      </a:pPr>
                      <a:r>
                        <a:rPr lang="en-SG" sz="1200" b="1" u="none" strike="noStrike" dirty="0">
                          <a:effectLst/>
                        </a:rPr>
                        <a:t>No.</a:t>
                      </a:r>
                      <a:endParaRPr lang="en-SG" sz="1200" b="1" i="0" u="none" strike="noStrike" dirty="0">
                        <a:solidFill>
                          <a:srgbClr val="FFFFFF"/>
                        </a:solidFill>
                        <a:effectLst/>
                        <a:latin typeface="Aptos" panose="020B0004020202020204" pitchFamily="34" charset="0"/>
                      </a:endParaRPr>
                    </a:p>
                  </a:txBody>
                  <a:tcPr marL="0" marR="0" marT="0" marB="0" anchor="ctr"/>
                </a:tc>
                <a:tc>
                  <a:txBody>
                    <a:bodyPr/>
                    <a:lstStyle/>
                    <a:p>
                      <a:pPr algn="ctr" rtl="0" fontAlgn="ctr">
                        <a:buNone/>
                      </a:pPr>
                      <a:r>
                        <a:rPr lang="en-SG" sz="1200" b="1" u="none" strike="noStrike" dirty="0">
                          <a:effectLst/>
                        </a:rPr>
                        <a:t>Mode</a:t>
                      </a:r>
                      <a:endParaRPr lang="en-SG" sz="1200" b="1" i="0" u="none" strike="noStrike" dirty="0">
                        <a:solidFill>
                          <a:srgbClr val="FFFFFF"/>
                        </a:solidFill>
                        <a:effectLst/>
                        <a:latin typeface="Aptos" panose="020B0004020202020204" pitchFamily="34" charset="0"/>
                      </a:endParaRPr>
                    </a:p>
                  </a:txBody>
                  <a:tcPr marL="0" marR="0" marT="0" marB="0" anchor="ctr"/>
                </a:tc>
                <a:tc vMerge="1">
                  <a:txBody>
                    <a:bodyPr/>
                    <a:lstStyle/>
                    <a:p>
                      <a:endParaRPr lang="en-SG"/>
                    </a:p>
                  </a:txBody>
                  <a:tcPr/>
                </a:tc>
                <a:extLst>
                  <a:ext uri="{0D108BD9-81ED-4DB2-BD59-A6C34878D82A}">
                    <a16:rowId xmlns:a16="http://schemas.microsoft.com/office/drawing/2014/main" val="1277680011"/>
                  </a:ext>
                </a:extLst>
              </a:tr>
              <a:tr h="571421">
                <a:tc>
                  <a:txBody>
                    <a:bodyPr/>
                    <a:lstStyle/>
                    <a:p>
                      <a:pPr algn="ctr" rtl="0" fontAlgn="ctr">
                        <a:buNone/>
                      </a:pPr>
                      <a:r>
                        <a:rPr lang="en-SG" sz="1200" u="none" strike="noStrike" dirty="0">
                          <a:effectLst/>
                        </a:rPr>
                        <a:t>1</a:t>
                      </a:r>
                      <a:endParaRPr lang="en-SG" sz="1200" b="1" i="0" u="none" strike="noStrike" dirty="0">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effectLst/>
                        </a:rPr>
                        <a:t>F2F</a:t>
                      </a:r>
                      <a:endParaRPr lang="en-SG" sz="1200" b="0" i="0" u="none" strike="noStrike" dirty="0">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2</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SG" sz="1200" u="none" strike="noStrike" dirty="0">
                          <a:effectLst/>
                        </a:rPr>
                        <a:t>Learning Memo 1 Release</a:t>
                      </a:r>
                      <a:endParaRPr lang="en-SG" sz="1200" b="0" i="0" u="none" strike="noStrike" dirty="0">
                        <a:solidFill>
                          <a:srgbClr val="000000"/>
                        </a:solidFill>
                        <a:effectLst/>
                        <a:latin typeface="Aptos" panose="020B0004020202020204" pitchFamily="34" charset="0"/>
                      </a:endParaRPr>
                    </a:p>
                  </a:txBody>
                  <a:tcPr marL="0" marR="0" marT="0" marB="0" anchor="ctr"/>
                </a:tc>
                <a:extLst>
                  <a:ext uri="{0D108BD9-81ED-4DB2-BD59-A6C34878D82A}">
                    <a16:rowId xmlns:a16="http://schemas.microsoft.com/office/drawing/2014/main" val="3858927404"/>
                  </a:ext>
                </a:extLst>
              </a:tr>
              <a:tr h="263576">
                <a:tc>
                  <a:txBody>
                    <a:bodyPr/>
                    <a:lstStyle/>
                    <a:p>
                      <a:pPr algn="ctr" rtl="0" fontAlgn="ctr">
                        <a:buNone/>
                      </a:pPr>
                      <a:r>
                        <a:rPr lang="en-SG" sz="1200" u="none" strike="noStrike">
                          <a:effectLst/>
                        </a:rPr>
                        <a:t>2</a:t>
                      </a:r>
                      <a:endParaRPr lang="en-SG" sz="1200" b="1"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3</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4</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SG" sz="1200" u="none" strike="noStrike">
                          <a:effectLst/>
                        </a:rPr>
                        <a:t>FA* Release </a:t>
                      </a:r>
                      <a:endParaRPr lang="en-SG" sz="1200" b="0" i="0" u="none" strike="noStrike"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2437167518"/>
                  </a:ext>
                </a:extLst>
              </a:tr>
              <a:tr h="263576">
                <a:tc>
                  <a:txBody>
                    <a:bodyPr/>
                    <a:lstStyle/>
                    <a:p>
                      <a:pPr algn="ctr" rtl="0" fontAlgn="ctr">
                        <a:buNone/>
                      </a:pPr>
                      <a:r>
                        <a:rPr lang="en-SG" sz="1200" u="none" strike="noStrike">
                          <a:effectLst/>
                        </a:rPr>
                        <a:t>3</a:t>
                      </a:r>
                      <a:endParaRPr lang="en-SG" sz="1200" b="1"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5</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effectLst/>
                        </a:rPr>
                        <a:t>6</a:t>
                      </a:r>
                      <a:endParaRPr lang="en-SG" sz="1200" b="0" i="0" u="none" strike="noStrike" dirty="0">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fontAlgn="t">
                        <a:buNone/>
                      </a:pPr>
                      <a:r>
                        <a:rPr lang="en-SG" sz="1200" u="none" strike="noStrike" dirty="0">
                          <a:effectLst/>
                        </a:rPr>
                        <a:t> </a:t>
                      </a:r>
                      <a:endParaRPr lang="en-SG" sz="1200" b="0" i="0" u="none" strike="noStrike"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2231171198"/>
                  </a:ext>
                </a:extLst>
              </a:tr>
              <a:tr h="567533">
                <a:tc>
                  <a:txBody>
                    <a:bodyPr/>
                    <a:lstStyle/>
                    <a:p>
                      <a:pPr algn="ctr" rtl="0" fontAlgn="ctr">
                        <a:buNone/>
                      </a:pPr>
                      <a:r>
                        <a:rPr lang="en-SG" sz="1200" u="none" strike="noStrike" dirty="0">
                          <a:effectLst/>
                        </a:rPr>
                        <a:t>4</a:t>
                      </a:r>
                      <a:endParaRPr lang="en-SG" sz="1200" b="1" i="0" u="none" strike="noStrike" dirty="0">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7</a:t>
                      </a:r>
                      <a:endParaRPr lang="en-SG" sz="1200" b="0" i="0" u="none" strike="noStrike">
                        <a:solidFill>
                          <a:srgbClr val="4EA72E"/>
                        </a:solidFill>
                        <a:effectLst/>
                        <a:latin typeface="Aptos" panose="020B0004020202020204" pitchFamily="34" charset="0"/>
                      </a:endParaRPr>
                    </a:p>
                  </a:txBody>
                  <a:tcPr marL="0" marR="0" marT="0" marB="0" anchor="ctr"/>
                </a:tc>
                <a:tc>
                  <a:txBody>
                    <a:bodyPr/>
                    <a:lstStyle/>
                    <a:p>
                      <a:pPr algn="ctr" rtl="0" fontAlgn="ctr">
                        <a:buNone/>
                      </a:pPr>
                      <a:r>
                        <a:rPr lang="en-SG" sz="1200" b="0" u="none" strike="noStrike" dirty="0">
                          <a:solidFill>
                            <a:srgbClr val="0070C0"/>
                          </a:solidFill>
                          <a:effectLst/>
                        </a:rPr>
                        <a:t>AEL</a:t>
                      </a:r>
                      <a:endParaRPr lang="en-SG" sz="1200" b="0" i="0" u="none" strike="noStrike" dirty="0">
                        <a:solidFill>
                          <a:srgbClr val="0070C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effectLst/>
                        </a:rPr>
                        <a:t>8</a:t>
                      </a:r>
                      <a:endParaRPr lang="en-SG" sz="1200" b="0" i="0" u="none" strike="noStrike" dirty="0">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effectLst/>
                        </a:rPr>
                        <a:t>F2F</a:t>
                      </a:r>
                      <a:endParaRPr lang="en-SG" sz="1200" b="0" i="0" u="none" strike="noStrike" dirty="0">
                        <a:solidFill>
                          <a:srgbClr val="000000"/>
                        </a:solidFill>
                        <a:effectLst/>
                        <a:latin typeface="Aptos" panose="020B0004020202020204" pitchFamily="34" charset="0"/>
                      </a:endParaRPr>
                    </a:p>
                  </a:txBody>
                  <a:tcPr marL="0" marR="0" marT="0" marB="0" anchor="ct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SG" sz="1200" u="none" strike="noStrike" dirty="0">
                          <a:solidFill>
                            <a:srgbClr val="FF0000"/>
                          </a:solidFill>
                          <a:effectLst/>
                          <a:highlight>
                            <a:srgbClr val="FFFF00"/>
                          </a:highlight>
                        </a:rPr>
                        <a:t>CA1 Kahoot Quiz in Lesson 08</a:t>
                      </a:r>
                    </a:p>
                  </a:txBody>
                  <a:tcPr marL="0" marR="0" marT="0" marB="0" anchor="ctr"/>
                </a:tc>
                <a:extLst>
                  <a:ext uri="{0D108BD9-81ED-4DB2-BD59-A6C34878D82A}">
                    <a16:rowId xmlns:a16="http://schemas.microsoft.com/office/drawing/2014/main" val="573754265"/>
                  </a:ext>
                </a:extLst>
              </a:tr>
              <a:tr h="563646">
                <a:tc>
                  <a:txBody>
                    <a:bodyPr/>
                    <a:lstStyle/>
                    <a:p>
                      <a:pPr algn="ctr" rtl="0" fontAlgn="ctr">
                        <a:buNone/>
                      </a:pPr>
                      <a:r>
                        <a:rPr lang="en-SG" sz="1200" u="none" strike="noStrike">
                          <a:effectLst/>
                        </a:rPr>
                        <a:t>5</a:t>
                      </a:r>
                      <a:endParaRPr lang="en-SG" sz="1200" b="1"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9</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solidFill>
                            <a:srgbClr val="0070C0"/>
                          </a:solidFill>
                          <a:effectLst/>
                        </a:rPr>
                        <a:t>AEL</a:t>
                      </a:r>
                      <a:endParaRPr lang="en-SG" sz="1200" b="0" i="0" u="none" strike="noStrike" dirty="0">
                        <a:solidFill>
                          <a:srgbClr val="0070C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10</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solidFill>
                            <a:srgbClr val="0070C0"/>
                          </a:solidFill>
                          <a:effectLst/>
                        </a:rPr>
                        <a:t>AEL</a:t>
                      </a:r>
                      <a:endParaRPr lang="en-SG" sz="1200" b="0" i="0" u="none" strike="noStrike" dirty="0">
                        <a:solidFill>
                          <a:srgbClr val="0070C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effectLst/>
                        </a:rPr>
                        <a:t>Singapore Fintech Fest Week</a:t>
                      </a:r>
                      <a:br>
                        <a:rPr lang="en-SG" sz="1200" u="none" strike="noStrike" dirty="0">
                          <a:effectLst/>
                        </a:rPr>
                      </a:br>
                      <a:r>
                        <a:rPr lang="en-SG" sz="1200" b="1" u="none" strike="noStrike" dirty="0">
                          <a:effectLst/>
                        </a:rPr>
                        <a:t>CA1 SA3 Submission Week</a:t>
                      </a:r>
                      <a:endParaRPr lang="en-SG" sz="1200" b="1" i="0" u="none" strike="noStrike" dirty="0">
                        <a:solidFill>
                          <a:srgbClr val="000000"/>
                        </a:solidFill>
                        <a:effectLst/>
                        <a:latin typeface="Aptos" panose="020B0004020202020204" pitchFamily="34" charset="0"/>
                      </a:endParaRPr>
                    </a:p>
                  </a:txBody>
                  <a:tcPr marL="0" marR="0" marT="0" marB="0" anchor="ctr"/>
                </a:tc>
                <a:extLst>
                  <a:ext uri="{0D108BD9-81ED-4DB2-BD59-A6C34878D82A}">
                    <a16:rowId xmlns:a16="http://schemas.microsoft.com/office/drawing/2014/main" val="1888145280"/>
                  </a:ext>
                </a:extLst>
              </a:tr>
              <a:tr h="278492">
                <a:tc>
                  <a:txBody>
                    <a:bodyPr/>
                    <a:lstStyle/>
                    <a:p>
                      <a:pPr algn="ctr" rtl="0" fontAlgn="ctr">
                        <a:buNone/>
                      </a:pPr>
                      <a:r>
                        <a:rPr lang="en-SG" sz="1200" u="none" strike="noStrike">
                          <a:effectLst/>
                        </a:rPr>
                        <a:t>6</a:t>
                      </a:r>
                      <a:endParaRPr lang="en-SG" sz="1200" b="1"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11</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12</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effectLst/>
                        </a:rPr>
                        <a:t>F2F</a:t>
                      </a:r>
                      <a:endParaRPr lang="en-SG" sz="1200" b="0" i="0" u="none" strike="noStrike" dirty="0">
                        <a:solidFill>
                          <a:srgbClr val="000000"/>
                        </a:solidFill>
                        <a:effectLst/>
                        <a:latin typeface="Aptos" panose="020B0004020202020204" pitchFamily="34" charset="0"/>
                      </a:endParaRPr>
                    </a:p>
                  </a:txBody>
                  <a:tcPr marL="0" marR="0" marT="0" marB="0" anchor="ctr"/>
                </a:tc>
                <a:tc>
                  <a:txBody>
                    <a:bodyPr/>
                    <a:lstStyle/>
                    <a:p>
                      <a:pPr marL="0" marR="0" lvl="0" indent="0" algn="ctr" defTabSz="914400" rtl="0" eaLnBrk="1" fontAlgn="t" latinLnBrk="0" hangingPunct="1">
                        <a:lnSpc>
                          <a:spcPct val="100000"/>
                        </a:lnSpc>
                        <a:spcBef>
                          <a:spcPts val="0"/>
                        </a:spcBef>
                        <a:spcAft>
                          <a:spcPts val="0"/>
                        </a:spcAft>
                        <a:buClrTx/>
                        <a:buSzTx/>
                        <a:buFontTx/>
                        <a:buNone/>
                        <a:tabLst/>
                        <a:defRPr/>
                      </a:pPr>
                      <a:r>
                        <a:rPr lang="en-SG" sz="1200" u="none" strike="noStrike" dirty="0">
                          <a:solidFill>
                            <a:srgbClr val="FF0000"/>
                          </a:solidFill>
                          <a:effectLst/>
                          <a:highlight>
                            <a:srgbClr val="FFFF00"/>
                          </a:highlight>
                        </a:rPr>
                        <a:t>FA Milestone 1 Submission</a:t>
                      </a:r>
                      <a:endParaRPr lang="en-SG" sz="1200" b="0" i="0" u="none" strike="noStrike" dirty="0">
                        <a:solidFill>
                          <a:srgbClr val="FF0000"/>
                        </a:solidFill>
                        <a:effectLst/>
                        <a:highlight>
                          <a:srgbClr val="FFFF00"/>
                        </a:highlight>
                        <a:latin typeface="Aptos" panose="020B0004020202020204" pitchFamily="34" charset="0"/>
                      </a:endParaRPr>
                    </a:p>
                    <a:p>
                      <a:pPr marL="0" marR="0" lvl="0" indent="0" algn="ctr" defTabSz="914400" rtl="0" eaLnBrk="1" fontAlgn="t" latinLnBrk="0" hangingPunct="1">
                        <a:lnSpc>
                          <a:spcPct val="100000"/>
                        </a:lnSpc>
                        <a:spcBef>
                          <a:spcPts val="0"/>
                        </a:spcBef>
                        <a:spcAft>
                          <a:spcPts val="0"/>
                        </a:spcAft>
                        <a:buClrTx/>
                        <a:buSzTx/>
                        <a:buFontTx/>
                        <a:buNone/>
                        <a:tabLst/>
                        <a:defRPr/>
                      </a:pPr>
                      <a:endParaRPr lang="en-SG" sz="1200" u="none" strike="noStrike" dirty="0">
                        <a:effectLst/>
                        <a:highlight>
                          <a:srgbClr val="FFFF00"/>
                        </a:highlight>
                      </a:endParaRPr>
                    </a:p>
                  </a:txBody>
                  <a:tcPr marL="0" marR="0" marT="0" marB="0"/>
                </a:tc>
                <a:extLst>
                  <a:ext uri="{0D108BD9-81ED-4DB2-BD59-A6C34878D82A}">
                    <a16:rowId xmlns:a16="http://schemas.microsoft.com/office/drawing/2014/main" val="2536892447"/>
                  </a:ext>
                </a:extLst>
              </a:tr>
              <a:tr h="285367">
                <a:tc>
                  <a:txBody>
                    <a:bodyPr/>
                    <a:lstStyle/>
                    <a:p>
                      <a:pPr algn="ctr" rtl="0" fontAlgn="ctr">
                        <a:buNone/>
                      </a:pPr>
                      <a:r>
                        <a:rPr lang="en-SG" sz="1200" u="none" strike="noStrike" dirty="0">
                          <a:effectLst/>
                        </a:rPr>
                        <a:t>7</a:t>
                      </a:r>
                      <a:endParaRPr lang="en-SG" sz="1200" b="1" i="0" u="none" strike="noStrike" dirty="0">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13</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14</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endParaRPr lang="en-SG" sz="1200" b="0" i="0" u="none" strike="noStrike" dirty="0">
                        <a:solidFill>
                          <a:srgbClr val="000000"/>
                        </a:solidFill>
                        <a:effectLst/>
                        <a:latin typeface="Aptos" panose="020B0004020202020204" pitchFamily="34" charset="0"/>
                      </a:endParaRPr>
                    </a:p>
                  </a:txBody>
                  <a:tcPr marL="0" marR="0" marT="0" marB="0" anchor="ctr"/>
                </a:tc>
                <a:extLst>
                  <a:ext uri="{0D108BD9-81ED-4DB2-BD59-A6C34878D82A}">
                    <a16:rowId xmlns:a16="http://schemas.microsoft.com/office/drawing/2014/main" val="2099113388"/>
                  </a:ext>
                </a:extLst>
              </a:tr>
              <a:tr h="874624">
                <a:tc>
                  <a:txBody>
                    <a:bodyPr/>
                    <a:lstStyle/>
                    <a:p>
                      <a:pPr algn="ctr" rtl="0" fontAlgn="ctr">
                        <a:buNone/>
                      </a:pPr>
                      <a:r>
                        <a:rPr lang="en-SG" sz="1200" u="none" strike="noStrike">
                          <a:effectLst/>
                        </a:rPr>
                        <a:t>8</a:t>
                      </a:r>
                      <a:endParaRPr lang="en-SG" sz="1200" b="1"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15</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16</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effectLst/>
                        </a:rPr>
                        <a:t>OH2027 (7 – 9 Jan)</a:t>
                      </a:r>
                      <a:br>
                        <a:rPr lang="en-SG" sz="1200" u="none" strike="noStrike" dirty="0">
                          <a:effectLst/>
                        </a:rPr>
                      </a:br>
                      <a:r>
                        <a:rPr lang="en-SG" sz="1200" u="none" strike="noStrike" dirty="0">
                          <a:effectLst/>
                        </a:rPr>
                        <a:t>Learning Memo 2 Release</a:t>
                      </a:r>
                    </a:p>
                    <a:p>
                      <a:pPr marL="0" marR="0" lvl="0" indent="0" algn="ctr" defTabSz="914400" rtl="0" eaLnBrk="1" fontAlgn="ctr" latinLnBrk="0" hangingPunct="1">
                        <a:lnSpc>
                          <a:spcPct val="100000"/>
                        </a:lnSpc>
                        <a:spcBef>
                          <a:spcPts val="0"/>
                        </a:spcBef>
                        <a:spcAft>
                          <a:spcPts val="0"/>
                        </a:spcAft>
                        <a:buClrTx/>
                        <a:buSzTx/>
                        <a:buFontTx/>
                        <a:buNone/>
                        <a:tabLst/>
                        <a:defRPr/>
                      </a:pPr>
                      <a:r>
                        <a:rPr lang="en-SG" sz="1200" u="none" strike="noStrike" dirty="0">
                          <a:solidFill>
                            <a:srgbClr val="FF0000"/>
                          </a:solidFill>
                          <a:effectLst/>
                          <a:highlight>
                            <a:srgbClr val="FFFF00"/>
                          </a:highlight>
                        </a:rPr>
                        <a:t>FA Milestone 2 Submission</a:t>
                      </a:r>
                      <a:endParaRPr lang="en-SG" sz="1200" b="0" i="0" u="none" strike="noStrike" dirty="0">
                        <a:solidFill>
                          <a:srgbClr val="FF0000"/>
                        </a:solidFill>
                        <a:effectLst/>
                        <a:highlight>
                          <a:srgbClr val="FFFF00"/>
                        </a:highlight>
                        <a:latin typeface="Aptos" panose="020B0004020202020204" pitchFamily="34" charset="0"/>
                      </a:endParaRPr>
                    </a:p>
                  </a:txBody>
                  <a:tcPr marL="0" marR="0" marT="0" marB="0" anchor="ctr"/>
                </a:tc>
                <a:extLst>
                  <a:ext uri="{0D108BD9-81ED-4DB2-BD59-A6C34878D82A}">
                    <a16:rowId xmlns:a16="http://schemas.microsoft.com/office/drawing/2014/main" val="4219961558"/>
                  </a:ext>
                </a:extLst>
              </a:tr>
              <a:tr h="182699">
                <a:tc>
                  <a:txBody>
                    <a:bodyPr/>
                    <a:lstStyle/>
                    <a:p>
                      <a:pPr algn="ctr" rtl="0" fontAlgn="ctr">
                        <a:buNone/>
                      </a:pPr>
                      <a:r>
                        <a:rPr lang="en-SG" sz="1200" u="none" strike="noStrike">
                          <a:effectLst/>
                        </a:rPr>
                        <a:t>9</a:t>
                      </a:r>
                      <a:endParaRPr lang="en-SG" sz="1200" b="1"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17</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18</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b="1" u="none" strike="noStrike" dirty="0">
                          <a:effectLst/>
                        </a:rPr>
                        <a:t>CA2 SA3 Submission Week</a:t>
                      </a:r>
                      <a:endParaRPr lang="en-SG" sz="1200" b="1" i="0" u="none" strike="noStrike" dirty="0">
                        <a:solidFill>
                          <a:srgbClr val="FF0000"/>
                        </a:solidFill>
                        <a:effectLst/>
                        <a:latin typeface="Aptos" panose="020B0004020202020204" pitchFamily="34" charset="0"/>
                      </a:endParaRPr>
                    </a:p>
                  </a:txBody>
                  <a:tcPr marL="0" marR="0" marT="0" marB="0" anchor="ctr"/>
                </a:tc>
                <a:extLst>
                  <a:ext uri="{0D108BD9-81ED-4DB2-BD59-A6C34878D82A}">
                    <a16:rowId xmlns:a16="http://schemas.microsoft.com/office/drawing/2014/main" val="4283959026"/>
                  </a:ext>
                </a:extLst>
              </a:tr>
              <a:tr h="291541">
                <a:tc>
                  <a:txBody>
                    <a:bodyPr/>
                    <a:lstStyle/>
                    <a:p>
                      <a:pPr algn="ctr" rtl="0" fontAlgn="ctr">
                        <a:buNone/>
                      </a:pPr>
                      <a:r>
                        <a:rPr lang="en-SG" sz="1200" u="none" strike="noStrike">
                          <a:effectLst/>
                        </a:rPr>
                        <a:t>10</a:t>
                      </a:r>
                      <a:endParaRPr lang="en-SG" sz="1200" b="1"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19</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20</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fontAlgn="t">
                        <a:buNone/>
                      </a:pPr>
                      <a:r>
                        <a:rPr lang="en-SG" sz="1200" u="none" strike="noStrike" dirty="0">
                          <a:effectLst/>
                          <a:highlight>
                            <a:srgbClr val="FFFF00"/>
                          </a:highlight>
                        </a:rPr>
                        <a:t> </a:t>
                      </a:r>
                      <a:r>
                        <a:rPr lang="en-SG" sz="1200" u="none" strike="noStrike" dirty="0">
                          <a:solidFill>
                            <a:srgbClr val="FF0000"/>
                          </a:solidFill>
                          <a:effectLst/>
                          <a:highlight>
                            <a:srgbClr val="FFFF00"/>
                          </a:highlight>
                        </a:rPr>
                        <a:t>CA2 Kahoot Quiz in Lesson 19</a:t>
                      </a:r>
                      <a:endParaRPr lang="en-SG" sz="1200" b="0" i="0" u="none" strike="noStrike" dirty="0">
                        <a:solidFill>
                          <a:srgbClr val="FF0000"/>
                        </a:solidFill>
                        <a:effectLst/>
                        <a:highlight>
                          <a:srgbClr val="FFFF00"/>
                        </a:highlight>
                        <a:latin typeface="Arial" panose="020B0604020202020204" pitchFamily="34" charset="0"/>
                      </a:endParaRPr>
                    </a:p>
                  </a:txBody>
                  <a:tcPr marL="0" marR="0" marT="0" marB="0"/>
                </a:tc>
                <a:extLst>
                  <a:ext uri="{0D108BD9-81ED-4DB2-BD59-A6C34878D82A}">
                    <a16:rowId xmlns:a16="http://schemas.microsoft.com/office/drawing/2014/main" val="3079603353"/>
                  </a:ext>
                </a:extLst>
              </a:tr>
              <a:tr h="172972">
                <a:tc>
                  <a:txBody>
                    <a:bodyPr/>
                    <a:lstStyle/>
                    <a:p>
                      <a:pPr algn="ctr" rtl="0" fontAlgn="ctr">
                        <a:buNone/>
                      </a:pPr>
                      <a:r>
                        <a:rPr lang="en-SG" sz="1200" u="none" strike="noStrike">
                          <a:effectLst/>
                        </a:rPr>
                        <a:t>11</a:t>
                      </a:r>
                      <a:endParaRPr lang="en-SG" sz="1200" b="1"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21</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22</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b="1" u="none" strike="noStrike" dirty="0">
                          <a:effectLst/>
                        </a:rPr>
                        <a:t>FA Final SA3 Submission Week</a:t>
                      </a:r>
                      <a:endParaRPr lang="en-SG" sz="1200" b="1" i="0" u="none" strike="noStrike" dirty="0">
                        <a:solidFill>
                          <a:srgbClr val="FF0000"/>
                        </a:solidFill>
                        <a:effectLst/>
                        <a:latin typeface="Aptos" panose="020B0004020202020204" pitchFamily="34" charset="0"/>
                      </a:endParaRPr>
                    </a:p>
                  </a:txBody>
                  <a:tcPr marL="0" marR="0" marT="0" marB="0" anchor="ctr"/>
                </a:tc>
                <a:extLst>
                  <a:ext uri="{0D108BD9-81ED-4DB2-BD59-A6C34878D82A}">
                    <a16:rowId xmlns:a16="http://schemas.microsoft.com/office/drawing/2014/main" val="3481882088"/>
                  </a:ext>
                </a:extLst>
              </a:tr>
              <a:tr h="172972">
                <a:tc>
                  <a:txBody>
                    <a:bodyPr/>
                    <a:lstStyle/>
                    <a:p>
                      <a:pPr algn="ctr" rtl="0" fontAlgn="ctr">
                        <a:buNone/>
                      </a:pPr>
                      <a:r>
                        <a:rPr lang="en-SG" sz="1200" u="none" strike="noStrike">
                          <a:effectLst/>
                        </a:rPr>
                        <a:t>12</a:t>
                      </a:r>
                      <a:endParaRPr lang="en-SG" sz="1200" b="1"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23</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24</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F2F</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effectLst/>
                        </a:rPr>
                        <a:t>FA Presentation Week</a:t>
                      </a:r>
                      <a:endParaRPr lang="en-SG" sz="1200" b="0" i="0" u="none" strike="noStrike" dirty="0">
                        <a:solidFill>
                          <a:srgbClr val="FF0000"/>
                        </a:solidFill>
                        <a:effectLst/>
                        <a:latin typeface="Aptos" panose="020B0004020202020204" pitchFamily="34" charset="0"/>
                      </a:endParaRPr>
                    </a:p>
                  </a:txBody>
                  <a:tcPr marL="0" marR="0" marT="0" marB="0" anchor="ctr"/>
                </a:tc>
                <a:extLst>
                  <a:ext uri="{0D108BD9-81ED-4DB2-BD59-A6C34878D82A}">
                    <a16:rowId xmlns:a16="http://schemas.microsoft.com/office/drawing/2014/main" val="4176795374"/>
                  </a:ext>
                </a:extLst>
              </a:tr>
              <a:tr h="263576">
                <a:tc>
                  <a:txBody>
                    <a:bodyPr/>
                    <a:lstStyle/>
                    <a:p>
                      <a:pPr algn="ctr" rtl="0" fontAlgn="ctr">
                        <a:buNone/>
                      </a:pPr>
                      <a:r>
                        <a:rPr lang="en-SG" sz="1200" u="none" strike="noStrike">
                          <a:effectLst/>
                        </a:rPr>
                        <a:t>13</a:t>
                      </a:r>
                      <a:endParaRPr lang="en-SG" sz="1200" b="1"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effectLst/>
                        </a:rPr>
                        <a:t>25</a:t>
                      </a:r>
                      <a:endParaRPr lang="en-SG" sz="1200" b="0" i="0" u="none" strike="noStrike" dirty="0">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solidFill>
                            <a:srgbClr val="0070C0"/>
                          </a:solidFill>
                          <a:effectLst/>
                        </a:rPr>
                        <a:t>AEL</a:t>
                      </a:r>
                      <a:endParaRPr lang="en-SG" sz="1200" b="0" i="0" u="none" strike="noStrike" dirty="0">
                        <a:solidFill>
                          <a:srgbClr val="0070C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a:effectLst/>
                        </a:rPr>
                        <a:t>26</a:t>
                      </a:r>
                      <a:endParaRPr lang="en-SG" sz="1200" b="0" i="0" u="none" strike="noStrike">
                        <a:solidFill>
                          <a:srgbClr val="000000"/>
                        </a:solidFill>
                        <a:effectLst/>
                        <a:latin typeface="Aptos" panose="020B0004020202020204" pitchFamily="34" charset="0"/>
                      </a:endParaRPr>
                    </a:p>
                  </a:txBody>
                  <a:tcPr marL="0" marR="0" marT="0" marB="0" anchor="ctr"/>
                </a:tc>
                <a:tc>
                  <a:txBody>
                    <a:bodyPr/>
                    <a:lstStyle/>
                    <a:p>
                      <a:pPr algn="ctr" rtl="0" fontAlgn="ctr">
                        <a:buNone/>
                      </a:pPr>
                      <a:r>
                        <a:rPr lang="en-SG" sz="1200" u="none" strike="noStrike" dirty="0">
                          <a:solidFill>
                            <a:srgbClr val="0070C0"/>
                          </a:solidFill>
                          <a:effectLst/>
                        </a:rPr>
                        <a:t>AEL</a:t>
                      </a:r>
                      <a:endParaRPr lang="en-SG" sz="1200" b="0" i="0" u="none" strike="noStrike" dirty="0">
                        <a:solidFill>
                          <a:srgbClr val="0070C0"/>
                        </a:solidFill>
                        <a:effectLst/>
                        <a:latin typeface="Aptos" panose="020B0004020202020204" pitchFamily="34" charset="0"/>
                      </a:endParaRPr>
                    </a:p>
                  </a:txBody>
                  <a:tcPr marL="0" marR="0" marT="0" marB="0" anchor="ctr"/>
                </a:tc>
                <a:tc>
                  <a:txBody>
                    <a:bodyPr/>
                    <a:lstStyle/>
                    <a:p>
                      <a:pPr algn="ctr" fontAlgn="t">
                        <a:buNone/>
                      </a:pPr>
                      <a:r>
                        <a:rPr lang="en-SG" sz="1200" u="none" strike="noStrike" dirty="0">
                          <a:effectLst/>
                        </a:rPr>
                        <a:t> </a:t>
                      </a:r>
                      <a:endParaRPr lang="en-SG" sz="1200" b="0" i="0" u="none" strike="noStrike" dirty="0">
                        <a:solidFill>
                          <a:srgbClr val="000000"/>
                        </a:solidFill>
                        <a:effectLst/>
                        <a:latin typeface="Arial" panose="020B0604020202020204" pitchFamily="34" charset="0"/>
                      </a:endParaRPr>
                    </a:p>
                  </a:txBody>
                  <a:tcPr marL="0" marR="0" marT="0" marB="0"/>
                </a:tc>
                <a:extLst>
                  <a:ext uri="{0D108BD9-81ED-4DB2-BD59-A6C34878D82A}">
                    <a16:rowId xmlns:a16="http://schemas.microsoft.com/office/drawing/2014/main" val="3368112218"/>
                  </a:ext>
                </a:extLst>
              </a:tr>
            </a:tbl>
          </a:graphicData>
        </a:graphic>
      </p:graphicFrame>
      <p:sp>
        <p:nvSpPr>
          <p:cNvPr id="7" name="TextBox 6">
            <a:extLst>
              <a:ext uri="{FF2B5EF4-FFF2-40B4-BE49-F238E27FC236}">
                <a16:creationId xmlns:a16="http://schemas.microsoft.com/office/drawing/2014/main" id="{EE406EE7-AA63-9B53-888C-E1B69C8A6762}"/>
              </a:ext>
            </a:extLst>
          </p:cNvPr>
          <p:cNvSpPr txBox="1"/>
          <p:nvPr/>
        </p:nvSpPr>
        <p:spPr>
          <a:xfrm>
            <a:off x="6608619" y="785813"/>
            <a:ext cx="3660810" cy="461665"/>
          </a:xfrm>
          <a:prstGeom prst="rect">
            <a:avLst/>
          </a:prstGeom>
          <a:noFill/>
        </p:spPr>
        <p:txBody>
          <a:bodyPr wrap="none" rtlCol="0">
            <a:spAutoFit/>
          </a:bodyPr>
          <a:lstStyle/>
          <a:p>
            <a:r>
              <a:rPr lang="en-US" sz="1200" dirty="0">
                <a:solidFill>
                  <a:srgbClr val="FF0000"/>
                </a:solidFill>
                <a:highlight>
                  <a:srgbClr val="FFFF00"/>
                </a:highlight>
              </a:rPr>
              <a:t>Note: Kahoot quiz date added, FA milestones shifted</a:t>
            </a:r>
          </a:p>
          <a:p>
            <a:r>
              <a:rPr lang="en-US" sz="1200" dirty="0">
                <a:solidFill>
                  <a:srgbClr val="FF0000"/>
                </a:solidFill>
                <a:highlight>
                  <a:srgbClr val="FFFF00"/>
                </a:highlight>
              </a:rPr>
              <a:t>Updated: 25 October 2026</a:t>
            </a:r>
            <a:endParaRPr lang="en-SG" sz="1200" dirty="0">
              <a:solidFill>
                <a:srgbClr val="FF0000"/>
              </a:solidFill>
              <a:highlight>
                <a:srgbClr val="FFFF00"/>
              </a:highlight>
            </a:endParaRPr>
          </a:p>
        </p:txBody>
      </p:sp>
    </p:spTree>
    <p:extLst>
      <p:ext uri="{BB962C8B-B14F-4D97-AF65-F5344CB8AC3E}">
        <p14:creationId xmlns:p14="http://schemas.microsoft.com/office/powerpoint/2010/main" val="38843086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645AB4-0317-BD5C-4A75-1DA78E4D945F}"/>
              </a:ext>
            </a:extLst>
          </p:cNvPr>
          <p:cNvSpPr>
            <a:spLocks noGrp="1"/>
          </p:cNvSpPr>
          <p:nvPr>
            <p:ph type="title"/>
          </p:nvPr>
        </p:nvSpPr>
        <p:spPr/>
        <p:txBody>
          <a:bodyPr/>
          <a:lstStyle/>
          <a:p>
            <a:r>
              <a:rPr lang="en-US" dirty="0"/>
              <a:t>Work on your FA Graded </a:t>
            </a:r>
            <a:r>
              <a:rPr lang="en-US" dirty="0" err="1"/>
              <a:t>Assigment</a:t>
            </a:r>
            <a:endParaRPr lang="en-SG" dirty="0"/>
          </a:p>
        </p:txBody>
      </p:sp>
    </p:spTree>
    <p:extLst>
      <p:ext uri="{BB962C8B-B14F-4D97-AF65-F5344CB8AC3E}">
        <p14:creationId xmlns:p14="http://schemas.microsoft.com/office/powerpoint/2010/main" val="15593480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A6DC3A-B3CC-A34A-9D13-49EB05A1CA73}"/>
              </a:ext>
            </a:extLst>
          </p:cNvPr>
          <p:cNvSpPr>
            <a:spLocks noGrp="1"/>
          </p:cNvSpPr>
          <p:nvPr>
            <p:ph type="body" sz="quarter" idx="14"/>
          </p:nvPr>
        </p:nvSpPr>
        <p:spPr/>
        <p:txBody>
          <a:bodyPr>
            <a:normAutofit/>
          </a:bodyPr>
          <a:lstStyle/>
          <a:p>
            <a:r>
              <a:rPr lang="en-US" dirty="0"/>
              <a:t>Worksheet (Individual)</a:t>
            </a:r>
          </a:p>
          <a:p>
            <a:r>
              <a:rPr lang="en-US" dirty="0"/>
              <a:t>Draft of your </a:t>
            </a:r>
            <a:r>
              <a:rPr lang="en-US" b="1" dirty="0"/>
              <a:t>C372 Graded Assignment Project Report – STUDENTID - STUDENT NAME.docx</a:t>
            </a:r>
          </a:p>
          <a:p>
            <a:r>
              <a:rPr lang="en-SG" dirty="0">
                <a:highlight>
                  <a:srgbClr val="FFFF00"/>
                </a:highlight>
              </a:rPr>
              <a:t>Upload your deliverables to POLITEMALL even if it is incomplete before the next session. </a:t>
            </a:r>
          </a:p>
          <a:p>
            <a:r>
              <a:rPr lang="en-SG" dirty="0">
                <a:highlight>
                  <a:srgbClr val="FFFF00"/>
                </a:highlight>
              </a:rPr>
              <a:t>You can resubmit by 2359 if there are updates.</a:t>
            </a:r>
            <a:endParaRPr lang="en-SG" dirty="0"/>
          </a:p>
          <a:p>
            <a:endParaRPr lang="en-SG" dirty="0"/>
          </a:p>
        </p:txBody>
      </p:sp>
      <p:sp>
        <p:nvSpPr>
          <p:cNvPr id="4" name="Title 3">
            <a:extLst>
              <a:ext uri="{FF2B5EF4-FFF2-40B4-BE49-F238E27FC236}">
                <a16:creationId xmlns:a16="http://schemas.microsoft.com/office/drawing/2014/main" id="{A1FCB9F3-C0C9-52BC-F86D-B270B54256EC}"/>
              </a:ext>
            </a:extLst>
          </p:cNvPr>
          <p:cNvSpPr>
            <a:spLocks noGrp="1"/>
          </p:cNvSpPr>
          <p:nvPr>
            <p:ph type="title"/>
          </p:nvPr>
        </p:nvSpPr>
        <p:spPr/>
        <p:txBody>
          <a:bodyPr anchor="ctr">
            <a:normAutofit/>
          </a:bodyPr>
          <a:lstStyle/>
          <a:p>
            <a:r>
              <a:rPr lang="en-SG" dirty="0"/>
              <a:t>Submissions</a:t>
            </a:r>
          </a:p>
        </p:txBody>
      </p:sp>
    </p:spTree>
    <p:extLst>
      <p:ext uri="{BB962C8B-B14F-4D97-AF65-F5344CB8AC3E}">
        <p14:creationId xmlns:p14="http://schemas.microsoft.com/office/powerpoint/2010/main" val="393585076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f613137c-ca87-4854-93ee-5cda769d5275" xsi:nil="true"/>
    <_ip_UnifiedCompliancePolicyProperties xmlns="http://schemas.microsoft.com/sharepoint/v3" xsi:nil="true"/>
    <lcf76f155ced4ddcb4097134ff3c332f xmlns="0e856134-4299-45b1-97e5-af7b5b819008">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C4B1CD7CA8C2D4FACB7A25C62C56F3E" ma:contentTypeVersion="18" ma:contentTypeDescription="Create a new document." ma:contentTypeScope="" ma:versionID="d46d316a899f429bf792c07ed9723cea">
  <xsd:schema xmlns:xsd="http://www.w3.org/2001/XMLSchema" xmlns:xs="http://www.w3.org/2001/XMLSchema" xmlns:p="http://schemas.microsoft.com/office/2006/metadata/properties" xmlns:ns1="http://schemas.microsoft.com/sharepoint/v3" xmlns:ns2="0e856134-4299-45b1-97e5-af7b5b819008" xmlns:ns3="f613137c-ca87-4854-93ee-5cda769d5275" targetNamespace="http://schemas.microsoft.com/office/2006/metadata/properties" ma:root="true" ma:fieldsID="2cc4e9c6a1f54a96739961b34b7aca77" ns1:_="" ns2:_="" ns3:_="">
    <xsd:import namespace="http://schemas.microsoft.com/sharepoint/v3"/>
    <xsd:import namespace="0e856134-4299-45b1-97e5-af7b5b819008"/>
    <xsd:import namespace="f613137c-ca87-4854-93ee-5cda769d527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lcf76f155ced4ddcb4097134ff3c332f" minOccurs="0"/>
                <xsd:element ref="ns3:TaxCatchAll" minOccurs="0"/>
                <xsd:element ref="ns2:MediaServiceGenerationTime" minOccurs="0"/>
                <xsd:element ref="ns2:MediaServiceEventHashCode" minOccurs="0"/>
                <xsd:element ref="ns2:MediaServiceDateTaken" minOccurs="0"/>
                <xsd:element ref="ns2:MediaServiceOCR" minOccurs="0"/>
                <xsd:element ref="ns2:MediaLengthInSeconds" minOccurs="0"/>
                <xsd:element ref="ns2:MediaServiceLocation" minOccurs="0"/>
                <xsd:element ref="ns1:_ip_UnifiedCompliancePolicyProperties" minOccurs="0"/>
                <xsd:element ref="ns1:_ip_UnifiedCompliancePolicyUIAction" minOccurs="0"/>
                <xsd:element ref="ns3:SharedWithUsers" minOccurs="0"/>
                <xsd:element ref="ns3:SharedWithDetails" minOccurs="0"/>
                <xsd:element ref="ns2:MediaServiceObjectDetectorVersion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xsd:simpleType>
        <xsd:restriction base="dms:Note"/>
      </xsd:simpleType>
    </xsd:element>
    <xsd:element name="_ip_UnifiedCompliancePolicyUIAction" ma:index="21"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0e856134-4299-45b1-97e5-af7b5b81900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lcf76f155ced4ddcb4097134ff3c332f" ma:index="12" nillable="true" ma:taxonomy="true" ma:internalName="lcf76f155ced4ddcb4097134ff3c332f" ma:taxonomyFieldName="MediaServiceImageTags" ma:displayName="Image Tags" ma:readOnly="false" ma:fieldId="{5cf76f15-5ced-4ddc-b409-7134ff3c332f}" ma:taxonomyMulti="true" ma:sspId="d754bec2-9c12-4dff-9bba-47e6622608a4" ma:termSetId="09814cd3-568e-fe90-9814-8d621ff8fb84" ma:anchorId="fba54fb3-c3e1-fe81-a776-ca4b69148c4d" ma:open="true" ma:isKeyword="false">
      <xsd:complexType>
        <xsd:sequence>
          <xsd:element ref="pc:Terms" minOccurs="0" maxOccurs="1"/>
        </xsd:sequence>
      </xsd:complex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DateTaken" ma:index="16" nillable="true" ma:displayName="MediaServiceDateTaken" ma:hidden="true" ma:indexed="true" ma:internalName="MediaServiceDateTaken"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LengthInSeconds" ma:index="18" nillable="true" ma:displayName="MediaLengthInSeconds" ma:hidden="true" ma:internalName="MediaLengthInSeconds" ma:readOnly="true">
      <xsd:simpleType>
        <xsd:restriction base="dms:Unknown"/>
      </xsd:simpleType>
    </xsd:element>
    <xsd:element name="MediaServiceLocation" ma:index="19" nillable="true" ma:displayName="Location" ma:description="" ma:indexed="true" ma:internalName="MediaServiceLocation" ma:readOnly="true">
      <xsd:simpleType>
        <xsd:restriction base="dms:Text"/>
      </xsd:simpleType>
    </xsd:element>
    <xsd:element name="MediaServiceObjectDetectorVersions" ma:index="24" nillable="true" ma:displayName="MediaServiceObjectDetectorVersions" ma:description="" ma:hidden="true" ma:indexed="true" ma:internalName="MediaServiceObjectDetectorVersions" ma:readOnly="true">
      <xsd:simpleType>
        <xsd:restriction base="dms:Text"/>
      </xsd:simpleType>
    </xsd:element>
    <xsd:element name="MediaServiceBillingMetadata" ma:index="25"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f613137c-ca87-4854-93ee-5cda769d5275" elementFormDefault="qualified">
    <xsd:import namespace="http://schemas.microsoft.com/office/2006/documentManagement/types"/>
    <xsd:import namespace="http://schemas.microsoft.com/office/infopath/2007/PartnerControls"/>
    <xsd:element name="TaxCatchAll" ma:index="13" nillable="true" ma:displayName="Taxonomy Catch All Column" ma:hidden="true" ma:list="{f8f100de-91da-40ec-a63f-be63a248fdec}" ma:internalName="TaxCatchAll" ma:showField="CatchAllData" ma:web="f613137c-ca87-4854-93ee-5cda769d5275">
      <xsd:complexType>
        <xsd:complexContent>
          <xsd:extension base="dms:MultiChoiceLookup">
            <xsd:sequence>
              <xsd:element name="Value" type="dms:Lookup" maxOccurs="unbounded" minOccurs="0" nillable="true"/>
            </xsd:sequence>
          </xsd:extension>
        </xsd:complexContent>
      </xsd:complexType>
    </xsd:element>
    <xsd:element name="SharedWithUsers" ma:index="2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23"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2022195B-D4EA-464D-B31E-68101E6D1BCB}">
  <ds:schemaRefs>
    <ds:schemaRef ds:uri="0e856134-4299-45b1-97e5-af7b5b819008"/>
    <ds:schemaRef ds:uri="f613137c-ca87-4854-93ee-5cda769d527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8B9F92F-B0CB-43EA-8FE8-128BFE0E75C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0e856134-4299-45b1-97e5-af7b5b819008"/>
    <ds:schemaRef ds:uri="f613137c-ca87-4854-93ee-5cda769d527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83CC101-685F-4D5B-A0DA-0AB2859C9D6F}">
  <ds:schemaRefs>
    <ds:schemaRef ds:uri="http://schemas.microsoft.com/sharepoint/v3/contenttype/forms"/>
  </ds:schemaRefs>
</ds:datastoreItem>
</file>

<file path=docMetadata/LabelInfo.xml><?xml version="1.0" encoding="utf-8"?>
<clbl:labelList xmlns:clbl="http://schemas.microsoft.com/office/2020/mipLabelMetadata">
  <clbl:label id="{b70f6a2e-9a0b-44bc-9fcb-55781401e2f0}" enabled="1" method="Privileged" siteId="{f688b0d0-79f0-40a4-8644-35fcdee9d0f3}" removed="0"/>
</clbl:labelList>
</file>

<file path=docProps/app.xml><?xml version="1.0" encoding="utf-8"?>
<Properties xmlns="http://schemas.openxmlformats.org/officeDocument/2006/extended-properties" xmlns:vt="http://schemas.openxmlformats.org/officeDocument/2006/docPropsVTypes">
  <TotalTime>73</TotalTime>
  <Words>1487</Words>
  <Application>Microsoft Office PowerPoint</Application>
  <PresentationFormat>Widescreen</PresentationFormat>
  <Paragraphs>263</Paragraphs>
  <Slides>18</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Aptos</vt:lpstr>
      <vt:lpstr>Arial</vt:lpstr>
      <vt:lpstr>Arial Black</vt:lpstr>
      <vt:lpstr>Office Theme</vt:lpstr>
      <vt:lpstr>C372 Payment Technologies </vt:lpstr>
      <vt:lpstr>FA Graded Assignment Discussion</vt:lpstr>
      <vt:lpstr>What you should finish today</vt:lpstr>
      <vt:lpstr>Read the Assignment document</vt:lpstr>
      <vt:lpstr>A  |  Product/service analysis: find the gap</vt:lpstr>
      <vt:lpstr>A  |  Turn the gap into a proposal</vt:lpstr>
      <vt:lpstr>B  |  Research applicable requirements</vt:lpstr>
      <vt:lpstr>C  |  System design: map user goals</vt:lpstr>
      <vt:lpstr>C  |  ERD: identify the data behind the flow</vt:lpstr>
      <vt:lpstr>D  |  Write requirements you can check</vt:lpstr>
      <vt:lpstr>Make Sections A-D tell one consistent story</vt:lpstr>
      <vt:lpstr>A quick example of connected thinking</vt:lpstr>
      <vt:lpstr>Use the worksheet to build the report</vt:lpstr>
      <vt:lpstr>Organise your individual work</vt:lpstr>
      <vt:lpstr>Self-check: find gaps before polishing</vt:lpstr>
      <vt:lpstr>PowerPoint Presentation</vt:lpstr>
      <vt:lpstr>Work on your FA Graded Assigment</vt:lpstr>
      <vt:lpstr>Submissions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C372 W02 L04 FA Graded Assignment Milestone 1 - Individual</dc:title>
  <dc:subject>Individual student guide to Milestone 1 worksheet Sections A-D and report</dc:subject>
  <dc:creator>Republic Polytechnic</dc:creator>
  <cp:lastModifiedBy>Magdalene Lim (RP)</cp:lastModifiedBy>
  <cp:revision>18</cp:revision>
  <dcterms:created xsi:type="dcterms:W3CDTF">2024-09-03T01:46:32Z</dcterms:created>
  <dcterms:modified xsi:type="dcterms:W3CDTF">2026-10-25T02:57:34Z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0x010100AC4B1CD7CA8C2D4FACB7A25C62C56F3E</vt:lpwstr>
  </property>
  <property fmtid="{D5CDD505-2E9C-101B-9397-08002B2CF9AE}" pid="3" name="MediaServiceImageTags">
    <vt:lpwstr/>
  </property>
  <property fmtid="{D5CDD505-2E9C-101B-9397-08002B2CF9AE}" pid="4" name="ClassificationContentMarkingHeaderLocations">
    <vt:lpwstr>Office Theme:11</vt:lpwstr>
  </property>
  <property fmtid="{D5CDD505-2E9C-101B-9397-08002B2CF9AE}" pid="5" name="ClassificationContentMarkingHeaderText">
    <vt:lpwstr>Official (Closed) \ Non-Sensitive</vt:lpwstr>
  </property>
</Properties>
</file>