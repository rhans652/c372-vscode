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29"/>
  </p:notesMasterIdLst>
  <p:sldIdLst>
    <p:sldId id="256" r:id="rId2"/>
    <p:sldId id="258" r:id="rId3"/>
    <p:sldId id="297" r:id="rId4"/>
    <p:sldId id="259" r:id="rId5"/>
    <p:sldId id="262" r:id="rId6"/>
    <p:sldId id="263" r:id="rId7"/>
    <p:sldId id="264" r:id="rId8"/>
    <p:sldId id="298" r:id="rId9"/>
    <p:sldId id="299" r:id="rId10"/>
    <p:sldId id="300" r:id="rId11"/>
    <p:sldId id="274" r:id="rId12"/>
    <p:sldId id="315" r:id="rId13"/>
    <p:sldId id="276" r:id="rId14"/>
    <p:sldId id="277" r:id="rId15"/>
    <p:sldId id="304" r:id="rId16"/>
    <p:sldId id="303" r:id="rId17"/>
    <p:sldId id="293" r:id="rId18"/>
    <p:sldId id="302" r:id="rId19"/>
    <p:sldId id="283" r:id="rId20"/>
    <p:sldId id="287" r:id="rId21"/>
    <p:sldId id="288" r:id="rId22"/>
    <p:sldId id="312" r:id="rId23"/>
    <p:sldId id="313" r:id="rId24"/>
    <p:sldId id="314" r:id="rId25"/>
    <p:sldId id="292" r:id="rId26"/>
    <p:sldId id="29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3884E-7AFF-4E7B-8D99-3565411057F0}" v="3" dt="2026-10-19T07:29:17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20" autoAdjust="0"/>
  </p:normalViewPr>
  <p:slideViewPr>
    <p:cSldViewPr snapToGrid="0">
      <p:cViewPr varScale="1">
        <p:scale>
          <a:sx n="71" d="100"/>
          <a:sy n="71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DY" userId="2053b264-8e53-490a-8c5f-f5cb0b16f25a" providerId="ADAL" clId="{383AE3C5-DF6E-4D93-80AC-567623C42775}"/>
    <pc:docChg chg="custSel addSld modSld">
      <pc:chgData name="RANDY" userId="2053b264-8e53-490a-8c5f-f5cb0b16f25a" providerId="ADAL" clId="{383AE3C5-DF6E-4D93-80AC-567623C42775}" dt="2026-10-19T07:30:32.859" v="914" actId="13926"/>
      <pc:docMkLst>
        <pc:docMk/>
      </pc:docMkLst>
      <pc:sldChg chg="modSp mod">
        <pc:chgData name="RANDY" userId="2053b264-8e53-490a-8c5f-f5cb0b16f25a" providerId="ADAL" clId="{383AE3C5-DF6E-4D93-80AC-567623C42775}" dt="2026-10-19T07:02:38.254" v="646" actId="20577"/>
        <pc:sldMkLst>
          <pc:docMk/>
          <pc:sldMk cId="183860468" sldId="274"/>
        </pc:sldMkLst>
        <pc:graphicFrameChg chg="modGraphic">
          <ac:chgData name="RANDY" userId="2053b264-8e53-490a-8c5f-f5cb0b16f25a" providerId="ADAL" clId="{383AE3C5-DF6E-4D93-80AC-567623C42775}" dt="2026-10-19T07:02:38.254" v="646" actId="20577"/>
          <ac:graphicFrameMkLst>
            <pc:docMk/>
            <pc:sldMk cId="183860468" sldId="274"/>
            <ac:graphicFrameMk id="5" creationId="{3DB88B32-4511-8753-7E3B-DF1C20C1F2B9}"/>
          </ac:graphicFrameMkLst>
        </pc:graphicFrameChg>
      </pc:sldChg>
      <pc:sldChg chg="modSp mod">
        <pc:chgData name="RANDY" userId="2053b264-8e53-490a-8c5f-f5cb0b16f25a" providerId="ADAL" clId="{383AE3C5-DF6E-4D93-80AC-567623C42775}" dt="2026-10-19T07:30:32.859" v="914" actId="13926"/>
        <pc:sldMkLst>
          <pc:docMk/>
          <pc:sldMk cId="1689855906" sldId="283"/>
        </pc:sldMkLst>
        <pc:spChg chg="mod">
          <ac:chgData name="RANDY" userId="2053b264-8e53-490a-8c5f-f5cb0b16f25a" providerId="ADAL" clId="{383AE3C5-DF6E-4D93-80AC-567623C42775}" dt="2026-10-19T07:30:32.859" v="914" actId="13926"/>
          <ac:spMkLst>
            <pc:docMk/>
            <pc:sldMk cId="1689855906" sldId="283"/>
            <ac:spMk id="3" creationId="{B9BBF6C1-9A6B-28C1-6E28-1827D5932D88}"/>
          </ac:spMkLst>
        </pc:spChg>
      </pc:sldChg>
      <pc:sldChg chg="addSp delSp modSp mod">
        <pc:chgData name="RANDY" userId="2053b264-8e53-490a-8c5f-f5cb0b16f25a" providerId="ADAL" clId="{383AE3C5-DF6E-4D93-80AC-567623C42775}" dt="2026-10-19T07:26:55.125" v="824" actId="478"/>
        <pc:sldMkLst>
          <pc:docMk/>
          <pc:sldMk cId="2368532051" sldId="293"/>
        </pc:sldMkLst>
        <pc:graphicFrameChg chg="modGraphic">
          <ac:chgData name="RANDY" userId="2053b264-8e53-490a-8c5f-f5cb0b16f25a" providerId="ADAL" clId="{383AE3C5-DF6E-4D93-80AC-567623C42775}" dt="2026-10-19T07:26:43.535" v="823" actId="207"/>
          <ac:graphicFrameMkLst>
            <pc:docMk/>
            <pc:sldMk cId="2368532051" sldId="293"/>
            <ac:graphicFrameMk id="2" creationId="{867EB12E-B156-FAEA-CBBC-BC2680C012E4}"/>
          </ac:graphicFrameMkLst>
        </pc:graphicFrameChg>
        <pc:picChg chg="add del mod">
          <ac:chgData name="RANDY" userId="2053b264-8e53-490a-8c5f-f5cb0b16f25a" providerId="ADAL" clId="{383AE3C5-DF6E-4D93-80AC-567623C42775}" dt="2026-10-19T07:26:55.125" v="824" actId="478"/>
          <ac:picMkLst>
            <pc:docMk/>
            <pc:sldMk cId="2368532051" sldId="293"/>
            <ac:picMk id="8" creationId="{BDBBA9C5-70BC-9D88-C31F-BC813683CE62}"/>
          </ac:picMkLst>
        </pc:picChg>
      </pc:sldChg>
      <pc:sldChg chg="modNotesTx">
        <pc:chgData name="RANDY" userId="2053b264-8e53-490a-8c5f-f5cb0b16f25a" providerId="ADAL" clId="{383AE3C5-DF6E-4D93-80AC-567623C42775}" dt="2026-10-19T06:39:24.934" v="282" actId="20577"/>
        <pc:sldMkLst>
          <pc:docMk/>
          <pc:sldMk cId="2953861280" sldId="298"/>
        </pc:sldMkLst>
      </pc:sldChg>
      <pc:sldChg chg="modSp mod">
        <pc:chgData name="RANDY" userId="2053b264-8e53-490a-8c5f-f5cb0b16f25a" providerId="ADAL" clId="{383AE3C5-DF6E-4D93-80AC-567623C42775}" dt="2026-10-19T06:46:05.422" v="634" actId="20577"/>
        <pc:sldMkLst>
          <pc:docMk/>
          <pc:sldMk cId="2918821177" sldId="299"/>
        </pc:sldMkLst>
        <pc:graphicFrameChg chg="modGraphic">
          <ac:chgData name="RANDY" userId="2053b264-8e53-490a-8c5f-f5cb0b16f25a" providerId="ADAL" clId="{383AE3C5-DF6E-4D93-80AC-567623C42775}" dt="2026-10-19T06:46:05.422" v="634" actId="20577"/>
          <ac:graphicFrameMkLst>
            <pc:docMk/>
            <pc:sldMk cId="2918821177" sldId="299"/>
            <ac:graphicFrameMk id="5" creationId="{5A6302C3-AEAD-8ED6-333B-E005E1FB5536}"/>
          </ac:graphicFrameMkLst>
        </pc:graphicFrameChg>
      </pc:sldChg>
      <pc:sldChg chg="addSp modSp mod">
        <pc:chgData name="RANDY" userId="2053b264-8e53-490a-8c5f-f5cb0b16f25a" providerId="ADAL" clId="{383AE3C5-DF6E-4D93-80AC-567623C42775}" dt="2026-10-19T07:29:27.941" v="913" actId="14100"/>
        <pc:sldMkLst>
          <pc:docMk/>
          <pc:sldMk cId="4085929539" sldId="302"/>
        </pc:sldMkLst>
        <pc:spChg chg="add mod">
          <ac:chgData name="RANDY" userId="2053b264-8e53-490a-8c5f-f5cb0b16f25a" providerId="ADAL" clId="{383AE3C5-DF6E-4D93-80AC-567623C42775}" dt="2026-10-19T07:28:07.687" v="840" actId="20577"/>
          <ac:spMkLst>
            <pc:docMk/>
            <pc:sldMk cId="4085929539" sldId="302"/>
            <ac:spMk id="2" creationId="{B73A39DF-CB86-EF9E-0979-3694AF0F2441}"/>
          </ac:spMkLst>
        </pc:spChg>
        <pc:spChg chg="add mod">
          <ac:chgData name="RANDY" userId="2053b264-8e53-490a-8c5f-f5cb0b16f25a" providerId="ADAL" clId="{383AE3C5-DF6E-4D93-80AC-567623C42775}" dt="2026-10-19T07:29:25.968" v="912" actId="1076"/>
          <ac:spMkLst>
            <pc:docMk/>
            <pc:sldMk cId="4085929539" sldId="302"/>
            <ac:spMk id="9" creationId="{02554725-B70A-DAB1-8BD5-76206BEDA384}"/>
          </ac:spMkLst>
        </pc:spChg>
        <pc:spChg chg="add mod">
          <ac:chgData name="RANDY" userId="2053b264-8e53-490a-8c5f-f5cb0b16f25a" providerId="ADAL" clId="{383AE3C5-DF6E-4D93-80AC-567623C42775}" dt="2026-10-19T07:28:38.563" v="870" actId="20577"/>
          <ac:spMkLst>
            <pc:docMk/>
            <pc:sldMk cId="4085929539" sldId="302"/>
            <ac:spMk id="11" creationId="{DECCB15A-4390-313D-757F-D8AE6390286D}"/>
          </ac:spMkLst>
        </pc:spChg>
        <pc:spChg chg="add mod">
          <ac:chgData name="RANDY" userId="2053b264-8e53-490a-8c5f-f5cb0b16f25a" providerId="ADAL" clId="{383AE3C5-DF6E-4D93-80AC-567623C42775}" dt="2026-10-19T07:28:44.516" v="886" actId="20577"/>
          <ac:spMkLst>
            <pc:docMk/>
            <pc:sldMk cId="4085929539" sldId="302"/>
            <ac:spMk id="13" creationId="{83A68A1D-12D0-5573-5929-A4AD8650A29C}"/>
          </ac:spMkLst>
        </pc:spChg>
        <pc:spChg chg="add mod">
          <ac:chgData name="RANDY" userId="2053b264-8e53-490a-8c5f-f5cb0b16f25a" providerId="ADAL" clId="{383AE3C5-DF6E-4D93-80AC-567623C42775}" dt="2026-10-19T07:28:30.029" v="852" actId="20577"/>
          <ac:spMkLst>
            <pc:docMk/>
            <pc:sldMk cId="4085929539" sldId="302"/>
            <ac:spMk id="15" creationId="{359BE052-8970-C0C2-C856-A9201CD5E0E4}"/>
          </ac:spMkLst>
        </pc:spChg>
        <pc:cxnChg chg="add mod">
          <ac:chgData name="RANDY" userId="2053b264-8e53-490a-8c5f-f5cb0b16f25a" providerId="ADAL" clId="{383AE3C5-DF6E-4D93-80AC-567623C42775}" dt="2026-10-19T07:29:03.621" v="902" actId="1076"/>
          <ac:cxnSpMkLst>
            <pc:docMk/>
            <pc:sldMk cId="4085929539" sldId="302"/>
            <ac:cxnSpMk id="17" creationId="{7E195B6D-586E-5FA2-A496-234C5873720C}"/>
          </ac:cxnSpMkLst>
        </pc:cxnChg>
        <pc:cxnChg chg="add mod">
          <ac:chgData name="RANDY" userId="2053b264-8e53-490a-8c5f-f5cb0b16f25a" providerId="ADAL" clId="{383AE3C5-DF6E-4D93-80AC-567623C42775}" dt="2026-10-19T07:29:12.589" v="906" actId="14100"/>
          <ac:cxnSpMkLst>
            <pc:docMk/>
            <pc:sldMk cId="4085929539" sldId="302"/>
            <ac:cxnSpMk id="18" creationId="{9044BF78-3663-C8C4-2120-4A4BE13E246A}"/>
          </ac:cxnSpMkLst>
        </pc:cxnChg>
        <pc:cxnChg chg="add mod">
          <ac:chgData name="RANDY" userId="2053b264-8e53-490a-8c5f-f5cb0b16f25a" providerId="ADAL" clId="{383AE3C5-DF6E-4D93-80AC-567623C42775}" dt="2026-10-19T07:29:15.588" v="908" actId="1076"/>
          <ac:cxnSpMkLst>
            <pc:docMk/>
            <pc:sldMk cId="4085929539" sldId="302"/>
            <ac:cxnSpMk id="21" creationId="{AA389FBF-19F7-A458-245B-26E1CB3A9AB6}"/>
          </ac:cxnSpMkLst>
        </pc:cxnChg>
        <pc:cxnChg chg="add mod">
          <ac:chgData name="RANDY" userId="2053b264-8e53-490a-8c5f-f5cb0b16f25a" providerId="ADAL" clId="{383AE3C5-DF6E-4D93-80AC-567623C42775}" dt="2026-10-19T07:29:27.941" v="913" actId="14100"/>
          <ac:cxnSpMkLst>
            <pc:docMk/>
            <pc:sldMk cId="4085929539" sldId="302"/>
            <ac:cxnSpMk id="22" creationId="{2F88DE0B-0E26-3E5F-6DF9-6D03F853DBD1}"/>
          </ac:cxnSpMkLst>
        </pc:cxnChg>
      </pc:sldChg>
      <pc:sldChg chg="addSp modSp new mod">
        <pc:chgData name="RANDY" userId="2053b264-8e53-490a-8c5f-f5cb0b16f25a" providerId="ADAL" clId="{383AE3C5-DF6E-4D93-80AC-567623C42775}" dt="2026-10-19T07:17:19.601" v="673" actId="20577"/>
        <pc:sldMkLst>
          <pc:docMk/>
          <pc:sldMk cId="4180431031" sldId="315"/>
        </pc:sldMkLst>
        <pc:spChg chg="mod">
          <ac:chgData name="RANDY" userId="2053b264-8e53-490a-8c5f-f5cb0b16f25a" providerId="ADAL" clId="{383AE3C5-DF6E-4D93-80AC-567623C42775}" dt="2026-10-19T07:17:19.601" v="673" actId="20577"/>
          <ac:spMkLst>
            <pc:docMk/>
            <pc:sldMk cId="4180431031" sldId="315"/>
            <ac:spMk id="2" creationId="{A3A2191D-C72F-07C8-7136-7CE1C70B40DB}"/>
          </ac:spMkLst>
        </pc:spChg>
        <pc:picChg chg="add mod">
          <ac:chgData name="RANDY" userId="2053b264-8e53-490a-8c5f-f5cb0b16f25a" providerId="ADAL" clId="{383AE3C5-DF6E-4D93-80AC-567623C42775}" dt="2026-10-19T07:17:12.848" v="650" actId="1076"/>
          <ac:picMkLst>
            <pc:docMk/>
            <pc:sldMk cId="4180431031" sldId="315"/>
            <ac:picMk id="3" creationId="{49EB769D-8C70-8183-CA02-B1C332C0023A}"/>
          </ac:picMkLst>
        </pc:picChg>
      </pc:sldChg>
    </pc:docChg>
  </pc:docChgLst>
  <pc:docChgLst>
    <pc:chgData name="Magdalene Lim (RP)" userId="0d83deb8-e9a9-42ab-ae84-75cdb7b5bd8e" providerId="ADAL" clId="{F480144D-229B-4504-9707-A45AE5F79E10}"/>
    <pc:docChg chg="undo custSel addSld delSld modSld sldOrd modNotesMaster">
      <pc:chgData name="Magdalene Lim (RP)" userId="0d83deb8-e9a9-42ab-ae84-75cdb7b5bd8e" providerId="ADAL" clId="{F480144D-229B-4504-9707-A45AE5F79E10}" dt="2026-10-15T05:47:00.063" v="1900" actId="47"/>
      <pc:docMkLst>
        <pc:docMk/>
      </pc:docMkLst>
      <pc:sldChg chg="modSp mod chgLayout">
        <pc:chgData name="Magdalene Lim (RP)" userId="0d83deb8-e9a9-42ab-ae84-75cdb7b5bd8e" providerId="ADAL" clId="{F480144D-229B-4504-9707-A45AE5F79E10}" dt="2026-10-04T08:31:58.625" v="1289" actId="27636"/>
        <pc:sldMkLst>
          <pc:docMk/>
          <pc:sldMk cId="3743005131" sldId="256"/>
        </pc:sldMkLst>
        <pc:spChg chg="mod ord">
          <ac:chgData name="Magdalene Lim (RP)" userId="0d83deb8-e9a9-42ab-ae84-75cdb7b5bd8e" providerId="ADAL" clId="{F480144D-229B-4504-9707-A45AE5F79E10}" dt="2026-10-04T08:31:58.625" v="1289" actId="27636"/>
          <ac:spMkLst>
            <pc:docMk/>
            <pc:sldMk cId="3743005131" sldId="256"/>
            <ac:spMk id="3" creationId="{8B7175F7-757A-2749-2149-8312B92CFF25}"/>
          </ac:spMkLst>
        </pc:spChg>
      </pc:sldChg>
      <pc:sldChg chg="modSp mod">
        <pc:chgData name="Magdalene Lim (RP)" userId="0d83deb8-e9a9-42ab-ae84-75cdb7b5bd8e" providerId="ADAL" clId="{F480144D-229B-4504-9707-A45AE5F79E10}" dt="2026-10-11T08:18:03.415" v="1354" actId="26606"/>
        <pc:sldMkLst>
          <pc:docMk/>
          <pc:sldMk cId="3917998090" sldId="258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17998090" sldId="258"/>
            <ac:spMk id="2" creationId="{9D1C2D7F-3675-170B-DBB7-EDA9D9C47F78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17998090" sldId="258"/>
            <ac:spMk id="3" creationId="{92E30E96-3A4D-EC3B-4721-0C8CC0CAB386}"/>
          </ac:spMkLst>
        </pc:spChg>
        <pc:picChg chg="mod">
          <ac:chgData name="Magdalene Lim (RP)" userId="0d83deb8-e9a9-42ab-ae84-75cdb7b5bd8e" providerId="ADAL" clId="{F480144D-229B-4504-9707-A45AE5F79E10}" dt="2026-10-11T08:18:03.415" v="1354" actId="26606"/>
          <ac:picMkLst>
            <pc:docMk/>
            <pc:sldMk cId="3917998090" sldId="258"/>
            <ac:picMk id="15" creationId="{6E7CC6E6-862A-C77D-0ECF-D48C16732469}"/>
          </ac:picMkLst>
        </pc:picChg>
      </pc:sldChg>
      <pc:sldChg chg="modSp modNotes">
        <pc:chgData name="Magdalene Lim (RP)" userId="0d83deb8-e9a9-42ab-ae84-75cdb7b5bd8e" providerId="ADAL" clId="{F480144D-229B-4504-9707-A45AE5F79E10}" dt="2026-10-15T05:46:39.996" v="1869" actId="368"/>
        <pc:sldMkLst>
          <pc:docMk/>
          <pc:sldMk cId="1442352625" sldId="259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442352625" sldId="259"/>
            <ac:spMk id="2" creationId="{A437F66F-6E33-0647-6259-A4E599B51239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442352625" sldId="259"/>
            <ac:spMk id="3" creationId="{417E0471-E2FA-925B-2DC4-A6AC8D582C15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1538766337" sldId="26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538766337" sldId="262"/>
            <ac:spMk id="5" creationId="{C1341980-CDDE-F1F9-4538-0515BD09CB0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538766337" sldId="262"/>
            <ac:spMk id="11" creationId="{96A24C90-3201-D17E-D08D-87BFFF17DD5F}"/>
          </ac:spMkLst>
        </pc:spChg>
      </pc:sldChg>
      <pc:sldChg chg="modSp mod modClrScheme chgLayout">
        <pc:chgData name="Magdalene Lim (RP)" userId="0d83deb8-e9a9-42ab-ae84-75cdb7b5bd8e" providerId="ADAL" clId="{F480144D-229B-4504-9707-A45AE5F79E10}" dt="2026-10-04T08:31:58.578" v="1288"/>
        <pc:sldMkLst>
          <pc:docMk/>
          <pc:sldMk cId="3434207535" sldId="263"/>
        </pc:sldMkLst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3434207535" sldId="263"/>
            <ac:spMk id="3" creationId="{4BCA64FA-7C2C-DD82-C077-DA74138B0C92}"/>
          </ac:spMkLst>
        </pc:spChg>
      </pc:sldChg>
      <pc:sldChg chg="addSp modSp mod modClrScheme chgLayout modNotes modNotesTx">
        <pc:chgData name="Magdalene Lim (RP)" userId="0d83deb8-e9a9-42ab-ae84-75cdb7b5bd8e" providerId="ADAL" clId="{F480144D-229B-4504-9707-A45AE5F79E10}" dt="2026-10-15T05:46:40.053" v="1871" actId="368"/>
        <pc:sldMkLst>
          <pc:docMk/>
          <pc:sldMk cId="194679252" sldId="264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94679252" sldId="264"/>
            <ac:spMk id="2" creationId="{05A877AF-B8BC-BB72-97BB-41D18172A772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94679252" sldId="264"/>
            <ac:spMk id="4" creationId="{93AEBBB4-B243-19D2-F92E-CFE51208BE17}"/>
          </ac:spMkLst>
        </pc:spChg>
      </pc:sldChg>
      <pc:sldChg chg="addSp delSp modSp mod modClrScheme chgLayout modNotes modNotesTx">
        <pc:chgData name="Magdalene Lim (RP)" userId="0d83deb8-e9a9-42ab-ae84-75cdb7b5bd8e" providerId="ADAL" clId="{F480144D-229B-4504-9707-A45AE5F79E10}" dt="2026-10-15T05:46:40.256" v="1881" actId="368"/>
        <pc:sldMkLst>
          <pc:docMk/>
          <pc:sldMk cId="183860468" sldId="274"/>
        </pc:sldMkLst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83860468" sldId="274"/>
            <ac:spMk id="3" creationId="{1A1121CD-5A6D-1F15-35B6-70D9FF4C8579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83860468" sldId="274"/>
            <ac:spMk id="4" creationId="{DA12AD4D-1E34-B104-766A-A6A10A6C583A}"/>
          </ac:spMkLst>
        </pc:spChg>
        <pc:spChg chg="add">
          <ac:chgData name="Magdalene Lim (RP)" userId="0d83deb8-e9a9-42ab-ae84-75cdb7b5bd8e" providerId="ADAL" clId="{F480144D-229B-4504-9707-A45AE5F79E10}" dt="2026-10-11T07:15:08.081" v="1343" actId="22"/>
          <ac:spMkLst>
            <pc:docMk/>
            <pc:sldMk cId="183860468" sldId="274"/>
            <ac:spMk id="13" creationId="{EC40F539-6BEF-AC18-0FEF-FD10FE74738B}"/>
          </ac:spMkLst>
        </pc:spChg>
        <pc:graphicFrameChg chg="add mod modGraphic">
          <ac:chgData name="Magdalene Lim (RP)" userId="0d83deb8-e9a9-42ab-ae84-75cdb7b5bd8e" providerId="ADAL" clId="{F480144D-229B-4504-9707-A45AE5F79E10}" dt="2026-10-11T07:14:56.661" v="1341" actId="14100"/>
          <ac:graphicFrameMkLst>
            <pc:docMk/>
            <pc:sldMk cId="183860468" sldId="274"/>
            <ac:graphicFrameMk id="5" creationId="{3DB88B32-4511-8753-7E3B-DF1C20C1F2B9}"/>
          </ac:graphicFrameMkLst>
        </pc:graphicFrameChg>
        <pc:picChg chg="add">
          <ac:chgData name="Magdalene Lim (RP)" userId="0d83deb8-e9a9-42ab-ae84-75cdb7b5bd8e" providerId="ADAL" clId="{F480144D-229B-4504-9707-A45AE5F79E10}" dt="2026-10-11T07:15:08.081" v="1343" actId="22"/>
          <ac:picMkLst>
            <pc:docMk/>
            <pc:sldMk cId="183860468" sldId="274"/>
            <ac:picMk id="11" creationId="{523D390F-40FB-D8CC-9C2D-C6B2F03CC342}"/>
          </ac:picMkLst>
        </pc:picChg>
      </pc:sldChg>
      <pc:sldChg chg="modSp mod modClrScheme chgLayout modNotes modNotesTx">
        <pc:chgData name="Magdalene Lim (RP)" userId="0d83deb8-e9a9-42ab-ae84-75cdb7b5bd8e" providerId="ADAL" clId="{F480144D-229B-4504-9707-A45AE5F79E10}" dt="2026-10-15T05:46:40.263" v="1883" actId="368"/>
        <pc:sldMkLst>
          <pc:docMk/>
          <pc:sldMk cId="1271474731" sldId="276"/>
        </pc:sldMkLst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271474731" sldId="276"/>
            <ac:spMk id="3" creationId="{2FAFC2EE-3EDA-7FF5-9A6F-1267984D3CED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271474731" sldId="276"/>
            <ac:spMk id="4" creationId="{34395926-6BF2-FDD5-9279-09A9CF6ADB24}"/>
          </ac:spMkLst>
        </pc:spChg>
      </pc:sldChg>
      <pc:sldChg chg="addSp modSp mod modClrScheme chgLayout modNotes">
        <pc:chgData name="Magdalene Lim (RP)" userId="0d83deb8-e9a9-42ab-ae84-75cdb7b5bd8e" providerId="ADAL" clId="{F480144D-229B-4504-9707-A45AE5F79E10}" dt="2026-10-15T05:46:40.280" v="1885" actId="368"/>
        <pc:sldMkLst>
          <pc:docMk/>
          <pc:sldMk cId="2208568057" sldId="277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208568057" sldId="277"/>
            <ac:spMk id="2" creationId="{10201DB2-F45A-223A-D448-75650B92019C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208568057" sldId="277"/>
            <ac:spMk id="4" creationId="{7DB15B0A-34A0-4EDB-35F9-052BC8387A62}"/>
          </ac:spMkLst>
        </pc:spChg>
      </pc:sldChg>
      <pc:sldChg chg="modSp add del mod modNotes">
        <pc:chgData name="Magdalene Lim (RP)" userId="0d83deb8-e9a9-42ab-ae84-75cdb7b5bd8e" providerId="ADAL" clId="{F480144D-229B-4504-9707-A45AE5F79E10}" dt="2026-10-11T08:18:03.415" v="1354" actId="26606"/>
        <pc:sldMkLst>
          <pc:docMk/>
          <pc:sldMk cId="1689855906" sldId="283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689855906" sldId="283"/>
            <ac:spMk id="3" creationId="{B9BBF6C1-9A6B-28C1-6E28-1827D5932D88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689855906" sldId="283"/>
            <ac:spMk id="4" creationId="{F2566F3B-6AA9-B96B-0FE5-7A6A06C48AF8}"/>
          </ac:spMkLst>
        </pc:spChg>
      </pc:sldChg>
      <pc:sldChg chg="modSp add del mod">
        <pc:chgData name="Magdalene Lim (RP)" userId="0d83deb8-e9a9-42ab-ae84-75cdb7b5bd8e" providerId="ADAL" clId="{F480144D-229B-4504-9707-A45AE5F79E10}" dt="2026-10-04T08:31:58.578" v="1288"/>
        <pc:sldMkLst>
          <pc:docMk/>
          <pc:sldMk cId="1833562571" sldId="287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833562571" sldId="287"/>
            <ac:spMk id="3" creationId="{C206DE01-890A-6796-A0C2-6BCB3CDE65DF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833562571" sldId="287"/>
            <ac:spMk id="4" creationId="{715E6D0E-0EFA-10E3-02FC-D43185BB99B7}"/>
          </ac:spMkLst>
        </pc:spChg>
      </pc:sldChg>
      <pc:sldChg chg="modSp add del mod">
        <pc:chgData name="Magdalene Lim (RP)" userId="0d83deb8-e9a9-42ab-ae84-75cdb7b5bd8e" providerId="ADAL" clId="{F480144D-229B-4504-9707-A45AE5F79E10}" dt="2026-10-04T08:31:58.578" v="1288"/>
        <pc:sldMkLst>
          <pc:docMk/>
          <pc:sldMk cId="2431251026" sldId="288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431251026" sldId="288"/>
            <ac:spMk id="3" creationId="{79FCDD4B-C0E8-5500-328E-6A6DF6075C3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431251026" sldId="288"/>
            <ac:spMk id="4" creationId="{4913E43B-0A4E-4AA6-A401-09ACDD6AA7D9}"/>
          </ac:spMkLst>
        </pc:spChg>
      </pc:sldChg>
      <pc:sldChg chg="modSp mod">
        <pc:chgData name="Magdalene Lim (RP)" userId="0d83deb8-e9a9-42ab-ae84-75cdb7b5bd8e" providerId="ADAL" clId="{F480144D-229B-4504-9707-A45AE5F79E10}" dt="2026-10-04T08:31:58.578" v="1288"/>
        <pc:sldMkLst>
          <pc:docMk/>
          <pc:sldMk cId="552019704" sldId="290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552019704" sldId="290"/>
            <ac:spMk id="3" creationId="{F9227114-B39C-B115-332B-40D8745EB59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552019704" sldId="290"/>
            <ac:spMk id="9" creationId="{5A7B1832-DAD6-0411-07DA-0B086376700F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3935850767" sldId="291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35850767" sldId="291"/>
            <ac:spMk id="3" creationId="{10A6DC3A-B3CC-A34A-9D13-49EB05A1CA73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35850767" sldId="291"/>
            <ac:spMk id="4" creationId="{A1FCB9F3-C0C9-52BC-F86D-B270B54256EC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3787912637" sldId="29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787912637" sldId="292"/>
            <ac:spMk id="2" creationId="{6C3B05FB-A40A-4444-F685-BC51BFC041B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787912637" sldId="292"/>
            <ac:spMk id="3" creationId="{FC8FE4D2-6CB5-CB59-D90F-773CB639F2FD}"/>
          </ac:spMkLst>
        </pc:spChg>
      </pc:sldChg>
      <pc:sldChg chg="addSp delSp modSp new mod modClrScheme chgLayout modNotes modNotesTx">
        <pc:chgData name="Magdalene Lim (RP)" userId="0d83deb8-e9a9-42ab-ae84-75cdb7b5bd8e" providerId="ADAL" clId="{F480144D-229B-4504-9707-A45AE5F79E10}" dt="2026-10-15T05:46:40.341" v="1891" actId="368"/>
        <pc:sldMkLst>
          <pc:docMk/>
          <pc:sldMk cId="2368532051" sldId="293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368532051" sldId="293"/>
            <ac:spMk id="5" creationId="{536A651D-5893-883D-35DE-579B687485F3}"/>
          </ac:spMkLst>
        </pc:spChg>
        <pc:spChg chg="add mod ord">
          <ac:chgData name="Magdalene Lim (RP)" userId="0d83deb8-e9a9-42ab-ae84-75cdb7b5bd8e" providerId="ADAL" clId="{F480144D-229B-4504-9707-A45AE5F79E10}" dt="2026-10-04T08:18:40.530" v="1194" actId="14100"/>
          <ac:spMkLst>
            <pc:docMk/>
            <pc:sldMk cId="2368532051" sldId="293"/>
            <ac:spMk id="6" creationId="{FE5CD494-2EF3-2BF9-7E09-D81E322CBAFF}"/>
          </ac:spMkLst>
        </pc:spChg>
        <pc:spChg chg="add">
          <ac:chgData name="Magdalene Lim (RP)" userId="0d83deb8-e9a9-42ab-ae84-75cdb7b5bd8e" providerId="ADAL" clId="{F480144D-229B-4504-9707-A45AE5F79E10}" dt="2026-10-11T07:15:15.596" v="1344" actId="22"/>
          <ac:spMkLst>
            <pc:docMk/>
            <pc:sldMk cId="2368532051" sldId="293"/>
            <ac:spMk id="9" creationId="{17886D30-5DCF-4A5B-A71F-576685814D63}"/>
          </ac:spMkLst>
        </pc:spChg>
        <pc:graphicFrameChg chg="add mod modGraphic">
          <ac:chgData name="Magdalene Lim (RP)" userId="0d83deb8-e9a9-42ab-ae84-75cdb7b5bd8e" providerId="ADAL" clId="{F480144D-229B-4504-9707-A45AE5F79E10}" dt="2026-10-04T08:19:25.789" v="1197" actId="6549"/>
          <ac:graphicFrameMkLst>
            <pc:docMk/>
            <pc:sldMk cId="2368532051" sldId="293"/>
            <ac:graphicFrameMk id="2" creationId="{867EB12E-B156-FAEA-CBBC-BC2680C012E4}"/>
          </ac:graphicFrameMkLst>
        </pc:graphicFrameChg>
        <pc:picChg chg="add mod">
          <ac:chgData name="Magdalene Lim (RP)" userId="0d83deb8-e9a9-42ab-ae84-75cdb7b5bd8e" providerId="ADAL" clId="{F480144D-229B-4504-9707-A45AE5F79E10}" dt="2026-10-04T08:46:33.579" v="1324" actId="1036"/>
          <ac:picMkLst>
            <pc:docMk/>
            <pc:sldMk cId="2368532051" sldId="293"/>
            <ac:picMk id="4" creationId="{4050CC54-60AD-BF52-BB1E-01FB21D6D561}"/>
          </ac:picMkLst>
        </pc:picChg>
        <pc:picChg chg="add">
          <ac:chgData name="Magdalene Lim (RP)" userId="0d83deb8-e9a9-42ab-ae84-75cdb7b5bd8e" providerId="ADAL" clId="{F480144D-229B-4504-9707-A45AE5F79E10}" dt="2026-10-11T07:15:15.596" v="1344" actId="22"/>
          <ac:picMkLst>
            <pc:docMk/>
            <pc:sldMk cId="2368532051" sldId="293"/>
            <ac:picMk id="7" creationId="{B8673872-B00A-9250-1320-F815324CA119}"/>
          </ac:picMkLst>
        </pc:picChg>
      </pc:sldChg>
      <pc:sldChg chg="addSp modSp new mod">
        <pc:chgData name="Magdalene Lim (RP)" userId="0d83deb8-e9a9-42ab-ae84-75cdb7b5bd8e" providerId="ADAL" clId="{F480144D-229B-4504-9707-A45AE5F79E10}" dt="2026-10-11T07:13:48.913" v="1325"/>
        <pc:sldMkLst>
          <pc:docMk/>
          <pc:sldMk cId="1081680909" sldId="297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081680909" sldId="297"/>
            <ac:spMk id="2" creationId="{09252675-CCE8-D924-851F-E5DDD8BFE94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081680909" sldId="297"/>
            <ac:spMk id="3" creationId="{8080F052-FA85-249F-6C36-9D2481B18CBC}"/>
          </ac:spMkLst>
        </pc:spChg>
        <pc:spChg chg="add mod">
          <ac:chgData name="Magdalene Lim (RP)" userId="0d83deb8-e9a9-42ab-ae84-75cdb7b5bd8e" providerId="ADAL" clId="{F480144D-229B-4504-9707-A45AE5F79E10}" dt="2026-10-11T07:13:48.913" v="1325"/>
          <ac:spMkLst>
            <pc:docMk/>
            <pc:sldMk cId="1081680909" sldId="297"/>
            <ac:spMk id="4" creationId="{8B676EA3-4C70-84DA-C0D9-862FCD8C7E82}"/>
          </ac:spMkLst>
        </pc:spChg>
        <pc:spChg chg="mod">
          <ac:chgData name="Magdalene Lim (RP)" userId="0d83deb8-e9a9-42ab-ae84-75cdb7b5bd8e" providerId="ADAL" clId="{F480144D-229B-4504-9707-A45AE5F79E10}" dt="2026-10-11T07:13:48.913" v="1325"/>
          <ac:spMkLst>
            <pc:docMk/>
            <pc:sldMk cId="1081680909" sldId="297"/>
            <ac:spMk id="7" creationId="{903BFA23-1C71-BE1D-BB4B-F767625670B2}"/>
          </ac:spMkLst>
        </pc:spChg>
        <pc:grpChg chg="add mod">
          <ac:chgData name="Magdalene Lim (RP)" userId="0d83deb8-e9a9-42ab-ae84-75cdb7b5bd8e" providerId="ADAL" clId="{F480144D-229B-4504-9707-A45AE5F79E10}" dt="2026-10-11T07:13:48.913" v="1325"/>
          <ac:grpSpMkLst>
            <pc:docMk/>
            <pc:sldMk cId="1081680909" sldId="297"/>
            <ac:grpSpMk id="5" creationId="{08C8126B-7544-7D91-B2E1-790F57B0D91E}"/>
          </ac:grpSpMkLst>
        </pc:grpChg>
        <pc:picChg chg="mod">
          <ac:chgData name="Magdalene Lim (RP)" userId="0d83deb8-e9a9-42ab-ae84-75cdb7b5bd8e" providerId="ADAL" clId="{F480144D-229B-4504-9707-A45AE5F79E10}" dt="2026-10-11T07:13:48.913" v="1325"/>
          <ac:picMkLst>
            <pc:docMk/>
            <pc:sldMk cId="1081680909" sldId="297"/>
            <ac:picMk id="6" creationId="{D020FD5D-4C24-3452-9F57-676E1430C982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5T05:46:40.104" v="1873" actId="368"/>
        <pc:sldMkLst>
          <pc:docMk/>
          <pc:sldMk cId="2953861280" sldId="298"/>
        </pc:sldMkLst>
        <pc:spChg chg="add mod">
          <ac:chgData name="Magdalene Lim (RP)" userId="0d83deb8-e9a9-42ab-ae84-75cdb7b5bd8e" providerId="ADAL" clId="{F480144D-229B-4504-9707-A45AE5F79E10}" dt="2026-10-04T07:59:16.397" v="827" actId="20577"/>
          <ac:spMkLst>
            <pc:docMk/>
            <pc:sldMk cId="2953861280" sldId="298"/>
            <ac:spMk id="2" creationId="{084EFC12-DB5F-E503-6E5B-C39F8351FD5D}"/>
          </ac:spMkLst>
        </pc:spChg>
        <pc:spChg chg="mod">
          <ac:chgData name="Magdalene Lim (RP)" userId="0d83deb8-e9a9-42ab-ae84-75cdb7b5bd8e" providerId="ADAL" clId="{F480144D-229B-4504-9707-A45AE5F79E10}" dt="2026-10-04T08:35:02.346" v="1307" actId="20577"/>
          <ac:spMkLst>
            <pc:docMk/>
            <pc:sldMk cId="2953861280" sldId="298"/>
            <ac:spMk id="3" creationId="{0B4D112F-37DD-17BC-67FF-AB1017BF0380}"/>
          </ac:spMkLst>
        </pc:spChg>
        <pc:graphicFrameChg chg="add mod modGraphic">
          <ac:chgData name="Magdalene Lim (RP)" userId="0d83deb8-e9a9-42ab-ae84-75cdb7b5bd8e" providerId="ADAL" clId="{F480144D-229B-4504-9707-A45AE5F79E10}" dt="2026-10-04T08:33:34.043" v="1300" actId="20577"/>
          <ac:graphicFrameMkLst>
            <pc:docMk/>
            <pc:sldMk cId="2953861280" sldId="298"/>
            <ac:graphicFrameMk id="4" creationId="{F9D73C1B-03AA-198E-EB32-3EFF1FE588E9}"/>
          </ac:graphicFrameMkLst>
        </pc:graphicFrameChg>
      </pc:sldChg>
      <pc:sldChg chg="addSp delSp modSp new mod modNotes">
        <pc:chgData name="Magdalene Lim (RP)" userId="0d83deb8-e9a9-42ab-ae84-75cdb7b5bd8e" providerId="ADAL" clId="{F480144D-229B-4504-9707-A45AE5F79E10}" dt="2026-10-15T05:46:40.146" v="1875" actId="368"/>
        <pc:sldMkLst>
          <pc:docMk/>
          <pc:sldMk cId="2918821177" sldId="299"/>
        </pc:sldMkLst>
        <pc:spChg chg="mod">
          <ac:chgData name="Magdalene Lim (RP)" userId="0d83deb8-e9a9-42ab-ae84-75cdb7b5bd8e" providerId="ADAL" clId="{F480144D-229B-4504-9707-A45AE5F79E10}" dt="2026-10-04T08:17:23.905" v="1182" actId="14100"/>
          <ac:spMkLst>
            <pc:docMk/>
            <pc:sldMk cId="2918821177" sldId="299"/>
            <ac:spMk id="2" creationId="{8821C3FA-0727-A0B1-F0B7-6F29865B3AD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918821177" sldId="299"/>
            <ac:spMk id="3" creationId="{EDE4C46D-FB94-7FCB-4F4E-07B1D84AB977}"/>
          </ac:spMkLst>
        </pc:spChg>
        <pc:spChg chg="add del mod">
          <ac:chgData name="Magdalene Lim (RP)" userId="0d83deb8-e9a9-42ab-ae84-75cdb7b5bd8e" providerId="ADAL" clId="{F480144D-229B-4504-9707-A45AE5F79E10}" dt="2026-10-11T07:14:22.765" v="1334" actId="21"/>
          <ac:spMkLst>
            <pc:docMk/>
            <pc:sldMk cId="2918821177" sldId="299"/>
            <ac:spMk id="8" creationId="{71219ABC-31F7-2209-F00A-B2D78D2E5258}"/>
          </ac:spMkLst>
        </pc:spChg>
        <pc:graphicFrameChg chg="add modGraphic">
          <ac:chgData name="Magdalene Lim (RP)" userId="0d83deb8-e9a9-42ab-ae84-75cdb7b5bd8e" providerId="ADAL" clId="{F480144D-229B-4504-9707-A45AE5F79E10}" dt="2026-10-04T08:05:17.735" v="907" actId="6549"/>
          <ac:graphicFrameMkLst>
            <pc:docMk/>
            <pc:sldMk cId="2918821177" sldId="299"/>
            <ac:graphicFrameMk id="5" creationId="{5A6302C3-AEAD-8ED6-333B-E005E1FB5536}"/>
          </ac:graphicFrameMkLst>
        </pc:graphicFrameChg>
        <pc:picChg chg="add del mod">
          <ac:chgData name="Magdalene Lim (RP)" userId="0d83deb8-e9a9-42ab-ae84-75cdb7b5bd8e" providerId="ADAL" clId="{F480144D-229B-4504-9707-A45AE5F79E10}" dt="2026-10-11T07:14:22.765" v="1334" actId="21"/>
          <ac:picMkLst>
            <pc:docMk/>
            <pc:sldMk cId="2918821177" sldId="299"/>
            <ac:picMk id="6" creationId="{080B7A93-06A8-89EA-361E-92E9ABADC1A5}"/>
          </ac:picMkLst>
        </pc:picChg>
        <pc:picChg chg="add">
          <ac:chgData name="Magdalene Lim (RP)" userId="0d83deb8-e9a9-42ab-ae84-75cdb7b5bd8e" providerId="ADAL" clId="{F480144D-229B-4504-9707-A45AE5F79E10}" dt="2026-10-04T08:07:47.930" v="923" actId="22"/>
          <ac:picMkLst>
            <pc:docMk/>
            <pc:sldMk cId="2918821177" sldId="299"/>
            <ac:picMk id="9" creationId="{5656859B-A5BA-00DC-CDCC-FC31BF43521B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5T05:46:40.200" v="1879" actId="368"/>
        <pc:sldMkLst>
          <pc:docMk/>
          <pc:sldMk cId="418390789" sldId="300"/>
        </pc:sldMkLst>
        <pc:spChg chg="mod">
          <ac:chgData name="Magdalene Lim (RP)" userId="0d83deb8-e9a9-42ab-ae84-75cdb7b5bd8e" providerId="ADAL" clId="{F480144D-229B-4504-9707-A45AE5F79E10}" dt="2026-10-04T08:35:26.786" v="1309" actId="27636"/>
          <ac:spMkLst>
            <pc:docMk/>
            <pc:sldMk cId="418390789" sldId="300"/>
            <ac:spMk id="3" creationId="{F2481D9F-E151-6DB4-7F94-8C7A1FD5DD72}"/>
          </ac:spMkLst>
        </pc:spChg>
        <pc:graphicFrameChg chg="add mod modGraphic">
          <ac:chgData name="Magdalene Lim (RP)" userId="0d83deb8-e9a9-42ab-ae84-75cdb7b5bd8e" providerId="ADAL" clId="{F480144D-229B-4504-9707-A45AE5F79E10}" dt="2026-10-04T08:11:11.349" v="984" actId="20577"/>
          <ac:graphicFrameMkLst>
            <pc:docMk/>
            <pc:sldMk cId="418390789" sldId="300"/>
            <ac:graphicFrameMk id="4" creationId="{ECDA0E8F-742C-2E61-B294-564666C71CB6}"/>
          </ac:graphicFrameMkLst>
        </pc:graphicFrameChg>
      </pc:sldChg>
      <pc:sldChg chg="addSp delSp modSp add mod modNotes modNotesTx">
        <pc:chgData name="Magdalene Lim (RP)" userId="0d83deb8-e9a9-42ab-ae84-75cdb7b5bd8e" providerId="ADAL" clId="{F480144D-229B-4504-9707-A45AE5F79E10}" dt="2026-10-15T05:46:40.382" v="1895" actId="368"/>
        <pc:sldMkLst>
          <pc:docMk/>
          <pc:sldMk cId="4085929539" sldId="30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4085929539" sldId="302"/>
            <ac:spMk id="5" creationId="{9591F4CE-49E5-269A-30D3-B4E67990C70B}"/>
          </ac:spMkLst>
        </pc:spChg>
        <pc:spChg chg="mod">
          <ac:chgData name="Magdalene Lim (RP)" userId="0d83deb8-e9a9-42ab-ae84-75cdb7b5bd8e" providerId="ADAL" clId="{F480144D-229B-4504-9707-A45AE5F79E10}" dt="2026-10-04T08:20:11.965" v="1210" actId="14100"/>
          <ac:spMkLst>
            <pc:docMk/>
            <pc:sldMk cId="4085929539" sldId="302"/>
            <ac:spMk id="6" creationId="{9CC8AD27-16F5-02FC-638A-E55F983A4D6E}"/>
          </ac:spMkLst>
        </pc:spChg>
        <pc:spChg chg="add">
          <ac:chgData name="Magdalene Lim (RP)" userId="0d83deb8-e9a9-42ab-ae84-75cdb7b5bd8e" providerId="ADAL" clId="{F480144D-229B-4504-9707-A45AE5F79E10}" dt="2026-10-11T07:15:20.858" v="1345" actId="22"/>
          <ac:spMkLst>
            <pc:docMk/>
            <pc:sldMk cId="4085929539" sldId="302"/>
            <ac:spMk id="8" creationId="{AF0B4F0B-5A66-1D83-0B1A-550C3ABA3053}"/>
          </ac:spMkLst>
        </pc:spChg>
        <pc:picChg chg="add mod">
          <ac:chgData name="Magdalene Lim (RP)" userId="0d83deb8-e9a9-42ab-ae84-75cdb7b5bd8e" providerId="ADAL" clId="{F480144D-229B-4504-9707-A45AE5F79E10}" dt="2026-10-04T08:46:21.622" v="1315" actId="1036"/>
          <ac:picMkLst>
            <pc:docMk/>
            <pc:sldMk cId="4085929539" sldId="302"/>
            <ac:picMk id="3" creationId="{4729FE97-D34F-A2FE-707B-90634EBA2D93}"/>
          </ac:picMkLst>
        </pc:picChg>
        <pc:picChg chg="add">
          <ac:chgData name="Magdalene Lim (RP)" userId="0d83deb8-e9a9-42ab-ae84-75cdb7b5bd8e" providerId="ADAL" clId="{F480144D-229B-4504-9707-A45AE5F79E10}" dt="2026-10-11T07:15:20.858" v="1345" actId="22"/>
          <ac:picMkLst>
            <pc:docMk/>
            <pc:sldMk cId="4085929539" sldId="302"/>
            <ac:picMk id="4" creationId="{5C7F7D42-C8AD-D01A-3C2A-4BA07793A9BA}"/>
          </ac:picMkLst>
        </pc:picChg>
      </pc:sldChg>
      <pc:sldChg chg="addSp modSp new mod ord modNotes modNotesTx">
        <pc:chgData name="Magdalene Lim (RP)" userId="0d83deb8-e9a9-42ab-ae84-75cdb7b5bd8e" providerId="ADAL" clId="{F480144D-229B-4504-9707-A45AE5F79E10}" dt="2026-10-15T05:46:40.309" v="1889" actId="368"/>
        <pc:sldMkLst>
          <pc:docMk/>
          <pc:sldMk cId="1288886907" sldId="303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288886907" sldId="303"/>
            <ac:spMk id="2" creationId="{4932A4AE-FF69-7356-E18C-6E26F4E99D7B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288886907" sldId="303"/>
            <ac:spMk id="3" creationId="{D95CA539-F6C3-E69C-D915-8AD57866CA70}"/>
          </ac:spMkLst>
        </pc:spChg>
        <pc:spChg chg="add mod">
          <ac:chgData name="Magdalene Lim (RP)" userId="0d83deb8-e9a9-42ab-ae84-75cdb7b5bd8e" providerId="ADAL" clId="{F480144D-229B-4504-9707-A45AE5F79E10}" dt="2026-10-04T08:25:14.076" v="1251" actId="20577"/>
          <ac:spMkLst>
            <pc:docMk/>
            <pc:sldMk cId="1288886907" sldId="303"/>
            <ac:spMk id="4" creationId="{861EC2F4-3322-1A55-2DE7-39415E70F1A2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5" creationId="{0196C334-B1B5-39E1-D20D-1852D70A5DE3}"/>
          </ac:spMkLst>
        </pc:spChg>
        <pc:spChg chg="add mod">
          <ac:chgData name="Magdalene Lim (RP)" userId="0d83deb8-e9a9-42ab-ae84-75cdb7b5bd8e" providerId="ADAL" clId="{F480144D-229B-4504-9707-A45AE5F79E10}" dt="2026-10-04T08:25:25.698" v="1254" actId="207"/>
          <ac:spMkLst>
            <pc:docMk/>
            <pc:sldMk cId="1288886907" sldId="303"/>
            <ac:spMk id="6" creationId="{EAF8CDEC-3330-37A2-2C49-61FD8D81C4B5}"/>
          </ac:spMkLst>
        </pc:spChg>
        <pc:spChg chg="add 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7" creationId="{2E5C6519-A99D-10A0-6F64-9C71E2123ECC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9" creationId="{EFDEE1D7-EC7C-9DFC-07AB-6C0AADEACE0F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1" creationId="{22D2974A-CAC5-41A1-CBA3-2C626DD7A0E4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13" creationId="{BCD33DE8-DDE9-324D-A17D-4637FC585AB3}"/>
          </ac:spMkLst>
        </pc:spChg>
        <pc:spChg chg="add 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15" creationId="{27E02F36-8539-85F0-3429-89D77D1712C9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7" creationId="{F5669A55-AE64-FDF5-6D13-6216D4397F49}"/>
          </ac:spMkLst>
        </pc:spChg>
        <pc:spChg chg="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9" creationId="{57589A43-3C71-A52F-4AE4-2E611F21CFF6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21" creationId="{57DA99C7-B17B-49B8-EFC9-481980EAFB30}"/>
          </ac:spMkLst>
        </pc:spChg>
        <pc:spChg chg="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23" creationId="{D3F80B24-23D9-3667-370A-D040EA7BEA0F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25" creationId="{F779B331-F12C-EF55-6D86-A56D9BB2888D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27" creationId="{41446E17-FBE5-91F0-7FA9-42FCFA6FF0CC}"/>
          </ac:spMkLst>
        </pc:spChg>
      </pc:sldChg>
      <pc:sldChg chg="addSp delSp modSp add mod modNotes">
        <pc:chgData name="Magdalene Lim (RP)" userId="0d83deb8-e9a9-42ab-ae84-75cdb7b5bd8e" providerId="ADAL" clId="{F480144D-229B-4504-9707-A45AE5F79E10}" dt="2026-10-15T05:46:40.292" v="1887" actId="368"/>
        <pc:sldMkLst>
          <pc:docMk/>
          <pc:sldMk cId="1308851478" sldId="304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308851478" sldId="304"/>
            <ac:spMk id="4" creationId="{FEA44EED-9204-6D06-25C6-E4A05A17D564}"/>
          </ac:spMkLst>
        </pc:spChg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3097972296" sldId="312"/>
        </pc:sldMkLst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164350323" sldId="313"/>
        </pc:sldMkLst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262929325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18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3881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6915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Why people using </a:t>
            </a:r>
            <a:r>
              <a:rPr lang="en-SG" dirty="0" err="1"/>
              <a:t>Paynow</a:t>
            </a:r>
            <a:r>
              <a:rPr lang="en-SG" dirty="0"/>
              <a:t> instead of using bank transfer?</a:t>
            </a:r>
            <a:br>
              <a:rPr lang="en-SG" dirty="0"/>
            </a:br>
            <a:r>
              <a:rPr lang="en-SG" dirty="0"/>
              <a:t>= </a:t>
            </a:r>
            <a:r>
              <a:rPr lang="en-SG" dirty="0" err="1"/>
              <a:t>paynow</a:t>
            </a:r>
            <a:r>
              <a:rPr lang="en-SG" dirty="0"/>
              <a:t> is easier and universal due to the phone number the wrapper of the detail of the customer.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248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7915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91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8F1C-2873-FAA9-7FC8-3112DE02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27690-9514-7D16-1C6D-5752AF2DD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E5108-E1F7-3A2A-0ACB-E60DF07B5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9C215-4BE9-0B72-9356-ACDC6DDB6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6917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0393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312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CE77-3C71-F319-FE6C-2C17C5D4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75B39-34F1-8282-FC4E-86B500266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3763D-5D53-914D-22F8-49419699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C20D0-F7C6-D5E3-AEA8-EE2CCA18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289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4160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58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CFAE-1B46-3ED8-FC6E-4D460243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2524E-B204-9904-2237-090E73743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0CEB5-E9C5-FC4A-81C2-8FED14604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08E99-5B2E-2163-67D5-62592E44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1403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70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696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355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Line Arial Bold 20pt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578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614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455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619879"/>
            <a:ext cx="7419095" cy="312369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423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Tag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256679"/>
            <a:ext cx="8600195" cy="2124822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598-08DB-AD63-286E-6143E7F4EA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1863" y="4438131"/>
            <a:ext cx="8609012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Tag line here</a:t>
            </a:r>
          </a:p>
        </p:txBody>
      </p:sp>
    </p:spTree>
    <p:extLst>
      <p:ext uri="{BB962C8B-B14F-4D97-AF65-F5344CB8AC3E}">
        <p14:creationId xmlns:p14="http://schemas.microsoft.com/office/powerpoint/2010/main" val="38016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3" y="1593023"/>
            <a:ext cx="10899991" cy="4741102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Include bullet content here (Arial regular 20)</a:t>
            </a:r>
          </a:p>
          <a:p>
            <a:pPr lvl="1"/>
            <a:r>
              <a:rPr lang="en-US" dirty="0"/>
              <a:t>Second Level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195C67-87E9-0E13-7387-CA211EF5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43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8288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767C9-5451-2BDE-520A-EB57A6D5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paragraph here (Arial Regular 30)</a:t>
            </a:r>
            <a:endParaRPr lang="en-SG" dirty="0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E6C82-76CA-B913-1096-A75AF492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172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4B17D-08C6-E815-412C-936D9BD54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133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5A6E41-D69C-7AC0-C5B5-35DD164F2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57919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E470DD7-07D5-B794-1797-AD7EAB741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88307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9196EC4-A7D7-8920-9041-E9BAD0ACDE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0C38FC-A1CD-861C-73B2-89912DB9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863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43031-5998-4CCC-B40D-A357357F8087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22050" y="63500"/>
            <a:ext cx="1773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(Closed) \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32700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x.com/alexxubyte/status/1755992712229368299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chart/23950/preference-cashless-payment-selected-countries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chart/28128/mobile-payments-around-the-world/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7175F7-757A-2749-2149-8312B92CFF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Week 01 </a:t>
            </a:r>
          </a:p>
          <a:p>
            <a:r>
              <a:rPr lang="en-SG" dirty="0"/>
              <a:t>Lesson 01 </a:t>
            </a:r>
            <a:r>
              <a:rPr lang="en-US" dirty="0"/>
              <a:t>Introduction to Payments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3E739-1901-0AF0-152E-A8CC99A6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65" y="1431758"/>
            <a:ext cx="10591235" cy="3645067"/>
          </a:xfrm>
        </p:spPr>
        <p:txBody>
          <a:bodyPr anchor="b">
            <a:normAutofit/>
          </a:bodyPr>
          <a:lstStyle/>
          <a:p>
            <a:r>
              <a:rPr lang="en-SG" dirty="0"/>
              <a:t>C372 Payment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4300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C2D7F-3675-170B-DBB7-EDA9D9C47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 you go through the day with your lecturer, there will be activities for you to work on. </a:t>
            </a:r>
          </a:p>
          <a:p>
            <a:r>
              <a:rPr lang="en-US" dirty="0"/>
              <a:t>Some activities are meant to help you take notes, while others are for you to delve deeper into the topics. </a:t>
            </a:r>
          </a:p>
          <a:p>
            <a:r>
              <a:rPr lang="en-US" dirty="0"/>
              <a:t>These activities will be mapped in both the slides and worksheet. You should put your answers in the worksheet. </a:t>
            </a:r>
          </a:p>
          <a:p>
            <a:r>
              <a:rPr lang="en-US" dirty="0"/>
              <a:t>Below are some icons to guide you on what an activity will require you to do. </a:t>
            </a: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30E96-3A4D-EC3B-4721-0C8CC0C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matters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193DD-27D5-C389-C226-D592BDA1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82" y="3998202"/>
            <a:ext cx="477441" cy="50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3C4B5-7BA9-68DA-4DD6-C7F81D592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25" y="4660966"/>
            <a:ext cx="1239752" cy="619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5E1C6-A137-B18C-853B-ED28E1854ED0}"/>
              </a:ext>
            </a:extLst>
          </p:cNvPr>
          <p:cNvSpPr txBox="1"/>
          <p:nvPr/>
        </p:nvSpPr>
        <p:spPr>
          <a:xfrm>
            <a:off x="2897885" y="4014637"/>
            <a:ext cx="319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Answer some questions on your own as you watch a video or listen to your lecturer.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4DA63-136A-0ED6-7FAD-2E070D13FFD0}"/>
              </a:ext>
            </a:extLst>
          </p:cNvPr>
          <p:cNvSpPr txBox="1"/>
          <p:nvPr/>
        </p:nvSpPr>
        <p:spPr>
          <a:xfrm>
            <a:off x="2941267" y="4728529"/>
            <a:ext cx="3111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discussions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7CC6E6-862A-C77D-0ECF-D48C1673246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22482" y="5393173"/>
            <a:ext cx="544839" cy="49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F1C35C-D9CD-FAF0-94C0-22D902E8E08D}"/>
              </a:ext>
            </a:extLst>
          </p:cNvPr>
          <p:cNvSpPr txBox="1"/>
          <p:nvPr/>
        </p:nvSpPr>
        <p:spPr>
          <a:xfrm>
            <a:off x="2897884" y="5331089"/>
            <a:ext cx="315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a lecturer-led activity. Your lecturer will guide you through an activity step-by-step. Pay close attention!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52675-CCE8-D924-851F-E5DDD8BFE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r>
              <a:rPr lang="en-SG" dirty="0"/>
              <a:t>In this lesson, students should be able to:</a:t>
            </a:r>
          </a:p>
          <a:p>
            <a:pPr lvl="0"/>
            <a:r>
              <a:rPr lang="en-SG" dirty="0"/>
              <a:t>Explain what a payment system is.</a:t>
            </a:r>
          </a:p>
          <a:p>
            <a:pPr lvl="0"/>
            <a:r>
              <a:rPr lang="en-SG" dirty="0"/>
              <a:t>Describe how payment methods have evolved.</a:t>
            </a:r>
          </a:p>
          <a:p>
            <a:pPr lvl="0"/>
            <a:r>
              <a:rPr lang="en-SG" dirty="0"/>
              <a:t>Compare common payment methods and their risks.</a:t>
            </a:r>
          </a:p>
          <a:p>
            <a:pPr lvl="0"/>
            <a:r>
              <a:rPr lang="en-SG" dirty="0"/>
              <a:t>Distinguish card-based, A2A and wallet-based payments.</a:t>
            </a:r>
          </a:p>
          <a:p>
            <a:pPr lvl="0"/>
            <a:r>
              <a:rPr lang="en-SG" dirty="0"/>
              <a:t>Identify key participants and trace a simplified card-payment flow.</a:t>
            </a:r>
          </a:p>
          <a:p>
            <a:pPr lvl="0"/>
            <a:r>
              <a:rPr lang="en-SG" dirty="0"/>
              <a:t>Distinguish authorisation, clearing and settlement.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0F052-FA85-249F-6C36-9D2481B1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76EA3-4C70-84DA-C0D9-862FCD8C7E82}"/>
              </a:ext>
            </a:extLst>
          </p:cNvPr>
          <p:cNvSpPr txBox="1"/>
          <p:nvPr/>
        </p:nvSpPr>
        <p:spPr>
          <a:xfrm>
            <a:off x="584728" y="4739734"/>
            <a:ext cx="7974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Record your responses to all activity questions in your worksheet.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C8126B-7544-7D91-B2E1-790F57B0D91E}"/>
              </a:ext>
            </a:extLst>
          </p:cNvPr>
          <p:cNvGrpSpPr/>
          <p:nvPr/>
        </p:nvGrpSpPr>
        <p:grpSpPr>
          <a:xfrm>
            <a:off x="584728" y="5420295"/>
            <a:ext cx="5456424" cy="488397"/>
            <a:chOff x="996966" y="4289055"/>
            <a:chExt cx="5456424" cy="488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020FD5D-4C24-3452-9F57-676E1430C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66" y="4289055"/>
              <a:ext cx="488397" cy="4883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3BFA23-1C71-BE1D-BB4B-F767625670B2}"/>
                </a:ext>
              </a:extLst>
            </p:cNvPr>
            <p:cNvSpPr txBox="1"/>
            <p:nvPr/>
          </p:nvSpPr>
          <p:spPr>
            <a:xfrm>
              <a:off x="1485363" y="4348587"/>
              <a:ext cx="4968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Slides with this icon is for your self-reading</a:t>
              </a:r>
              <a:endParaRPr lang="en-SG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1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37F66F-6E33-0647-6259-A4E599B512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SG" dirty="0"/>
              <a:t>Your lecturer will host a Kahoot quiz now, this quiz will cover concepts from previous relevant modules.</a:t>
            </a:r>
          </a:p>
          <a:p>
            <a:endParaRPr lang="en-SG" dirty="0"/>
          </a:p>
          <a:p>
            <a:r>
              <a:rPr lang="en-SG" dirty="0"/>
              <a:t>The quiz today will not be part of your assessment, it is just for revision and also a practice on indicating your name in the correct format for future quizzes that will be assessed.</a:t>
            </a:r>
          </a:p>
          <a:p>
            <a:endParaRPr lang="en-SG" dirty="0"/>
          </a:p>
          <a:p>
            <a:r>
              <a:rPr lang="en-SG" dirty="0"/>
              <a:t>Please join the Kahoot with your name in the following format:</a:t>
            </a:r>
          </a:p>
          <a:p>
            <a:pPr marL="0" indent="0">
              <a:buNone/>
            </a:pPr>
            <a:r>
              <a:rPr lang="en-SG" sz="1800" i="1" dirty="0"/>
              <a:t>	</a:t>
            </a:r>
            <a:r>
              <a:rPr lang="en-SG" sz="1800" b="1" i="1" dirty="0" err="1">
                <a:solidFill>
                  <a:srgbClr val="0070C0"/>
                </a:solidFill>
              </a:rPr>
              <a:t>StudentID_FullName</a:t>
            </a:r>
            <a:endParaRPr lang="en-SG" sz="1800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SG" sz="1800" b="1" i="1" dirty="0">
                <a:solidFill>
                  <a:srgbClr val="0070C0"/>
                </a:solidFill>
              </a:rPr>
              <a:t>	e.g. 2212345_ChanBobo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7E0471-E2FA-925B-2DC4-A6AC8D58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Kahoot Quiz</a:t>
            </a:r>
          </a:p>
        </p:txBody>
      </p:sp>
      <p:pic>
        <p:nvPicPr>
          <p:cNvPr id="4" name="Picture 2" descr="Kahoot | Avans tools">
            <a:extLst>
              <a:ext uri="{FF2B5EF4-FFF2-40B4-BE49-F238E27FC236}">
                <a16:creationId xmlns:a16="http://schemas.microsoft.com/office/drawing/2014/main" id="{32DA0ECA-D234-251E-1292-64BAEA76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542" y="4526719"/>
            <a:ext cx="3059197" cy="171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35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orld map made up of coins">
            <a:extLst>
              <a:ext uri="{FF2B5EF4-FFF2-40B4-BE49-F238E27FC236}">
                <a16:creationId xmlns:a16="http://schemas.microsoft.com/office/drawing/2014/main" id="{0ECC38DC-5727-E136-3494-E41A3993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0" r="2656" b="3111"/>
          <a:stretch>
            <a:fillRect/>
          </a:stretch>
        </p:blipFill>
        <p:spPr>
          <a:xfrm>
            <a:off x="642498" y="1763821"/>
            <a:ext cx="5196767" cy="3723963"/>
          </a:xfrm>
          <a:prstGeom prst="rect">
            <a:avLst/>
          </a:prstGeom>
          <a:noFill/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6A24C90-3201-D17E-D08D-87BFFF17D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341980-CDDE-F1F9-4538-0515BD09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SG" b="1" dirty="0"/>
              <a:t>Payment Systems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76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people at a market&#10;&#10;Description automatically generated">
            <a:extLst>
              <a:ext uri="{FF2B5EF4-FFF2-40B4-BE49-F238E27FC236}">
                <a16:creationId xmlns:a16="http://schemas.microsoft.com/office/drawing/2014/main" id="{C8783661-E80D-3CCA-F4EF-20B5F791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86" r="-1" b="-1"/>
          <a:stretch>
            <a:fillRect/>
          </a:stretch>
        </p:blipFill>
        <p:spPr>
          <a:xfrm>
            <a:off x="5988307" y="1758949"/>
            <a:ext cx="5089268" cy="448945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94640E-9680-C76D-490A-E3ECC136CD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4599953" cy="4572296"/>
          </a:xfrm>
        </p:spPr>
        <p:txBody>
          <a:bodyPr>
            <a:normAutofit/>
          </a:bodyPr>
          <a:lstStyle/>
          <a:p>
            <a:r>
              <a:rPr lang="en-US" dirty="0"/>
              <a:t>A payment system is a combination of </a:t>
            </a:r>
            <a:r>
              <a:rPr lang="en-US" b="1" dirty="0"/>
              <a:t>participants</a:t>
            </a:r>
            <a:r>
              <a:rPr lang="en-US" dirty="0"/>
              <a:t>, </a:t>
            </a:r>
            <a:r>
              <a:rPr lang="en-US" b="1" dirty="0"/>
              <a:t>processes</a:t>
            </a:r>
            <a:r>
              <a:rPr lang="en-US" dirty="0"/>
              <a:t>, </a:t>
            </a:r>
            <a:r>
              <a:rPr lang="en-US" b="1" dirty="0"/>
              <a:t>rules</a:t>
            </a:r>
            <a:r>
              <a:rPr lang="en-US" dirty="0"/>
              <a:t> and </a:t>
            </a:r>
            <a:r>
              <a:rPr lang="en-US" b="1" dirty="0"/>
              <a:t>technologies</a:t>
            </a:r>
            <a:r>
              <a:rPr lang="en-US" dirty="0"/>
              <a:t> that enables value to be transferred between a payer and a payee.</a:t>
            </a:r>
          </a:p>
          <a:p>
            <a:endParaRPr lang="en-US" dirty="0"/>
          </a:p>
          <a:p>
            <a:r>
              <a:rPr lang="en-US" dirty="0"/>
              <a:t>They play a crucial role in the functioning of the economy by enabling the exchange of goods and services.</a:t>
            </a:r>
            <a:endParaRPr lang="en-SG" dirty="0"/>
          </a:p>
          <a:p>
            <a:endParaRPr lang="en-SG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CA64FA-7C2C-DD82-C077-DA74138B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Payment Systems</a:t>
            </a:r>
          </a:p>
        </p:txBody>
      </p:sp>
    </p:spTree>
    <p:extLst>
      <p:ext uri="{BB962C8B-B14F-4D97-AF65-F5344CB8AC3E}">
        <p14:creationId xmlns:p14="http://schemas.microsoft.com/office/powerpoint/2010/main" val="343420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A877AF-B8BC-BB72-97BB-41D18172A7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AEBBB4-B243-19D2-F92E-CFE51208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Evolution of Payment Systems</a:t>
            </a:r>
            <a:endParaRPr lang="en-S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6D4943-FA59-5D33-0230-8EF604293F3F}"/>
              </a:ext>
            </a:extLst>
          </p:cNvPr>
          <p:cNvSpPr txBox="1">
            <a:spLocks/>
          </p:cNvSpPr>
          <p:nvPr/>
        </p:nvSpPr>
        <p:spPr>
          <a:xfrm>
            <a:off x="2268642" y="5138493"/>
            <a:ext cx="8124055" cy="12524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Payment systems have evolved from </a:t>
            </a:r>
            <a:r>
              <a:rPr lang="en-US" sz="2000" b="1" dirty="0"/>
              <a:t>barter systems</a:t>
            </a:r>
            <a:r>
              <a:rPr lang="en-US" sz="2000" dirty="0"/>
              <a:t>, where goods and services were directly exchanged, to the use of </a:t>
            </a:r>
            <a:r>
              <a:rPr lang="en-US" sz="2000" b="1" dirty="0"/>
              <a:t>coins and paper money</a:t>
            </a:r>
            <a:r>
              <a:rPr lang="en-US" sz="2000" dirty="0"/>
              <a:t>, and now to </a:t>
            </a:r>
            <a:r>
              <a:rPr lang="en-US" sz="2000" b="1" dirty="0"/>
              <a:t>digital and electronic payment methods</a:t>
            </a:r>
            <a:r>
              <a:rPr lang="en-US" sz="2000" dirty="0"/>
              <a:t>.</a:t>
            </a:r>
          </a:p>
          <a:p>
            <a:endParaRPr lang="en-SG" sz="1400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D3417-56D6-5012-D315-C1B261407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07" y="1527469"/>
            <a:ext cx="9712988" cy="33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4D112F-37DD-17BC-67FF-AB1017BF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Payment Methods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D73C1B-03AA-198E-EB32-3EFF1FE5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92456"/>
              </p:ext>
            </p:extLst>
          </p:nvPr>
        </p:nvGraphicFramePr>
        <p:xfrm>
          <a:off x="838200" y="1443789"/>
          <a:ext cx="10515601" cy="488482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26532">
                  <a:extLst>
                    <a:ext uri="{9D8B030D-6E8A-4147-A177-3AD203B41FA5}">
                      <a16:colId xmlns:a16="http://schemas.microsoft.com/office/drawing/2014/main" val="579401307"/>
                    </a:ext>
                  </a:extLst>
                </a:gridCol>
                <a:gridCol w="3090110">
                  <a:extLst>
                    <a:ext uri="{9D8B030D-6E8A-4147-A177-3AD203B41FA5}">
                      <a16:colId xmlns:a16="http://schemas.microsoft.com/office/drawing/2014/main" val="2595978836"/>
                    </a:ext>
                  </a:extLst>
                </a:gridCol>
                <a:gridCol w="3070059">
                  <a:extLst>
                    <a:ext uri="{9D8B030D-6E8A-4147-A177-3AD203B41FA5}">
                      <a16:colId xmlns:a16="http://schemas.microsoft.com/office/drawing/2014/main" val="7317778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6566352"/>
                    </a:ext>
                  </a:extLst>
                </a:gridCol>
              </a:tblGrid>
              <a:tr h="5932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SG" sz="16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83734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Immediate and widely understood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Loss, theft and counterfeit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 and coins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382934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Cheque*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formal payment instructions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 processing and fraud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 cheque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61526"/>
                  </a:ext>
                </a:extLst>
              </a:tr>
              <a:tr h="1038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Convenient and widely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Fees, fraud and multi-party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372715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Account-to-account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real-time account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Scam, impersonation and erroneous-transfer risks.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PayNow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6048"/>
                  </a:ext>
                </a:extLst>
              </a:tr>
              <a:tr h="1207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Digital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Convenient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Acceptance and risks depend on the wallet and its underlying payment rail.</a:t>
                      </a:r>
                      <a:endParaRPr lang="en-SG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sz="16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GrabPay</a:t>
                      </a:r>
                      <a:endParaRPr lang="en-SG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173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84EFC12-DB5F-E503-6E5B-C39F8351FD5D}"/>
              </a:ext>
            </a:extLst>
          </p:cNvPr>
          <p:cNvSpPr txBox="1"/>
          <p:nvPr/>
        </p:nvSpPr>
        <p:spPr>
          <a:xfrm>
            <a:off x="730034" y="632861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sz="1200" dirty="0">
                <a:solidFill>
                  <a:srgbClr val="0070C0"/>
                </a:solidFill>
              </a:rPr>
              <a:t>*As of 1 January 2026: All banks have stopped the issuance of new SGD corporate cheque books, bulk cheque services and cheque self-printing services</a:t>
            </a:r>
          </a:p>
          <a:p>
            <a:pPr lvl="0"/>
            <a:r>
              <a:rPr lang="en-SG" sz="1200" dirty="0">
                <a:solidFill>
                  <a:srgbClr val="0070C0"/>
                </a:solidFill>
              </a:rPr>
              <a:t> From 1 January 2027: All banks will stop processing SGD corporate cheques</a:t>
            </a:r>
          </a:p>
        </p:txBody>
      </p:sp>
    </p:spTree>
    <p:extLst>
      <p:ext uri="{BB962C8B-B14F-4D97-AF65-F5344CB8AC3E}">
        <p14:creationId xmlns:p14="http://schemas.microsoft.com/office/powerpoint/2010/main" val="295386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21C3FA-0727-A0B1-F0B7-6F29865B3A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40560"/>
            <a:ext cx="10712665" cy="4424760"/>
          </a:xfrm>
        </p:spPr>
        <p:txBody>
          <a:bodyPr/>
          <a:lstStyle/>
          <a:p>
            <a:pPr marL="0" indent="0">
              <a:buNone/>
            </a:pPr>
            <a:r>
              <a:rPr lang="en-SG" b="1" dirty="0"/>
              <a:t>Scenario:</a:t>
            </a:r>
            <a:br>
              <a:rPr lang="en-SG" dirty="0"/>
            </a:br>
            <a:r>
              <a:rPr lang="en-SG" dirty="0"/>
              <a:t>You receive a digital payment request. Before approving it, what could go wrong?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In your teams, </a:t>
            </a:r>
            <a:r>
              <a:rPr lang="en-SG" b="1" dirty="0"/>
              <a:t>i</a:t>
            </a:r>
            <a:r>
              <a:rPr lang="en-SG" dirty="0"/>
              <a:t>dentify </a:t>
            </a:r>
            <a:r>
              <a:rPr lang="en-SG" b="1" dirty="0"/>
              <a:t>three risks</a:t>
            </a:r>
            <a:r>
              <a:rPr lang="en-SG" dirty="0"/>
              <a:t> and suggest </a:t>
            </a:r>
            <a:r>
              <a:rPr lang="en-SG" b="1" dirty="0"/>
              <a:t>one safeguard</a:t>
            </a:r>
            <a:r>
              <a:rPr lang="en-SG" dirty="0"/>
              <a:t> for each.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E4C46D-FB94-7FCB-4F4E-07B1D84A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6302C3-AEAD-8ED6-333B-E005E1FB5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96250"/>
              </p:ext>
            </p:extLst>
          </p:nvPr>
        </p:nvGraphicFramePr>
        <p:xfrm>
          <a:off x="838200" y="3433095"/>
          <a:ext cx="10515600" cy="233337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777073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92052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</a:t>
                      </a:r>
                      <a:endParaRPr lang="en-SG" sz="18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Safeguards</a:t>
                      </a:r>
                      <a:endParaRPr lang="en-SG" sz="18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39858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Impersonating 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 check over the details, whether friends or someone we know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413689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Request send twice 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the transaction history whether they payment is already made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54086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Wrong Amount 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0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 check the amount </a:t>
                      </a:r>
                    </a:p>
                  </a:txBody>
                  <a:tcPr marL="76200" marR="50800" marT="50800" marB="38100"/>
                </a:tc>
                <a:extLst>
                  <a:ext uri="{0D108BD9-81ED-4DB2-BD59-A6C34878D82A}">
                    <a16:rowId xmlns:a16="http://schemas.microsoft.com/office/drawing/2014/main" val="11778031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656859B-A5BA-00DC-CDCC-FC31BF43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0684"/>
            <a:ext cx="1239752" cy="619876"/>
          </a:xfrm>
          <a:prstGeom prst="rect">
            <a:avLst/>
          </a:prstGeom>
        </p:spPr>
      </p:pic>
      <p:pic>
        <p:nvPicPr>
          <p:cNvPr id="6" name="Picture 5" descr="Microsoft Teams - Wikipedia">
            <a:extLst>
              <a:ext uri="{FF2B5EF4-FFF2-40B4-BE49-F238E27FC236}">
                <a16:creationId xmlns:a16="http://schemas.microsoft.com/office/drawing/2014/main" id="{080B7A93-06A8-89EA-361E-92E9ABADC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219ABC-31F7-2209-F00A-B2D78D2E5258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2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481D9F-E151-6DB4-7F94-8C7A1FD5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How Digital Payments Move: Three Architectures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A0E8F-742C-2E61-B294-564666C71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714093"/>
              </p:ext>
            </p:extLst>
          </p:nvPr>
        </p:nvGraphicFramePr>
        <p:xfrm>
          <a:off x="838200" y="1672389"/>
          <a:ext cx="10515600" cy="37899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41682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9581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98028"/>
                    </a:ext>
                  </a:extLst>
                </a:gridCol>
              </a:tblGrid>
              <a:tr h="579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Simplified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53965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Card-based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 or Mastercard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 → card network → issuing bank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563864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Account-to-account(A2A)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PayNow</a:t>
                      </a: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Payer account → payment infrastructure → recipient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868863"/>
                  </a:ext>
                </a:extLst>
              </a:tr>
              <a:tr h="118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Wallet-based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GrabPay</a:t>
                      </a:r>
                      <a:r>
                        <a:rPr lang="en-SG" dirty="0">
                          <a:effectLst/>
                        </a:rPr>
                        <a:t> or stored-value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dirty="0">
                          <a:effectLst/>
                        </a:rPr>
                        <a:t>Wallet balance or linked funding source → merchant</a:t>
                      </a:r>
                      <a:endParaRPr lang="en-SG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028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DEF6C-A472-D0C5-A669-9A992A53919E}"/>
              </a:ext>
            </a:extLst>
          </p:cNvPr>
          <p:cNvSpPr txBox="1"/>
          <p:nvPr/>
        </p:nvSpPr>
        <p:spPr>
          <a:xfrm>
            <a:off x="943665" y="5817876"/>
            <a:ext cx="8861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*NFC and QR codes describe how payment information may be presented or exchanged. They do not always identify the underlying payment rail.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390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0FAFA-B15A-9772-DBFA-822BEC3D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21CD-5A6D-1F15-35B6-70D9FF4C8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pPr marL="0" indent="0" defTabSz="1152115">
              <a:spcBef>
                <a:spcPts val="1260"/>
              </a:spcBef>
              <a:buNone/>
            </a:pPr>
            <a:r>
              <a:rPr lang="en-US" dirty="0"/>
              <a:t>What are some of the payment methods or technologies you have used </a:t>
            </a:r>
            <a:r>
              <a:rPr lang="en-US" b="1" dirty="0"/>
              <a:t>personally</a:t>
            </a:r>
            <a:r>
              <a:rPr lang="en-US" dirty="0"/>
              <a:t>? (e.g. Used </a:t>
            </a:r>
            <a:r>
              <a:rPr lang="en-US" dirty="0" err="1"/>
              <a:t>YouTrip</a:t>
            </a:r>
            <a:r>
              <a:rPr lang="en-US" dirty="0"/>
              <a:t> when I went Japan, </a:t>
            </a:r>
            <a:r>
              <a:rPr lang="en-US" dirty="0" err="1"/>
              <a:t>PayNow</a:t>
            </a:r>
            <a:r>
              <a:rPr lang="en-US" dirty="0"/>
              <a:t> at hawker stall)</a:t>
            </a:r>
          </a:p>
          <a:p>
            <a:pPr marL="0" indent="0" defTabSz="1152115">
              <a:spcBef>
                <a:spcPts val="1260"/>
              </a:spcBef>
              <a:buNone/>
            </a:pPr>
            <a:r>
              <a:rPr lang="en-US" dirty="0"/>
              <a:t>Share and discuss with your team. Note down in your worksheet, what your teammates used.</a:t>
            </a: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12AD4D-1E34-B104-766A-A6A10A6C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9C2931-01A7-C8E9-D1F1-7766AA43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40" y="1409986"/>
            <a:ext cx="1239752" cy="61987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88B32-4511-8753-7E3B-DF1C20C1F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947204"/>
              </p:ext>
            </p:extLst>
          </p:nvPr>
        </p:nvGraphicFramePr>
        <p:xfrm>
          <a:off x="548891" y="3429000"/>
          <a:ext cx="10712670" cy="238299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85445">
                  <a:extLst>
                    <a:ext uri="{9D8B030D-6E8A-4147-A177-3AD203B41FA5}">
                      <a16:colId xmlns:a16="http://schemas.microsoft.com/office/drawing/2014/main" val="3850728957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3711426834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1505117252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4100464625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2003704871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1006188515"/>
                    </a:ext>
                  </a:extLst>
                </a:gridCol>
              </a:tblGrid>
              <a:tr h="554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Member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Payment method/App used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Card, A2A or wallet?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Payer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Payee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sz="1200" dirty="0">
                          <a:effectLst/>
                        </a:rPr>
                        <a:t>Other participant or provider</a:t>
                      </a:r>
                      <a:endParaRPr lang="en-SG" sz="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076084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r>
                        <a:rPr lang="en-SG" sz="1400" dirty="0"/>
                        <a:t>Randy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583221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53687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48146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772756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978857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49460"/>
                  </a:ext>
                </a:extLst>
              </a:tr>
            </a:tbl>
          </a:graphicData>
        </a:graphic>
      </p:graphicFrame>
      <p:pic>
        <p:nvPicPr>
          <p:cNvPr id="11" name="Picture 10" descr="Microsoft Teams - Wikipedia">
            <a:extLst>
              <a:ext uri="{FF2B5EF4-FFF2-40B4-BE49-F238E27FC236}">
                <a16:creationId xmlns:a16="http://schemas.microsoft.com/office/drawing/2014/main" id="{523D390F-40FB-D8CC-9C2D-C6B2F03CC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40F539-6BEF-AC18-0FEF-FD10FE74738B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6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191D-C72F-07C8-7136-7CE1C70B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answer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B769D-8C70-8183-CA02-B1C332C00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66" y="1964744"/>
            <a:ext cx="9141312" cy="410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3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FC2EE-3EDA-7FF5-9A6F-1267984D3C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payments ecosystem includes processes, technologies, and participants facilitating the transfer of value effectively.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395926-6BF2-FDD5-9279-09A9CF6A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Payments Ecosystem</a:t>
            </a:r>
            <a:endParaRPr lang="en-SG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497FC3A-15F7-1CA6-8918-A5136368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72" y="2203231"/>
            <a:ext cx="10696656" cy="45995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1474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201DB2-F45A-223A-D448-75650B9201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B15B0A-34A0-4EDB-35F9-052BC838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Payments Ecosystem in Singapore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3FEE4-93E1-3A77-7D75-E3DD3B80C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30" y="1479248"/>
            <a:ext cx="9303143" cy="50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AA0D-FE29-089E-C310-DBD7EE69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E9EA-9D44-2547-9F6F-225EDA0479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5250650" cy="4572296"/>
          </a:xfrm>
        </p:spPr>
        <p:txBody>
          <a:bodyPr>
            <a:normAutofit/>
          </a:bodyPr>
          <a:lstStyle/>
          <a:p>
            <a:pPr marL="0" lvl="0" indent="0" fontAlgn="t">
              <a:buNone/>
            </a:pPr>
            <a:r>
              <a:rPr lang="en-US" sz="2400" dirty="0"/>
              <a:t>Six roles commonly found in a card-based transaction.</a:t>
            </a:r>
          </a:p>
          <a:p>
            <a:pPr marL="342900" lvl="0" indent="-342900" fontAlgn="t"/>
            <a:r>
              <a:rPr lang="en-SG" sz="1800" b="1" dirty="0"/>
              <a:t>Customer/Payer:</a:t>
            </a:r>
            <a:r>
              <a:rPr lang="en-SG" sz="1800" dirty="0"/>
              <a:t> initiates the payment</a:t>
            </a:r>
          </a:p>
          <a:p>
            <a:pPr marL="342900" lvl="0" indent="-342900" fontAlgn="t"/>
            <a:r>
              <a:rPr lang="en-SG" sz="1800" b="1" dirty="0"/>
              <a:t>Merchant/Payee:</a:t>
            </a:r>
            <a:r>
              <a:rPr lang="en-SG" sz="1800" dirty="0"/>
              <a:t> accepts payment</a:t>
            </a:r>
          </a:p>
          <a:p>
            <a:pPr marL="342900" lvl="0" indent="-342900" fontAlgn="t"/>
            <a:r>
              <a:rPr lang="en-SG" sz="1800" b="1" dirty="0"/>
              <a:t>Gateway/Payment Service Provider:</a:t>
            </a:r>
            <a:r>
              <a:rPr lang="en-SG" sz="1800" dirty="0"/>
              <a:t> transmits and manages payment requests</a:t>
            </a:r>
          </a:p>
          <a:p>
            <a:pPr marL="342900" lvl="0" indent="-342900" fontAlgn="t"/>
            <a:r>
              <a:rPr lang="en-SG" sz="1800" b="1" dirty="0"/>
              <a:t>Acquirer:</a:t>
            </a:r>
            <a:r>
              <a:rPr lang="en-SG" sz="1800" dirty="0"/>
              <a:t> supports the merchant’s acceptance of payment</a:t>
            </a:r>
          </a:p>
          <a:p>
            <a:pPr marL="342900" lvl="0" indent="-342900" fontAlgn="t"/>
            <a:r>
              <a:rPr lang="en-SG" sz="1800" b="1" dirty="0"/>
              <a:t>Network:</a:t>
            </a:r>
            <a:r>
              <a:rPr lang="en-SG" sz="1800" dirty="0"/>
              <a:t> routes card-payment messages</a:t>
            </a:r>
          </a:p>
          <a:p>
            <a:pPr marL="342900" lvl="0" indent="-342900" fontAlgn="t"/>
            <a:r>
              <a:rPr lang="en-SG" sz="1800" b="1" dirty="0"/>
              <a:t>Issuer:</a:t>
            </a:r>
            <a:r>
              <a:rPr lang="en-SG" sz="1800" dirty="0"/>
              <a:t> approves or declines on behalf of the customer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SG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A44EED-9204-6D06-25C6-E4A05A17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players</a:t>
            </a:r>
            <a:endParaRPr lang="en-SG" dirty="0"/>
          </a:p>
        </p:txBody>
      </p:sp>
      <p:pic>
        <p:nvPicPr>
          <p:cNvPr id="5" name="Picture 4" descr="A diagram of a payment process&#10;&#10;Description automatically generated">
            <a:extLst>
              <a:ext uri="{FF2B5EF4-FFF2-40B4-BE49-F238E27FC236}">
                <a16:creationId xmlns:a16="http://schemas.microsoft.com/office/drawing/2014/main" id="{B20483D2-DEF0-9DB9-749E-8981045F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315" y="700264"/>
            <a:ext cx="4550032" cy="5928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C58122-E93F-F410-11F2-7FC9EA22ED07}"/>
              </a:ext>
            </a:extLst>
          </p:cNvPr>
          <p:cNvSpPr txBox="1"/>
          <p:nvPr/>
        </p:nvSpPr>
        <p:spPr>
          <a:xfrm>
            <a:off x="829074" y="6382426"/>
            <a:ext cx="3344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hlinkClick r:id="rId4"/>
              </a:rPr>
              <a:t>https://x.com/alexxubyte/status/1755992712229368299</a:t>
            </a:r>
            <a:r>
              <a:rPr lang="en-S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51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32A4AE-FF69-7356-E18C-6E26F4E99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endParaRPr lang="en-SG" dirty="0"/>
          </a:p>
          <a:p>
            <a:pPr fontAlgn="t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5CA539-F6C3-E69C-D915-8AD57866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Payment Does Not Happen All at Once</a:t>
            </a:r>
            <a:endParaRPr lang="en-SG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0196C334-B1B5-39E1-D20D-1852D70A5DE3}"/>
              </a:ext>
            </a:extLst>
          </p:cNvPr>
          <p:cNvSpPr/>
          <p:nvPr/>
        </p:nvSpPr>
        <p:spPr>
          <a:xfrm>
            <a:off x="74929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7" name="Shape 19">
            <a:extLst>
              <a:ext uri="{FF2B5EF4-FFF2-40B4-BE49-F238E27FC236}">
                <a16:creationId xmlns:a16="http://schemas.microsoft.com/office/drawing/2014/main" id="{2E5C6519-A99D-10A0-6F64-9C71E2123ECC}"/>
              </a:ext>
            </a:extLst>
          </p:cNvPr>
          <p:cNvSpPr/>
          <p:nvPr/>
        </p:nvSpPr>
        <p:spPr>
          <a:xfrm>
            <a:off x="749299" y="2035743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FDEE1D7-EC7C-9DFC-07AB-6C0AADEACE0F}"/>
              </a:ext>
            </a:extLst>
          </p:cNvPr>
          <p:cNvSpPr/>
          <p:nvPr/>
        </p:nvSpPr>
        <p:spPr>
          <a:xfrm>
            <a:off x="97789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1. Authorisation</a:t>
            </a:r>
            <a:endParaRPr lang="en-US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22D2974A-CAC5-41A1-CBA3-2C626DD7A0E4}"/>
              </a:ext>
            </a:extLst>
          </p:cNvPr>
          <p:cNvSpPr/>
          <p:nvPr/>
        </p:nvSpPr>
        <p:spPr>
          <a:xfrm>
            <a:off x="97789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Can this transaction proceed?</a:t>
            </a:r>
            <a:endParaRPr lang="en-US" sz="1400" dirty="0"/>
          </a:p>
        </p:txBody>
      </p:sp>
      <p:sp>
        <p:nvSpPr>
          <p:cNvPr id="13" name="Shape 22">
            <a:extLst>
              <a:ext uri="{FF2B5EF4-FFF2-40B4-BE49-F238E27FC236}">
                <a16:creationId xmlns:a16="http://schemas.microsoft.com/office/drawing/2014/main" id="{BCD33DE8-DDE9-324D-A17D-4637FC585AB3}"/>
              </a:ext>
            </a:extLst>
          </p:cNvPr>
          <p:cNvSpPr/>
          <p:nvPr/>
        </p:nvSpPr>
        <p:spPr>
          <a:xfrm>
            <a:off x="436117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27E02F36-8539-85F0-3429-89D77D1712C9}"/>
              </a:ext>
            </a:extLst>
          </p:cNvPr>
          <p:cNvSpPr/>
          <p:nvPr/>
        </p:nvSpPr>
        <p:spPr>
          <a:xfrm>
            <a:off x="4361179" y="2035743"/>
            <a:ext cx="73152" cy="109728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5669A55-AE64-FDF5-6D13-6216D4397F49}"/>
              </a:ext>
            </a:extLst>
          </p:cNvPr>
          <p:cNvSpPr/>
          <p:nvPr/>
        </p:nvSpPr>
        <p:spPr>
          <a:xfrm>
            <a:off x="458977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2. Clearing</a:t>
            </a:r>
            <a:endParaRPr lang="en-US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57589A43-3C71-A52F-4AE4-2E611F21CFF6}"/>
              </a:ext>
            </a:extLst>
          </p:cNvPr>
          <p:cNvSpPr/>
          <p:nvPr/>
        </p:nvSpPr>
        <p:spPr>
          <a:xfrm>
            <a:off x="458977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Transaction details are exchanged.</a:t>
            </a:r>
            <a:endParaRPr lang="en-US" sz="14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57DA99C7-B17B-49B8-EFC9-481980EAFB30}"/>
              </a:ext>
            </a:extLst>
          </p:cNvPr>
          <p:cNvSpPr/>
          <p:nvPr/>
        </p:nvSpPr>
        <p:spPr>
          <a:xfrm>
            <a:off x="797305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D3F80B24-23D9-3667-370A-D040EA7BEA0F}"/>
              </a:ext>
            </a:extLst>
          </p:cNvPr>
          <p:cNvSpPr/>
          <p:nvPr/>
        </p:nvSpPr>
        <p:spPr>
          <a:xfrm>
            <a:off x="7973059" y="2035743"/>
            <a:ext cx="73152" cy="1097280"/>
          </a:xfrm>
          <a:prstGeom prst="rect">
            <a:avLst/>
          </a:prstGeom>
          <a:solidFill>
            <a:srgbClr val="006B54"/>
          </a:solidFill>
          <a:ln w="12700">
            <a:solidFill>
              <a:srgbClr val="006B5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F779B331-F12C-EF55-6D86-A56D9BB2888D}"/>
              </a:ext>
            </a:extLst>
          </p:cNvPr>
          <p:cNvSpPr/>
          <p:nvPr/>
        </p:nvSpPr>
        <p:spPr>
          <a:xfrm>
            <a:off x="820165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3. Settlement</a:t>
            </a:r>
            <a:endParaRPr lang="en-US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1446E17-FBE5-91F0-7FA9-42FCFA6FF0CC}"/>
              </a:ext>
            </a:extLst>
          </p:cNvPr>
          <p:cNvSpPr/>
          <p:nvPr/>
        </p:nvSpPr>
        <p:spPr>
          <a:xfrm>
            <a:off x="820165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Funds are transferred later.</a:t>
            </a:r>
            <a:endParaRPr lang="en-US" sz="1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61EC2F4-3322-1A55-2DE7-39415E70F1A2}"/>
              </a:ext>
            </a:extLst>
          </p:cNvPr>
          <p:cNvSpPr txBox="1">
            <a:spLocks/>
          </p:cNvSpPr>
          <p:nvPr/>
        </p:nvSpPr>
        <p:spPr>
          <a:xfrm>
            <a:off x="730034" y="3575742"/>
            <a:ext cx="10673669" cy="3001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68" indent="-257168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Authorisation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The issuer decides whether the transaction may proceed.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Clearing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Transaction information is exchanged between the relevant parties.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Settlement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Funds are transferred between the participating institutions.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8CDEC-3330-37A2-2C49-61FD8D81C4B5}"/>
              </a:ext>
            </a:extLst>
          </p:cNvPr>
          <p:cNvSpPr txBox="1"/>
          <p:nvPr/>
        </p:nvSpPr>
        <p:spPr>
          <a:xfrm>
            <a:off x="7408182" y="4437979"/>
            <a:ext cx="4192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solidFill>
                  <a:srgbClr val="0070C0"/>
                </a:solidFill>
              </a:rPr>
              <a:t>When the customer sees “Payment successful,” have the funds necessarily completed final settlement?</a:t>
            </a:r>
          </a:p>
          <a:p>
            <a:pPr algn="ctr"/>
            <a:endParaRPr lang="en-SG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86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CD494-2EF3-2BF9-7E09-D81E322CBA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99828"/>
            <a:ext cx="10712665" cy="43654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Scenario: A student buys a concert ticket online using a DBS Visa 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a) Identify the various players</a:t>
            </a:r>
          </a:p>
          <a:p>
            <a:endParaRPr lang="en-S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6A651D-5893-883D-35DE-579B6874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7EB12E-B156-FAEA-CBBC-BC2680C01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682207"/>
              </p:ext>
            </p:extLst>
          </p:nvPr>
        </p:nvGraphicFramePr>
        <p:xfrm>
          <a:off x="1880268" y="3170813"/>
          <a:ext cx="7492334" cy="31089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746167">
                  <a:extLst>
                    <a:ext uri="{9D8B030D-6E8A-4147-A177-3AD203B41FA5}">
                      <a16:colId xmlns:a16="http://schemas.microsoft.com/office/drawing/2014/main" val="1625761080"/>
                    </a:ext>
                  </a:extLst>
                </a:gridCol>
                <a:gridCol w="3746167">
                  <a:extLst>
                    <a:ext uri="{9D8B030D-6E8A-4147-A177-3AD203B41FA5}">
                      <a16:colId xmlns:a16="http://schemas.microsoft.com/office/drawing/2014/main" val="2884728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604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Student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94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The ticket seller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51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Issuer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DBS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0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</a:t>
                      </a:r>
                      <a:r>
                        <a:rPr lang="en-SG" dirty="0">
                          <a:solidFill>
                            <a:srgbClr val="FF0000"/>
                          </a:solidFill>
                          <a:effectLst/>
                        </a:rPr>
                        <a:t>(Payment gateway used by the platform)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26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Acquirer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</a:t>
                      </a:r>
                      <a:r>
                        <a:rPr lang="en-SG" dirty="0">
                          <a:solidFill>
                            <a:srgbClr val="FF0000"/>
                          </a:solidFill>
                          <a:effectLst/>
                        </a:rPr>
                        <a:t>( merchant acquiring institution)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25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Card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sz="1050" b="0" i="0" dirty="0">
                          <a:effectLst/>
                          <a:latin typeface="Segoe UI" panose="020B0502040204020203" pitchFamily="34" charset="0"/>
                        </a:rPr>
                        <a:t>DBS</a:t>
                      </a:r>
                      <a:r>
                        <a:rPr lang="en-SG" sz="1050" b="0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(Visa)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69574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050CC54-60AD-BF52-BB1E-01FB21D6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11" y="1212257"/>
            <a:ext cx="477441" cy="508423"/>
          </a:xfrm>
          <a:prstGeom prst="rect">
            <a:avLst/>
          </a:prstGeom>
        </p:spPr>
      </p:pic>
      <p:pic>
        <p:nvPicPr>
          <p:cNvPr id="7" name="Picture 6" descr="Microsoft Teams - Wikipedia">
            <a:extLst>
              <a:ext uri="{FF2B5EF4-FFF2-40B4-BE49-F238E27FC236}">
                <a16:creationId xmlns:a16="http://schemas.microsoft.com/office/drawing/2014/main" id="{B8673872-B00A-9250-1320-F815324CA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886D30-5DCF-4A5B-A71F-576685814D63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32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E0ED7-45D3-A767-115D-63F4397A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C8AD27-16F5-02FC-638A-E55F983A4D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99828"/>
            <a:ext cx="10712665" cy="43654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Scenario: A student buys a concert ticket online using a DBS Visa 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b) What should the payment flow look like?</a:t>
            </a:r>
          </a:p>
          <a:p>
            <a:endParaRPr lang="en-S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91F4CE-49E5-269A-30D3-B4E67990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9FE97-D34F-A2FE-707B-90634EBA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11" y="1224289"/>
            <a:ext cx="477441" cy="508423"/>
          </a:xfrm>
          <a:prstGeom prst="rect">
            <a:avLst/>
          </a:prstGeom>
        </p:spPr>
      </p:pic>
      <p:pic>
        <p:nvPicPr>
          <p:cNvPr id="4" name="Picture 3" descr="Microsoft Teams - Wikipedia">
            <a:extLst>
              <a:ext uri="{FF2B5EF4-FFF2-40B4-BE49-F238E27FC236}">
                <a16:creationId xmlns:a16="http://schemas.microsoft.com/office/drawing/2014/main" id="{5C7F7D42-C8AD-D01A-3C2A-4BA07793A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B4F0B-5A66-1D83-0B1A-550C3ABA3053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3A39DF-CB86-EF9E-0979-3694AF0F2441}"/>
              </a:ext>
            </a:extLst>
          </p:cNvPr>
          <p:cNvSpPr/>
          <p:nvPr/>
        </p:nvSpPr>
        <p:spPr>
          <a:xfrm>
            <a:off x="957431" y="3429000"/>
            <a:ext cx="1957891" cy="572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554725-B70A-DAB1-8BD5-76206BEDA384}"/>
              </a:ext>
            </a:extLst>
          </p:cNvPr>
          <p:cNvSpPr/>
          <p:nvPr/>
        </p:nvSpPr>
        <p:spPr>
          <a:xfrm>
            <a:off x="9368903" y="4653948"/>
            <a:ext cx="1957891" cy="572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Issuing Bank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CB15A-4390-313D-757F-D8AE6390286D}"/>
              </a:ext>
            </a:extLst>
          </p:cNvPr>
          <p:cNvSpPr/>
          <p:nvPr/>
        </p:nvSpPr>
        <p:spPr>
          <a:xfrm>
            <a:off x="6666940" y="3409729"/>
            <a:ext cx="1957891" cy="572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Gateway/Acquirer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A68A1D-12D0-5573-5929-A4AD8650A29C}"/>
              </a:ext>
            </a:extLst>
          </p:cNvPr>
          <p:cNvSpPr/>
          <p:nvPr/>
        </p:nvSpPr>
        <p:spPr>
          <a:xfrm>
            <a:off x="9368903" y="3409728"/>
            <a:ext cx="1957891" cy="572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 network</a:t>
            </a:r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BE052-8970-C0C2-C856-A9201CD5E0E4}"/>
              </a:ext>
            </a:extLst>
          </p:cNvPr>
          <p:cNvSpPr/>
          <p:nvPr/>
        </p:nvSpPr>
        <p:spPr>
          <a:xfrm>
            <a:off x="3659394" y="3428999"/>
            <a:ext cx="1957891" cy="572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Merchant</a:t>
            </a:r>
            <a:endParaRPr lang="en-ID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195B6D-586E-5FA2-A496-234C5873720C}"/>
              </a:ext>
            </a:extLst>
          </p:cNvPr>
          <p:cNvCxnSpPr>
            <a:cxnSpLocks/>
          </p:cNvCxnSpPr>
          <p:nvPr/>
        </p:nvCxnSpPr>
        <p:spPr>
          <a:xfrm flipV="1">
            <a:off x="2915322" y="3732456"/>
            <a:ext cx="7440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44BF78-3663-C8C4-2120-4A4BE13E246A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5617285" y="3696152"/>
            <a:ext cx="1049655" cy="1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389FBF-19F7-A458-245B-26E1CB3A9AB6}"/>
              </a:ext>
            </a:extLst>
          </p:cNvPr>
          <p:cNvCxnSpPr>
            <a:cxnSpLocks/>
          </p:cNvCxnSpPr>
          <p:nvPr/>
        </p:nvCxnSpPr>
        <p:spPr>
          <a:xfrm flipV="1">
            <a:off x="8624831" y="3715421"/>
            <a:ext cx="7440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88DE0B-0E26-3E5F-6DF9-6D03F853DBD1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10347849" y="3982573"/>
            <a:ext cx="0" cy="671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29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ell phone with a qr code on the screen&#10;&#10;Description automatically generated">
            <a:extLst>
              <a:ext uri="{FF2B5EF4-FFF2-40B4-BE49-F238E27FC236}">
                <a16:creationId xmlns:a16="http://schemas.microsoft.com/office/drawing/2014/main" id="{C3BC248C-1C2C-F7EC-6157-D470F4C8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43" b="19375"/>
          <a:stretch>
            <a:fillRect/>
          </a:stretch>
        </p:blipFill>
        <p:spPr>
          <a:xfrm>
            <a:off x="5988307" y="1758949"/>
            <a:ext cx="5089268" cy="4489451"/>
          </a:xfrm>
          <a:prstGeom prst="rect">
            <a:avLst/>
          </a:prstGeom>
          <a:noFill/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BF6C1-9A6B-28C1-6E28-1827D5932D88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Emergence of BNPL: </a:t>
            </a:r>
            <a:r>
              <a:rPr lang="en-US" dirty="0"/>
              <a:t>Buy Now, Pay Later services enhance consumer access to goods by deferring payment, influencing purchasing decisions.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/>
              <a:t>Popularity of P2P Apps: </a:t>
            </a:r>
            <a:r>
              <a:rPr lang="en-US" dirty="0"/>
              <a:t>Peer-to-peer payment applications simplify transactions between individuals, fostering increased adoption among diverse consumer demographics.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>
                <a:highlight>
                  <a:srgbClr val="FFFF00"/>
                </a:highlight>
              </a:rPr>
              <a:t>Real-Time Payment Impact</a:t>
            </a:r>
            <a:r>
              <a:rPr lang="en-US" b="1" dirty="0"/>
              <a:t>: </a:t>
            </a:r>
            <a:r>
              <a:rPr lang="en-US" dirty="0"/>
              <a:t>The rise of real-time payments accelerates transaction completion, reshaping consumer expectations for immediacy and convenience.</a:t>
            </a:r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566F3B-6AA9-B96B-0FE5-7A6A06C4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Emerging Trends in Payments</a:t>
            </a:r>
          </a:p>
        </p:txBody>
      </p:sp>
    </p:spTree>
    <p:extLst>
      <p:ext uri="{BB962C8B-B14F-4D97-AF65-F5344CB8AC3E}">
        <p14:creationId xmlns:p14="http://schemas.microsoft.com/office/powerpoint/2010/main" val="168985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C7C8AFBB-B621-313F-C9BD-A229C2CAD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6634" y="1284250"/>
            <a:ext cx="4644767" cy="541663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6DE01-890A-6796-A0C2-6BCB3CDE65DF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Card Dominance in North America: </a:t>
            </a:r>
            <a:r>
              <a:rPr lang="en-US" sz="1700" dirty="0"/>
              <a:t>Credit and debit cards dominate payment methods, reflecting consumer preference for convenience and built-in fraud protections.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r>
              <a:rPr lang="en-US" sz="1700" b="1" dirty="0"/>
              <a:t>Contactless Trends in Europe: </a:t>
            </a:r>
            <a:r>
              <a:rPr lang="en-US" sz="1700" dirty="0"/>
              <a:t>Europe exhibits high contactless payment adoption due to infrastructure advancements and consumer demand for swift transactions.</a:t>
            </a:r>
          </a:p>
          <a:p>
            <a:endParaRPr lang="en-US" sz="1700" dirty="0"/>
          </a:p>
          <a:p>
            <a:endParaRPr lang="en-SG" sz="17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5E6D0E-0EFA-10E3-02FC-D43185BB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Global Payment Systems Trends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6D8EC-F8E8-E335-4AA3-1720FACC843E}"/>
              </a:ext>
            </a:extLst>
          </p:cNvPr>
          <p:cNvSpPr txBox="1"/>
          <p:nvPr/>
        </p:nvSpPr>
        <p:spPr>
          <a:xfrm>
            <a:off x="449905" y="6336260"/>
            <a:ext cx="56460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hlinkClick r:id="rId3"/>
              </a:rPr>
              <a:t>https://www.statista.com/chart/23950/preference-cashless-payment-selected-countries/</a:t>
            </a:r>
            <a:r>
              <a:rPr lang="en-SG" sz="11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3562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map of the world with blue circles and text&#10;&#10;Description automatically generated">
            <a:extLst>
              <a:ext uri="{FF2B5EF4-FFF2-40B4-BE49-F238E27FC236}">
                <a16:creationId xmlns:a16="http://schemas.microsoft.com/office/drawing/2014/main" id="{AF8ED9CD-4505-DF7D-DC7E-74FE7CA0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8216" y="1758949"/>
            <a:ext cx="4489451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CDD4B-C0E8-5500-328E-6A6DF6075C3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Mobile Wallets in Asia: </a:t>
            </a:r>
            <a:r>
              <a:rPr lang="en-US" dirty="0"/>
              <a:t>Asia leads in mobile wallet utilization, integrating digital payments into daily life with robust app ecosystems.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13E43B-0A4E-4AA6-A401-09ACDD6A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Global Payment Systems Trends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D68F7-3232-92B2-E477-7B4405CDC62B}"/>
              </a:ext>
            </a:extLst>
          </p:cNvPr>
          <p:cNvSpPr txBox="1"/>
          <p:nvPr/>
        </p:nvSpPr>
        <p:spPr>
          <a:xfrm>
            <a:off x="546100" y="6248402"/>
            <a:ext cx="4859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hlinkClick r:id="rId3"/>
              </a:rPr>
              <a:t>https://www.statista.com/chart/28128/mobile-payments-around-the-world/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125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D35A2-63DF-71A0-C9FC-57E86178F4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Weeks 1 - 5</a:t>
            </a: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E3F003-9C3A-96A5-8CDE-2F3677C4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Assessment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7972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3681D0-426D-6C3C-523D-E90D0D3CDD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SG" sz="2800" b="1" dirty="0"/>
              <a:t>CA1 Assessment</a:t>
            </a:r>
            <a:endParaRPr lang="en-SG" sz="2800" dirty="0"/>
          </a:p>
          <a:p>
            <a:pPr lvl="1">
              <a:lnSpc>
                <a:spcPct val="150000"/>
              </a:lnSpc>
            </a:pPr>
            <a:r>
              <a:rPr lang="en-SG" sz="2000" b="1" dirty="0"/>
              <a:t>Kahoot Quiz (20%)</a:t>
            </a:r>
            <a:endParaRPr lang="en-SG" sz="2000" dirty="0"/>
          </a:p>
          <a:p>
            <a:pPr lvl="1">
              <a:lnSpc>
                <a:spcPct val="150000"/>
              </a:lnSpc>
            </a:pPr>
            <a:r>
              <a:rPr lang="en-SG" sz="2000" b="1" dirty="0" err="1"/>
              <a:t>PetCareApp</a:t>
            </a:r>
            <a:r>
              <a:rPr lang="en-SG" sz="2000" b="1" dirty="0"/>
              <a:t> project (80%)</a:t>
            </a:r>
          </a:p>
          <a:p>
            <a:pPr lvl="2">
              <a:lnSpc>
                <a:spcPct val="150000"/>
              </a:lnSpc>
            </a:pPr>
            <a:r>
              <a:rPr lang="en-SG" sz="1800" dirty="0"/>
              <a:t>Your development work from Weeks 1–5. See the next slide for the submission checklist.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DC393A-0D9E-2994-3895-A0BE4411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Assessment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35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F9F7-C007-1CFD-BF78-4A2E7142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5FB490-B64D-ABE2-EC4B-60AFBE6903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SG" b="1" dirty="0">
                <a:highlight>
                  <a:srgbClr val="FFFF00"/>
                </a:highlight>
              </a:rPr>
              <a:t>Deadline: 20 November 2026, 2359 in SA3.0</a:t>
            </a:r>
          </a:p>
          <a:p>
            <a:r>
              <a:rPr lang="en-SG" dirty="0"/>
              <a:t>Submit your </a:t>
            </a:r>
            <a:r>
              <a:rPr lang="en-SG" b="1" dirty="0" err="1"/>
              <a:t>PetCareApp</a:t>
            </a:r>
            <a:r>
              <a:rPr lang="en-SG" b="1" dirty="0"/>
              <a:t> work from Weeks 1–5</a:t>
            </a:r>
            <a:r>
              <a:rPr lang="en-SG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Final code</a:t>
            </a:r>
            <a:r>
              <a:rPr lang="en-SG" sz="1400" dirty="0"/>
              <a:t> - Your completed Week 5 </a:t>
            </a:r>
            <a:r>
              <a:rPr lang="en-SG" sz="1400" dirty="0" err="1"/>
              <a:t>PetCareApp</a:t>
            </a:r>
            <a:r>
              <a:rPr lang="en-SG" sz="1400" dirty="0"/>
              <a:t> code.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Development documentation </a:t>
            </a:r>
            <a:r>
              <a:rPr lang="en-SG" sz="1400" dirty="0"/>
              <a:t>-  Diagrams, documentation and other development artefacts.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AI Interaction Journal</a:t>
            </a:r>
            <a:r>
              <a:rPr lang="en-SG" sz="1400" dirty="0"/>
              <a:t>  -  A record of how you used AI during CA1.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App walkthrough video</a:t>
            </a:r>
            <a:r>
              <a:rPr lang="en-SG" sz="1400" b="1" dirty="0">
                <a:solidFill>
                  <a:srgbClr val="FF0000"/>
                </a:solidFill>
              </a:rPr>
              <a:t>*</a:t>
            </a:r>
            <a:r>
              <a:rPr lang="en-SG" sz="1400" b="1" dirty="0"/>
              <a:t> </a:t>
            </a:r>
            <a:r>
              <a:rPr lang="en-SG" sz="1400" dirty="0"/>
              <a:t>-  3 - 4 minutes maximum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Demonstrate the key features.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Explain one development decision.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Show one example of how you checked or improved an AI suggestion.</a:t>
            </a:r>
          </a:p>
          <a:p>
            <a:pPr marL="0" indent="0">
              <a:buNone/>
            </a:pPr>
            <a:endParaRPr lang="en-SG" sz="1400" i="1" dirty="0"/>
          </a:p>
          <a:p>
            <a:pPr marL="0" indent="0">
              <a:buNone/>
            </a:pPr>
            <a:endParaRPr lang="en-SG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8CABD-FD5F-DBCC-2B54-B822F3A2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SA3.0 Submission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80F52-0398-BF6E-F39C-371DC39A6C45}"/>
              </a:ext>
            </a:extLst>
          </p:cNvPr>
          <p:cNvSpPr txBox="1"/>
          <p:nvPr/>
        </p:nvSpPr>
        <p:spPr>
          <a:xfrm>
            <a:off x="730033" y="5132672"/>
            <a:ext cx="96948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*Screen recording with narration only. No camera or editing required. 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Your knowledge and understanding will be assessed through your submitted work, app walkthrough video and your lecturer’s observations during in-class activities, including your explanations of code, development decisions and problem-solving.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Presentation and communication skills are for practice and will not be graded in CA1.</a:t>
            </a:r>
            <a:endParaRPr lang="en-SG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2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3B05FB-A40A-4444-F685-BC51BFC04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SG" dirty="0"/>
              <a:t>Checking your setup - C372_W01_L01_Installation_Setup.pptx</a:t>
            </a:r>
          </a:p>
          <a:p>
            <a:r>
              <a:rPr lang="en-SG" b="0" dirty="0">
                <a:solidFill>
                  <a:srgbClr val="0070C0"/>
                </a:solidFill>
              </a:rPr>
              <a:t>*If you still have your software from C237, you should have most of the software required already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8FE4D2-6CB5-CB59-D90F-773CB639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Installations and Setup*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912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ght bulb robot with arms outstretched&#10;&#10;Description automatically generated">
            <a:extLst>
              <a:ext uri="{FF2B5EF4-FFF2-40B4-BE49-F238E27FC236}">
                <a16:creationId xmlns:a16="http://schemas.microsoft.com/office/drawing/2014/main" id="{36DC0235-4BF4-159E-6834-FE7C88CC4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26" r="26435" b="3"/>
          <a:stretch/>
        </p:blipFill>
        <p:spPr>
          <a:xfrm>
            <a:off x="6376384" y="1758949"/>
            <a:ext cx="4313115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114-B39C-B115-332B-40D8745EB59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we have learnt about…</a:t>
            </a:r>
          </a:p>
          <a:p>
            <a:pPr lvl="0"/>
            <a:r>
              <a:rPr lang="en-SG" sz="1800" dirty="0"/>
              <a:t>Explain what a payment system is.</a:t>
            </a:r>
          </a:p>
          <a:p>
            <a:pPr lvl="0"/>
            <a:r>
              <a:rPr lang="en-SG" sz="1800" dirty="0"/>
              <a:t>Describe how payment methods have evolved.</a:t>
            </a:r>
          </a:p>
          <a:p>
            <a:pPr lvl="0"/>
            <a:r>
              <a:rPr lang="en-SG" sz="1800" dirty="0"/>
              <a:t>Compare common payment methods and their risks.</a:t>
            </a:r>
          </a:p>
          <a:p>
            <a:pPr lvl="0"/>
            <a:r>
              <a:rPr lang="en-SG" sz="1800" dirty="0"/>
              <a:t>Distinguish card-based, A2A and wallet-based payments.</a:t>
            </a:r>
          </a:p>
          <a:p>
            <a:pPr lvl="0"/>
            <a:r>
              <a:rPr lang="en-SG" sz="1800" dirty="0"/>
              <a:t>Identify key participants and trace a simplified card-payment flow.</a:t>
            </a:r>
          </a:p>
          <a:p>
            <a:pPr lvl="0"/>
            <a:r>
              <a:rPr lang="en-SG" sz="1800" dirty="0"/>
              <a:t>Distinguish authorisation, clearing and settlement.</a:t>
            </a:r>
          </a:p>
          <a:p>
            <a:endParaRPr lang="en-SG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A7B1832-DAD6-0411-07DA-0B086376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19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DC3A-B3CC-A34A-9D13-49EB05A1C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Worksheet </a:t>
            </a:r>
            <a:r>
              <a:rPr lang="en-US"/>
              <a:t>(Individual)</a:t>
            </a:r>
            <a:endParaRPr lang="en-US" dirty="0"/>
          </a:p>
          <a:p>
            <a:r>
              <a:rPr lang="en-SG" dirty="0">
                <a:highlight>
                  <a:srgbClr val="FFFF00"/>
                </a:highlight>
              </a:rPr>
              <a:t>Upload your deliverables to POLITEMALL even if it is incomplete before the next session. </a:t>
            </a:r>
          </a:p>
          <a:p>
            <a:r>
              <a:rPr lang="en-SG" dirty="0">
                <a:highlight>
                  <a:srgbClr val="FFFF00"/>
                </a:highlight>
              </a:rPr>
              <a:t>You can resubmit by 2359 if there are updates.</a:t>
            </a:r>
            <a:endParaRPr lang="en-SG" dirty="0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FCB9F3-C0C9-52BC-F86D-B270B542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Submissions</a:t>
            </a:r>
          </a:p>
        </p:txBody>
      </p:sp>
    </p:spTree>
    <p:extLst>
      <p:ext uri="{BB962C8B-B14F-4D97-AF65-F5344CB8AC3E}">
        <p14:creationId xmlns:p14="http://schemas.microsoft.com/office/powerpoint/2010/main" val="3935850767"/>
      </p:ext>
    </p:extLst>
  </p:cSld>
  <p:clrMapOvr>
    <a:masterClrMapping/>
  </p:clrMapOvr>
</p:sld>
</file>

<file path=ppt/theme/theme1.xml><?xml version="1.0" encoding="utf-8"?>
<a:theme xmlns:a="http://schemas.openxmlformats.org/drawingml/2006/main" name="RP PPT Slide Template (16-9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2353966-648b-4d4d-947c-91681590b078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RP PPT Slide Template (16-9)</Template>
  <TotalTime>2258</TotalTime>
  <Words>1537</Words>
  <Application>Microsoft Office PowerPoint</Application>
  <PresentationFormat>Widescreen</PresentationFormat>
  <Paragraphs>228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Arial Black</vt:lpstr>
      <vt:lpstr>Segoe UI</vt:lpstr>
      <vt:lpstr>RP PPT Slide Template (16-9)</vt:lpstr>
      <vt:lpstr>C372 Payment Technologies</vt:lpstr>
      <vt:lpstr>Administrative matters</vt:lpstr>
      <vt:lpstr>Lesson Objectives</vt:lpstr>
      <vt:lpstr>Kahoot Quiz</vt:lpstr>
      <vt:lpstr>Payment Systems</vt:lpstr>
      <vt:lpstr>Payment Systems</vt:lpstr>
      <vt:lpstr>Historical Evolution of Payment Systems</vt:lpstr>
      <vt:lpstr>Common Payment Methods</vt:lpstr>
      <vt:lpstr>Exercise 1</vt:lpstr>
      <vt:lpstr>How Digital Payments Move: Three Architectures</vt:lpstr>
      <vt:lpstr>Exercise 2</vt:lpstr>
      <vt:lpstr>SUGGESTED answer</vt:lpstr>
      <vt:lpstr>Overview of the Payments Ecosystem</vt:lpstr>
      <vt:lpstr>Payments Ecosystem in Singapore</vt:lpstr>
      <vt:lpstr>Key players</vt:lpstr>
      <vt:lpstr>A Payment Does Not Happen All at Once</vt:lpstr>
      <vt:lpstr>Exercise 3</vt:lpstr>
      <vt:lpstr>Exercise 3</vt:lpstr>
      <vt:lpstr>Emerging Trends in Payments</vt:lpstr>
      <vt:lpstr>Global Payment Systems Trends</vt:lpstr>
      <vt:lpstr>Global Payment Systems Trends</vt:lpstr>
      <vt:lpstr>CA1 Assessment</vt:lpstr>
      <vt:lpstr>CA1 Assessment</vt:lpstr>
      <vt:lpstr>CA1 SA3.0 Submission</vt:lpstr>
      <vt:lpstr>Installations and Setup*</vt:lpstr>
      <vt:lpstr>Summary</vt:lpstr>
      <vt:lpstr>Submissions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Magdalene Lim (RP)</dc:creator>
  <cp:lastModifiedBy>RANDY</cp:lastModifiedBy>
  <cp:revision>29</cp:revision>
  <dcterms:created xsi:type="dcterms:W3CDTF">2025-10-02T01:21:16Z</dcterms:created>
  <dcterms:modified xsi:type="dcterms:W3CDTF">2026-10-19T07:30:41Z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PPT Slide Template (16-9) (1):11</vt:lpwstr>
  </property>
  <property fmtid="{D5CDD505-2E9C-101B-9397-08002B2CF9AE}" pid="3" name="ClassificationContentMarkingHeaderText">
    <vt:lpwstr>Academic use</vt:lpwstr>
  </property>
</Properties>
</file>