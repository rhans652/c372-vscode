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2" r:id="rId5"/>
  </p:sldMasterIdLst>
  <p:notesMasterIdLst>
    <p:notesMasterId r:id="rId20"/>
  </p:notesMasterIdLst>
  <p:handoutMasterIdLst>
    <p:handoutMasterId r:id="rId21"/>
  </p:handoutMasterIdLst>
  <p:sldIdLst>
    <p:sldId id="504" r:id="rId6"/>
    <p:sldId id="564" r:id="rId7"/>
    <p:sldId id="575" r:id="rId8"/>
    <p:sldId id="598" r:id="rId9"/>
    <p:sldId id="576" r:id="rId10"/>
    <p:sldId id="577" r:id="rId11"/>
    <p:sldId id="599" r:id="rId12"/>
    <p:sldId id="566" r:id="rId13"/>
    <p:sldId id="586" r:id="rId14"/>
    <p:sldId id="587" r:id="rId15"/>
    <p:sldId id="595" r:id="rId16"/>
    <p:sldId id="591" r:id="rId17"/>
    <p:sldId id="600" r:id="rId18"/>
    <p:sldId id="5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8000"/>
    <a:srgbClr val="00CC00"/>
    <a:srgbClr val="E6550B"/>
    <a:srgbClr val="33CC33"/>
    <a:srgbClr val="00FF00"/>
    <a:srgbClr val="00FF99"/>
    <a:srgbClr val="003300"/>
    <a:srgbClr val="B2B2B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023373-658D-4727-83C8-92A3C9B97328}" v="2" dt="2026-10-25T02:39:47.5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88830" autoAdjust="0"/>
  </p:normalViewPr>
  <p:slideViewPr>
    <p:cSldViewPr snapToGrid="0" snapToObjects="1">
      <p:cViewPr varScale="1">
        <p:scale>
          <a:sx n="95" d="100"/>
          <a:sy n="95" d="100"/>
        </p:scale>
        <p:origin x="19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6" d="100"/>
          <a:sy n="56" d="100"/>
        </p:scale>
        <p:origin x="183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dalene Lim (RP)" userId="0d83deb8-e9a9-42ab-ae84-75cdb7b5bd8e" providerId="ADAL" clId="{F480144D-229B-4504-9707-A45AE5F79E10}"/>
    <pc:docChg chg="custSel delSld modSld">
      <pc:chgData name="Magdalene Lim (RP)" userId="0d83deb8-e9a9-42ab-ae84-75cdb7b5bd8e" providerId="ADAL" clId="{F480144D-229B-4504-9707-A45AE5F79E10}" dt="2026-10-25T02:49:50.283" v="346" actId="20577"/>
      <pc:docMkLst>
        <pc:docMk/>
      </pc:docMkLst>
      <pc:sldChg chg="modSp mod">
        <pc:chgData name="Magdalene Lim (RP)" userId="0d83deb8-e9a9-42ab-ae84-75cdb7b5bd8e" providerId="ADAL" clId="{F480144D-229B-4504-9707-A45AE5F79E10}" dt="2026-10-25T02:49:50.283" v="346" actId="20577"/>
        <pc:sldMkLst>
          <pc:docMk/>
          <pc:sldMk cId="1372294893" sldId="504"/>
        </pc:sldMkLst>
        <pc:spChg chg="mod">
          <ac:chgData name="Magdalene Lim (RP)" userId="0d83deb8-e9a9-42ab-ae84-75cdb7b5bd8e" providerId="ADAL" clId="{F480144D-229B-4504-9707-A45AE5F79E10}" dt="2026-10-25T02:49:50.283" v="346" actId="20577"/>
          <ac:spMkLst>
            <pc:docMk/>
            <pc:sldMk cId="1372294893" sldId="504"/>
            <ac:spMk id="3" creationId="{00000000-0000-0000-0000-000000000000}"/>
          </ac:spMkLst>
        </pc:spChg>
      </pc:sldChg>
      <pc:sldChg chg="modSp mod">
        <pc:chgData name="Magdalene Lim (RP)" userId="0d83deb8-e9a9-42ab-ae84-75cdb7b5bd8e" providerId="ADAL" clId="{F480144D-229B-4504-9707-A45AE5F79E10}" dt="2026-10-25T02:44:18.019" v="332" actId="20577"/>
        <pc:sldMkLst>
          <pc:docMk/>
          <pc:sldMk cId="2786075915" sldId="564"/>
        </pc:sldMkLst>
        <pc:spChg chg="mod">
          <ac:chgData name="Magdalene Lim (RP)" userId="0d83deb8-e9a9-42ab-ae84-75cdb7b5bd8e" providerId="ADAL" clId="{F480144D-229B-4504-9707-A45AE5F79E10}" dt="2026-10-25T02:33:52.617" v="47" actId="20577"/>
          <ac:spMkLst>
            <pc:docMk/>
            <pc:sldMk cId="2786075915" sldId="564"/>
            <ac:spMk id="2" creationId="{61DE5928-9690-4A0D-ACD1-85683F46D662}"/>
          </ac:spMkLst>
        </pc:spChg>
        <pc:spChg chg="mod">
          <ac:chgData name="Magdalene Lim (RP)" userId="0d83deb8-e9a9-42ab-ae84-75cdb7b5bd8e" providerId="ADAL" clId="{F480144D-229B-4504-9707-A45AE5F79E10}" dt="2026-10-25T02:44:18.019" v="332" actId="20577"/>
          <ac:spMkLst>
            <pc:docMk/>
            <pc:sldMk cId="2786075915" sldId="564"/>
            <ac:spMk id="3" creationId="{D975B9A1-9ED0-4119-ABC8-780172C45418}"/>
          </ac:spMkLst>
        </pc:spChg>
      </pc:sldChg>
      <pc:sldChg chg="modSp mod">
        <pc:chgData name="Magdalene Lim (RP)" userId="0d83deb8-e9a9-42ab-ae84-75cdb7b5bd8e" providerId="ADAL" clId="{F480144D-229B-4504-9707-A45AE5F79E10}" dt="2026-10-25T02:34:41.028" v="123" actId="20577"/>
        <pc:sldMkLst>
          <pc:docMk/>
          <pc:sldMk cId="517892321" sldId="575"/>
        </pc:sldMkLst>
        <pc:spChg chg="mod">
          <ac:chgData name="Magdalene Lim (RP)" userId="0d83deb8-e9a9-42ab-ae84-75cdb7b5bd8e" providerId="ADAL" clId="{F480144D-229B-4504-9707-A45AE5F79E10}" dt="2026-10-25T02:34:41.028" v="123" actId="20577"/>
          <ac:spMkLst>
            <pc:docMk/>
            <pc:sldMk cId="517892321" sldId="575"/>
            <ac:spMk id="3" creationId="{9E58678D-8A5A-4486-97CC-C64A0742FCC3}"/>
          </ac:spMkLst>
        </pc:spChg>
      </pc:sldChg>
      <pc:sldChg chg="modSp mod">
        <pc:chgData name="Magdalene Lim (RP)" userId="0d83deb8-e9a9-42ab-ae84-75cdb7b5bd8e" providerId="ADAL" clId="{F480144D-229B-4504-9707-A45AE5F79E10}" dt="2026-10-25T02:38:10.137" v="171" actId="5793"/>
        <pc:sldMkLst>
          <pc:docMk/>
          <pc:sldMk cId="3867541958" sldId="576"/>
        </pc:sldMkLst>
        <pc:spChg chg="mod">
          <ac:chgData name="Magdalene Lim (RP)" userId="0d83deb8-e9a9-42ab-ae84-75cdb7b5bd8e" providerId="ADAL" clId="{F480144D-229B-4504-9707-A45AE5F79E10}" dt="2026-10-25T02:38:10.137" v="171" actId="5793"/>
          <ac:spMkLst>
            <pc:docMk/>
            <pc:sldMk cId="3867541958" sldId="576"/>
            <ac:spMk id="3" creationId="{113A0D84-6BCF-4B91-8D52-B6E51D5A36D9}"/>
          </ac:spMkLst>
        </pc:spChg>
      </pc:sldChg>
      <pc:sldChg chg="modSp mod">
        <pc:chgData name="Magdalene Lim (RP)" userId="0d83deb8-e9a9-42ab-ae84-75cdb7b5bd8e" providerId="ADAL" clId="{F480144D-229B-4504-9707-A45AE5F79E10}" dt="2026-10-25T02:39:52.449" v="206" actId="20577"/>
        <pc:sldMkLst>
          <pc:docMk/>
          <pc:sldMk cId="963853273" sldId="577"/>
        </pc:sldMkLst>
        <pc:spChg chg="mod">
          <ac:chgData name="Magdalene Lim (RP)" userId="0d83deb8-e9a9-42ab-ae84-75cdb7b5bd8e" providerId="ADAL" clId="{F480144D-229B-4504-9707-A45AE5F79E10}" dt="2026-10-25T02:39:52.449" v="206" actId="20577"/>
          <ac:spMkLst>
            <pc:docMk/>
            <pc:sldMk cId="963853273" sldId="577"/>
            <ac:spMk id="3" creationId="{0504D14A-AD46-4247-A4AF-6E76312CF63D}"/>
          </ac:spMkLst>
        </pc:spChg>
      </pc:sldChg>
      <pc:sldChg chg="del">
        <pc:chgData name="Magdalene Lim (RP)" userId="0d83deb8-e9a9-42ab-ae84-75cdb7b5bd8e" providerId="ADAL" clId="{F480144D-229B-4504-9707-A45AE5F79E10}" dt="2026-10-25T02:40:08.327" v="207" actId="47"/>
        <pc:sldMkLst>
          <pc:docMk/>
          <pc:sldMk cId="3017997710" sldId="578"/>
        </pc:sldMkLst>
      </pc:sldChg>
      <pc:sldChg chg="modSp mod">
        <pc:chgData name="Magdalene Lim (RP)" userId="0d83deb8-e9a9-42ab-ae84-75cdb7b5bd8e" providerId="ADAL" clId="{F480144D-229B-4504-9707-A45AE5F79E10}" dt="2026-10-25T02:43:47.648" v="331" actId="6549"/>
        <pc:sldMkLst>
          <pc:docMk/>
          <pc:sldMk cId="346841122" sldId="591"/>
        </pc:sldMkLst>
        <pc:spChg chg="mod">
          <ac:chgData name="Magdalene Lim (RP)" userId="0d83deb8-e9a9-42ab-ae84-75cdb7b5bd8e" providerId="ADAL" clId="{F480144D-229B-4504-9707-A45AE5F79E10}" dt="2026-10-25T02:43:47.648" v="331" actId="6549"/>
          <ac:spMkLst>
            <pc:docMk/>
            <pc:sldMk cId="346841122" sldId="591"/>
            <ac:spMk id="3" creationId="{AD898233-AABA-4420-BD25-3642C3B6D12C}"/>
          </ac:spMkLst>
        </pc:spChg>
      </pc:sldChg>
      <pc:sldChg chg="delSp modSp mod">
        <pc:chgData name="Magdalene Lim (RP)" userId="0d83deb8-e9a9-42ab-ae84-75cdb7b5bd8e" providerId="ADAL" clId="{F480144D-229B-4504-9707-A45AE5F79E10}" dt="2026-10-25T02:43:27.947" v="330" actId="20577"/>
        <pc:sldMkLst>
          <pc:docMk/>
          <pc:sldMk cId="2095894402" sldId="595"/>
        </pc:sldMkLst>
        <pc:spChg chg="mod">
          <ac:chgData name="Magdalene Lim (RP)" userId="0d83deb8-e9a9-42ab-ae84-75cdb7b5bd8e" providerId="ADAL" clId="{F480144D-229B-4504-9707-A45AE5F79E10}" dt="2026-10-25T02:43:27.947" v="330" actId="20577"/>
          <ac:spMkLst>
            <pc:docMk/>
            <pc:sldMk cId="2095894402" sldId="595"/>
            <ac:spMk id="3" creationId="{699FF88F-0066-4FC7-887C-1D67C65CEF8D}"/>
          </ac:spMkLst>
        </pc:spChg>
        <pc:spChg chg="del mod">
          <ac:chgData name="Magdalene Lim (RP)" userId="0d83deb8-e9a9-42ab-ae84-75cdb7b5bd8e" providerId="ADAL" clId="{F480144D-229B-4504-9707-A45AE5F79E10}" dt="2026-10-25T02:42:52.232" v="318" actId="478"/>
          <ac:spMkLst>
            <pc:docMk/>
            <pc:sldMk cId="2095894402" sldId="595"/>
            <ac:spMk id="6" creationId="{ECC85C6C-AFFF-C5A7-D97E-62F158E6FDE1}"/>
          </ac:spMkLst>
        </pc:spChg>
      </pc:sldChg>
      <pc:sldChg chg="modSp mod">
        <pc:chgData name="Magdalene Lim (RP)" userId="0d83deb8-e9a9-42ab-ae84-75cdb7b5bd8e" providerId="ADAL" clId="{F480144D-229B-4504-9707-A45AE5F79E10}" dt="2026-10-25T02:44:39.191" v="333" actId="2710"/>
        <pc:sldMkLst>
          <pc:docMk/>
          <pc:sldMk cId="1271813775" sldId="598"/>
        </pc:sldMkLst>
        <pc:spChg chg="mod">
          <ac:chgData name="Magdalene Lim (RP)" userId="0d83deb8-e9a9-42ab-ae84-75cdb7b5bd8e" providerId="ADAL" clId="{F480144D-229B-4504-9707-A45AE5F79E10}" dt="2026-10-25T02:44:39.191" v="333" actId="2710"/>
          <ac:spMkLst>
            <pc:docMk/>
            <pc:sldMk cId="1271813775" sldId="598"/>
            <ac:spMk id="3" creationId="{9E58678D-8A5A-4486-97CC-C64A0742FCC3}"/>
          </ac:spMkLst>
        </pc:spChg>
      </pc:sldChg>
      <pc:sldChg chg="modSp mod">
        <pc:chgData name="Magdalene Lim (RP)" userId="0d83deb8-e9a9-42ab-ae84-75cdb7b5bd8e" providerId="ADAL" clId="{F480144D-229B-4504-9707-A45AE5F79E10}" dt="2026-10-25T02:45:58.071" v="336" actId="20577"/>
        <pc:sldMkLst>
          <pc:docMk/>
          <pc:sldMk cId="3709993676" sldId="600"/>
        </pc:sldMkLst>
        <pc:spChg chg="mod">
          <ac:chgData name="Magdalene Lim (RP)" userId="0d83deb8-e9a9-42ab-ae84-75cdb7b5bd8e" providerId="ADAL" clId="{F480144D-229B-4504-9707-A45AE5F79E10}" dt="2026-10-25T02:45:58.071" v="336" actId="20577"/>
          <ac:spMkLst>
            <pc:docMk/>
            <pc:sldMk cId="3709993676" sldId="600"/>
            <ac:spMk id="2" creationId="{C24B37F4-F764-0220-313F-78E4120D3C06}"/>
          </ac:spMkLst>
        </pc:spChg>
      </pc:sldChg>
      <pc:sldChg chg="del">
        <pc:chgData name="Magdalene Lim (RP)" userId="0d83deb8-e9a9-42ab-ae84-75cdb7b5bd8e" providerId="ADAL" clId="{F480144D-229B-4504-9707-A45AE5F79E10}" dt="2026-10-25T02:46:08.140" v="337" actId="47"/>
        <pc:sldMkLst>
          <pc:docMk/>
          <pc:sldMk cId="1921997991" sldId="60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D93482-9870-4B83-8682-D5465ABFF955}" type="datetimeFigureOut">
              <a:rPr lang="en-GB" smtClean="0"/>
              <a:t>25/10/2026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ED786D-039F-4B6F-987F-3811BA5D3497}" type="slidenum">
              <a:rPr lang="en-GB" smtClean="0"/>
              <a:t>‹#›</a:t>
            </a:fld>
            <a:endParaRPr lang="en-GB"/>
          </a:p>
        </p:txBody>
      </p:sp>
    </p:spTree>
    <p:extLst>
      <p:ext uri="{BB962C8B-B14F-4D97-AF65-F5344CB8AC3E}">
        <p14:creationId xmlns:p14="http://schemas.microsoft.com/office/powerpoint/2010/main" val="286547325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3075EF-0CED-44C8-AD17-1F7C32062854}" type="datetimeFigureOut">
              <a:rPr lang="en-US" smtClean="0"/>
              <a:t>10/25/2026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C9FC32-54EF-4535-8EE5-84A4CBDBC030}" type="slidenum">
              <a:rPr lang="en-US" smtClean="0"/>
              <a:t>‹#›</a:t>
            </a:fld>
            <a:endParaRPr lang="en-US"/>
          </a:p>
        </p:txBody>
      </p:sp>
    </p:spTree>
    <p:extLst>
      <p:ext uri="{BB962C8B-B14F-4D97-AF65-F5344CB8AC3E}">
        <p14:creationId xmlns:p14="http://schemas.microsoft.com/office/powerpoint/2010/main" val="972462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469217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823017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1960701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Tree>
    <p:extLst>
      <p:ext uri="{BB962C8B-B14F-4D97-AF65-F5344CB8AC3E}">
        <p14:creationId xmlns:p14="http://schemas.microsoft.com/office/powerpoint/2010/main" val="336829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SG" dirty="0"/>
          </a:p>
          <a:p>
            <a:pPr algn="l"/>
            <a:endParaRPr lang="en-SG" dirty="0"/>
          </a:p>
        </p:txBody>
      </p:sp>
    </p:spTree>
    <p:extLst>
      <p:ext uri="{BB962C8B-B14F-4D97-AF65-F5344CB8AC3E}">
        <p14:creationId xmlns:p14="http://schemas.microsoft.com/office/powerpoint/2010/main" val="16960699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9850" cy="6877388"/>
          </a:xfrm>
          <a:prstGeom prst="rect">
            <a:avLst/>
          </a:prstGeom>
        </p:spPr>
      </p:pic>
      <p:sp>
        <p:nvSpPr>
          <p:cNvPr id="2" name="Title 1"/>
          <p:cNvSpPr>
            <a:spLocks noGrp="1"/>
          </p:cNvSpPr>
          <p:nvPr>
            <p:ph type="ctrTitle" hasCustomPrompt="1"/>
          </p:nvPr>
        </p:nvSpPr>
        <p:spPr>
          <a:xfrm>
            <a:off x="1044004" y="1935042"/>
            <a:ext cx="5104098" cy="1360445"/>
          </a:xfrm>
          <a:prstGeom prst="rect">
            <a:avLst/>
          </a:prstGeom>
        </p:spPr>
        <p:txBody>
          <a:bodyPr anchor="t" anchorCtr="0">
            <a:normAutofit/>
          </a:bodyPr>
          <a:lstStyle>
            <a:lvl1pPr marL="0" algn="l">
              <a:lnSpc>
                <a:spcPts val="5000"/>
              </a:lnSpc>
              <a:spcBef>
                <a:spcPts val="0"/>
              </a:spcBef>
              <a:defRPr sz="5500" baseline="0">
                <a:solidFill>
                  <a:schemeClr val="bg1">
                    <a:lumMod val="50000"/>
                  </a:schemeClr>
                </a:solidFill>
                <a:latin typeface="Arial"/>
                <a:cs typeface="Arial"/>
              </a:defRPr>
            </a:lvl1pPr>
          </a:lstStyle>
          <a:p>
            <a:r>
              <a:rPr lang="en-US" dirty="0"/>
              <a:t>COVER PAGE</a:t>
            </a:r>
            <a:br>
              <a:rPr lang="en-US" dirty="0"/>
            </a:br>
            <a:r>
              <a:rPr lang="en-US" dirty="0"/>
              <a:t>TEMPLATE</a:t>
            </a:r>
          </a:p>
        </p:txBody>
      </p:sp>
      <p:pic>
        <p:nvPicPr>
          <p:cNvPr id="3" name="Picture 2"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
        <p:nvSpPr>
          <p:cNvPr id="6" name="Text Placeholder 5"/>
          <p:cNvSpPr>
            <a:spLocks noGrp="1"/>
          </p:cNvSpPr>
          <p:nvPr>
            <p:ph type="body" sz="quarter" idx="10" hasCustomPrompt="1"/>
          </p:nvPr>
        </p:nvSpPr>
        <p:spPr>
          <a:xfrm>
            <a:off x="1044004" y="3295487"/>
            <a:ext cx="5104098" cy="498475"/>
          </a:xfrm>
          <a:prstGeom prst="rect">
            <a:avLst/>
          </a:prstGeo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Sub header</a:t>
            </a:r>
          </a:p>
        </p:txBody>
      </p:sp>
      <p:pic>
        <p:nvPicPr>
          <p:cNvPr id="10242" name="Picture 2" descr="C:\Documents and Settings\xinjie\Desktop\RPSG Stuffs\Letterheads_hires\letterhead_logos.png"/>
          <p:cNvPicPr>
            <a:picLocks noChangeAspect="1" noChangeArrowheads="1"/>
          </p:cNvPicPr>
          <p:nvPr userDrawn="1"/>
        </p:nvPicPr>
        <p:blipFill>
          <a:blip r:embed="rId4"/>
          <a:srcRect/>
          <a:stretch>
            <a:fillRect/>
          </a:stretch>
        </p:blipFill>
        <p:spPr bwMode="auto">
          <a:xfrm>
            <a:off x="162560" y="6207760"/>
            <a:ext cx="4715969" cy="505426"/>
          </a:xfrm>
          <a:prstGeom prst="rect">
            <a:avLst/>
          </a:prstGeom>
          <a:noFill/>
        </p:spPr>
      </p:pic>
    </p:spTree>
    <p:extLst>
      <p:ext uri="{BB962C8B-B14F-4D97-AF65-F5344CB8AC3E}">
        <p14:creationId xmlns:p14="http://schemas.microsoft.com/office/powerpoint/2010/main" val="1975354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11" name="Title 1"/>
          <p:cNvSpPr>
            <a:spLocks noGrp="1"/>
          </p:cNvSpPr>
          <p:nvPr>
            <p:ph type="ctrTitle" hasCustomPrompt="1"/>
          </p:nvPr>
        </p:nvSpPr>
        <p:spPr>
          <a:xfrm>
            <a:off x="929704" y="2542980"/>
            <a:ext cx="5104098" cy="1236768"/>
          </a:xfrm>
          <a:prstGeom prst="rect">
            <a:avLst/>
          </a:prstGeom>
        </p:spPr>
        <p:txBody>
          <a:bodyPr anchor="t" anchorCtr="0">
            <a:normAutofit/>
          </a:bodyPr>
          <a:lstStyle>
            <a:lvl1pPr marL="0" algn="l">
              <a:lnSpc>
                <a:spcPts val="5000"/>
              </a:lnSpc>
              <a:spcBef>
                <a:spcPts val="0"/>
              </a:spcBef>
              <a:defRPr sz="5500" baseline="0">
                <a:solidFill>
                  <a:schemeClr val="bg1">
                    <a:lumMod val="50000"/>
                  </a:schemeClr>
                </a:solidFill>
                <a:latin typeface="Arial"/>
                <a:cs typeface="Arial"/>
              </a:defRPr>
            </a:lvl1pPr>
          </a:lstStyle>
          <a:p>
            <a:r>
              <a:rPr lang="en-US" dirty="0"/>
              <a:t>COVER PAGE</a:t>
            </a:r>
            <a:br>
              <a:rPr lang="en-US" dirty="0"/>
            </a:br>
            <a:r>
              <a:rPr lang="en-US" dirty="0"/>
              <a:t>TEMPLATE</a:t>
            </a:r>
          </a:p>
        </p:txBody>
      </p:sp>
      <p:sp>
        <p:nvSpPr>
          <p:cNvPr id="12" name="Text Placeholder 5"/>
          <p:cNvSpPr>
            <a:spLocks noGrp="1"/>
          </p:cNvSpPr>
          <p:nvPr>
            <p:ph type="body" sz="quarter" idx="10" hasCustomPrompt="1"/>
          </p:nvPr>
        </p:nvSpPr>
        <p:spPr>
          <a:xfrm>
            <a:off x="929704" y="3813445"/>
            <a:ext cx="5104098" cy="453159"/>
          </a:xfrm>
          <a:prstGeom prst="rect">
            <a:avLst/>
          </a:prstGeo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Sub header</a:t>
            </a:r>
          </a:p>
        </p:txBody>
      </p:sp>
      <p:pic>
        <p:nvPicPr>
          <p:cNvPr id="13" name="Picture 12"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Tree>
    <p:extLst>
      <p:ext uri="{BB962C8B-B14F-4D97-AF65-F5344CB8AC3E}">
        <p14:creationId xmlns:p14="http://schemas.microsoft.com/office/powerpoint/2010/main" val="2662864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4200"/>
              </a:lnSpc>
              <a:spcBef>
                <a:spcPts val="0"/>
              </a:spcBef>
              <a:defRPr sz="4300" baseline="0">
                <a:solidFill>
                  <a:schemeClr val="bg1">
                    <a:lumMod val="50000"/>
                  </a:schemeClr>
                </a:solidFill>
                <a:latin typeface="Arial"/>
                <a:cs typeface="Arial"/>
              </a:defRPr>
            </a:lvl1pPr>
          </a:lstStyle>
          <a:p>
            <a:r>
              <a:rPr lang="en-US" dirty="0"/>
              <a:t>CHAPTER DIVIDER</a:t>
            </a:r>
          </a:p>
        </p:txBody>
      </p:sp>
    </p:spTree>
    <p:extLst>
      <p:ext uri="{BB962C8B-B14F-4D97-AF65-F5344CB8AC3E}">
        <p14:creationId xmlns:p14="http://schemas.microsoft.com/office/powerpoint/2010/main" val="681507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2" name="Title 1"/>
          <p:cNvSpPr>
            <a:spLocks noGrp="1"/>
          </p:cNvSpPr>
          <p:nvPr>
            <p:ph type="title" hasCustomPrompt="1"/>
          </p:nvPr>
        </p:nvSpPr>
        <p:spPr>
          <a:xfrm>
            <a:off x="665610" y="893354"/>
            <a:ext cx="6211928" cy="604593"/>
          </a:xfrm>
          <a:prstGeom prst="rect">
            <a:avLst/>
          </a:prstGeom>
        </p:spPr>
        <p:txBody>
          <a:bodyPr>
            <a:normAutofit/>
          </a:bodyPr>
          <a:lstStyle>
            <a:lvl1pPr algn="l">
              <a:defRPr sz="3200" baseline="0">
                <a:solidFill>
                  <a:schemeClr val="bg1">
                    <a:lumMod val="50000"/>
                  </a:schemeClr>
                </a:solidFill>
                <a:latin typeface="Arial"/>
                <a:cs typeface="Arial"/>
              </a:defRPr>
            </a:lvl1pPr>
          </a:lstStyle>
          <a:p>
            <a:r>
              <a:rPr lang="en-US" dirty="0"/>
              <a:t>Header Copy</a:t>
            </a:r>
          </a:p>
        </p:txBody>
      </p:sp>
      <p:cxnSp>
        <p:nvCxnSpPr>
          <p:cNvPr id="7" name="Straight Connector 6"/>
          <p:cNvCxnSpPr/>
          <p:nvPr userDrawn="1"/>
        </p:nvCxnSpPr>
        <p:spPr>
          <a:xfrm flipV="1">
            <a:off x="665610" y="1496850"/>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5"/>
          <p:cNvSpPr>
            <a:spLocks noGrp="1"/>
          </p:cNvSpPr>
          <p:nvPr>
            <p:ph sz="quarter" idx="13"/>
          </p:nvPr>
        </p:nvSpPr>
        <p:spPr>
          <a:xfrm>
            <a:off x="665163" y="1651000"/>
            <a:ext cx="7477125" cy="3759200"/>
          </a:xfrm>
          <a:prstGeom prst="rect">
            <a:avLst/>
          </a:prstGeom>
        </p:spPr>
        <p:txBody>
          <a:bodyPr/>
          <a:lstStyle>
            <a:lvl1pPr>
              <a:defRPr sz="2400"/>
            </a:lvl1pPr>
            <a:lvl2pPr marL="742950" indent="-285750">
              <a:buFont typeface="Arial" pitchFamily="34" charset="0"/>
              <a:buChar char="•"/>
              <a:defRPr sz="2000"/>
            </a:lvl2pPr>
            <a:lvl3pPr>
              <a:defRPr sz="2000"/>
            </a:lvl3pPr>
            <a:lvl4pPr marL="1600200" indent="-228600">
              <a:buFont typeface="Arial" pitchFamily="34" charset="0"/>
              <a:buChar char="•"/>
              <a:defRPr sz="2000"/>
            </a:lvl4pPr>
            <a:lvl5pPr marL="2057400" indent="-228600">
              <a:buFont typeface="Arial"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3"/>
          <p:cNvSpPr>
            <a:spLocks noGrp="1"/>
          </p:cNvSpPr>
          <p:nvPr>
            <p:ph type="ftr" sz="quarter" idx="11"/>
          </p:nvPr>
        </p:nvSpPr>
        <p:spPr>
          <a:xfrm>
            <a:off x="2884528" y="6449238"/>
            <a:ext cx="2895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endParaRPr lang="en-US" dirty="0"/>
          </a:p>
        </p:txBody>
      </p:sp>
      <p:sp>
        <p:nvSpPr>
          <p:cNvPr id="10" name="Slide Number Placeholder 4"/>
          <p:cNvSpPr>
            <a:spLocks noGrp="1"/>
          </p:cNvSpPr>
          <p:nvPr>
            <p:ph type="sldNum" sz="quarter" idx="12"/>
          </p:nvPr>
        </p:nvSpPr>
        <p:spPr>
          <a:xfrm>
            <a:off x="8409028" y="6449238"/>
            <a:ext cx="2133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fld id="{6767FADE-2612-3649-B495-F644A23F288B}" type="slidenum">
              <a:rPr lang="en-US" smtClean="0"/>
              <a:pPr/>
              <a:t>‹#›</a:t>
            </a:fld>
            <a:endParaRPr lang="en-US"/>
          </a:p>
        </p:txBody>
      </p:sp>
      <p:pic>
        <p:nvPicPr>
          <p:cNvPr id="12" name="Picture 11"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Tree>
    <p:extLst>
      <p:ext uri="{BB962C8B-B14F-4D97-AF65-F5344CB8AC3E}">
        <p14:creationId xmlns:p14="http://schemas.microsoft.com/office/powerpoint/2010/main" val="1495844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3" name="Title 1"/>
          <p:cNvSpPr>
            <a:spLocks noGrp="1"/>
          </p:cNvSpPr>
          <p:nvPr>
            <p:ph type="title" hasCustomPrompt="1"/>
          </p:nvPr>
        </p:nvSpPr>
        <p:spPr>
          <a:xfrm>
            <a:off x="665610" y="893354"/>
            <a:ext cx="6211928" cy="604593"/>
          </a:xfrm>
          <a:prstGeom prst="rect">
            <a:avLst/>
          </a:prstGeom>
        </p:spPr>
        <p:txBody>
          <a:bodyPr>
            <a:normAutofit/>
          </a:bodyPr>
          <a:lstStyle>
            <a:lvl1pPr algn="l">
              <a:defRPr sz="3200" baseline="0">
                <a:solidFill>
                  <a:schemeClr val="bg1">
                    <a:lumMod val="50000"/>
                  </a:schemeClr>
                </a:solidFill>
                <a:latin typeface="Arial"/>
                <a:cs typeface="Arial"/>
              </a:defRPr>
            </a:lvl1pPr>
          </a:lstStyle>
          <a:p>
            <a:r>
              <a:rPr lang="en-US" dirty="0"/>
              <a:t>Header Copy</a:t>
            </a:r>
          </a:p>
        </p:txBody>
      </p:sp>
      <p:sp>
        <p:nvSpPr>
          <p:cNvPr id="4" name="Footer Placeholder 3"/>
          <p:cNvSpPr>
            <a:spLocks noGrp="1"/>
          </p:cNvSpPr>
          <p:nvPr>
            <p:ph type="ftr" sz="quarter" idx="11"/>
          </p:nvPr>
        </p:nvSpPr>
        <p:spPr>
          <a:xfrm>
            <a:off x="2884528" y="6449238"/>
            <a:ext cx="2895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endParaRPr lang="en-US" dirty="0"/>
          </a:p>
        </p:txBody>
      </p:sp>
      <p:sp>
        <p:nvSpPr>
          <p:cNvPr id="5" name="Slide Number Placeholder 4"/>
          <p:cNvSpPr>
            <a:spLocks noGrp="1"/>
          </p:cNvSpPr>
          <p:nvPr>
            <p:ph type="sldNum" sz="quarter" idx="12"/>
          </p:nvPr>
        </p:nvSpPr>
        <p:spPr>
          <a:xfrm>
            <a:off x="8409028" y="6449238"/>
            <a:ext cx="2133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fld id="{6767FADE-2612-3649-B495-F644A23F288B}" type="slidenum">
              <a:rPr lang="en-US" smtClean="0"/>
              <a:pPr/>
              <a:t>‹#›</a:t>
            </a:fld>
            <a:endParaRPr lang="en-US"/>
          </a:p>
        </p:txBody>
      </p:sp>
      <p:cxnSp>
        <p:nvCxnSpPr>
          <p:cNvPr id="6" name="Straight Connector 5"/>
          <p:cNvCxnSpPr/>
          <p:nvPr userDrawn="1"/>
        </p:nvCxnSpPr>
        <p:spPr>
          <a:xfrm flipV="1">
            <a:off x="665610" y="1496850"/>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7" name="Picture 6" descr="logo.png"/>
          <p:cNvPicPr>
            <a:picLocks noChangeAspect="1"/>
          </p:cNvPicPr>
          <p:nvPr userDrawn="1"/>
        </p:nvPicPr>
        <p:blipFill rotWithShape="1">
          <a:blip r:embed="rId3">
            <a:extLst>
              <a:ext uri="{28A0092B-C50C-407E-A947-70E740481C1C}">
                <a14:useLocalDpi xmlns:a14="http://schemas.microsoft.com/office/drawing/2010/main" val="0"/>
              </a:ext>
            </a:extLst>
          </a:blip>
          <a:srcRect r="72476"/>
          <a:stretch/>
        </p:blipFill>
        <p:spPr>
          <a:xfrm>
            <a:off x="8142438" y="462074"/>
            <a:ext cx="343768" cy="404131"/>
          </a:xfrm>
          <a:prstGeom prst="rect">
            <a:avLst/>
          </a:prstGeom>
        </p:spPr>
      </p:pic>
      <p:sp>
        <p:nvSpPr>
          <p:cNvPr id="8" name="Content Placeholder 5"/>
          <p:cNvSpPr>
            <a:spLocks noGrp="1"/>
          </p:cNvSpPr>
          <p:nvPr>
            <p:ph sz="quarter" idx="13"/>
          </p:nvPr>
        </p:nvSpPr>
        <p:spPr>
          <a:xfrm>
            <a:off x="665163" y="1651000"/>
            <a:ext cx="4071937" cy="3759200"/>
          </a:xfrm>
          <a:prstGeom prst="rect">
            <a:avLst/>
          </a:prstGeom>
        </p:spPr>
        <p:txBody>
          <a:bodyPr/>
          <a:lstStyle>
            <a:lvl1pPr>
              <a:defRPr sz="2400"/>
            </a:lvl1pPr>
            <a:lvl2pPr marL="742950" indent="-285750">
              <a:buFont typeface="Arial" pitchFamily="34" charset="0"/>
              <a:buChar char="•"/>
              <a:defRPr sz="2000"/>
            </a:lvl2pPr>
            <a:lvl3pPr>
              <a:defRPr sz="2000"/>
            </a:lvl3pPr>
            <a:lvl4pPr marL="1600200" indent="-228600">
              <a:buFont typeface="Arial" pitchFamily="34" charset="0"/>
              <a:buChar char="•"/>
              <a:defRPr sz="2000"/>
            </a:lvl4pPr>
            <a:lvl5pPr marL="2057400" indent="-228600">
              <a:buFont typeface="Arial"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Chart Placeholder 9"/>
          <p:cNvSpPr>
            <a:spLocks noGrp="1"/>
          </p:cNvSpPr>
          <p:nvPr>
            <p:ph type="chart" sz="quarter" idx="14"/>
          </p:nvPr>
        </p:nvSpPr>
        <p:spPr>
          <a:xfrm>
            <a:off x="4927600" y="1651000"/>
            <a:ext cx="3558606" cy="3759200"/>
          </a:xfrm>
          <a:prstGeom prst="rect">
            <a:avLst/>
          </a:prstGeom>
        </p:spPr>
        <p:txBody>
          <a:bodyPr/>
          <a:lstStyle>
            <a:lvl1pPr>
              <a:defRPr sz="2400"/>
            </a:lvl1pPr>
          </a:lstStyle>
          <a:p>
            <a:endParaRPr lang="en-GB"/>
          </a:p>
        </p:txBody>
      </p:sp>
    </p:spTree>
    <p:extLst>
      <p:ext uri="{BB962C8B-B14F-4D97-AF65-F5344CB8AC3E}">
        <p14:creationId xmlns:p14="http://schemas.microsoft.com/office/powerpoint/2010/main" val="2742491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3" name="Title 1"/>
          <p:cNvSpPr>
            <a:spLocks noGrp="1"/>
          </p:cNvSpPr>
          <p:nvPr>
            <p:ph type="title" hasCustomPrompt="1"/>
          </p:nvPr>
        </p:nvSpPr>
        <p:spPr>
          <a:xfrm>
            <a:off x="665610" y="893354"/>
            <a:ext cx="6211928" cy="604593"/>
          </a:xfrm>
          <a:prstGeom prst="rect">
            <a:avLst/>
          </a:prstGeom>
        </p:spPr>
        <p:txBody>
          <a:bodyPr>
            <a:normAutofit/>
          </a:bodyPr>
          <a:lstStyle>
            <a:lvl1pPr algn="l">
              <a:defRPr sz="3200" baseline="0">
                <a:solidFill>
                  <a:schemeClr val="bg1">
                    <a:lumMod val="50000"/>
                  </a:schemeClr>
                </a:solidFill>
                <a:latin typeface="Arial"/>
                <a:cs typeface="Arial"/>
              </a:defRPr>
            </a:lvl1pPr>
          </a:lstStyle>
          <a:p>
            <a:r>
              <a:rPr lang="en-US" dirty="0"/>
              <a:t>Header Copy</a:t>
            </a:r>
          </a:p>
        </p:txBody>
      </p:sp>
      <p:cxnSp>
        <p:nvCxnSpPr>
          <p:cNvPr id="6" name="Straight Connector 5"/>
          <p:cNvCxnSpPr/>
          <p:nvPr userDrawn="1"/>
        </p:nvCxnSpPr>
        <p:spPr>
          <a:xfrm flipV="1">
            <a:off x="665610" y="1496850"/>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7" name="Picture 6" descr="logo.png"/>
          <p:cNvPicPr>
            <a:picLocks noChangeAspect="1"/>
          </p:cNvPicPr>
          <p:nvPr userDrawn="1"/>
        </p:nvPicPr>
        <p:blipFill rotWithShape="1">
          <a:blip r:embed="rId3">
            <a:extLst>
              <a:ext uri="{28A0092B-C50C-407E-A947-70E740481C1C}">
                <a14:useLocalDpi xmlns:a14="http://schemas.microsoft.com/office/drawing/2010/main" val="0"/>
              </a:ext>
            </a:extLst>
          </a:blip>
          <a:srcRect r="72476"/>
          <a:stretch/>
        </p:blipFill>
        <p:spPr>
          <a:xfrm>
            <a:off x="8142438" y="462074"/>
            <a:ext cx="343768" cy="404131"/>
          </a:xfrm>
          <a:prstGeom prst="rect">
            <a:avLst/>
          </a:prstGeom>
        </p:spPr>
      </p:pic>
      <p:sp>
        <p:nvSpPr>
          <p:cNvPr id="8" name="Content Placeholder 5"/>
          <p:cNvSpPr>
            <a:spLocks noGrp="1"/>
          </p:cNvSpPr>
          <p:nvPr>
            <p:ph sz="quarter" idx="13"/>
          </p:nvPr>
        </p:nvSpPr>
        <p:spPr>
          <a:xfrm>
            <a:off x="665163" y="1651000"/>
            <a:ext cx="4071937" cy="3759200"/>
          </a:xfrm>
          <a:prstGeom prst="rect">
            <a:avLst/>
          </a:prstGeom>
        </p:spPr>
        <p:txBody>
          <a:bodyPr/>
          <a:lstStyle>
            <a:lvl1pPr>
              <a:defRPr sz="2400"/>
            </a:lvl1pPr>
            <a:lvl2pPr marL="742950" indent="-285750">
              <a:buFont typeface="Arial" pitchFamily="34" charset="0"/>
              <a:buChar char="•"/>
              <a:defRPr sz="2000"/>
            </a:lvl2pPr>
            <a:lvl3pPr>
              <a:defRPr sz="2000"/>
            </a:lvl3pPr>
            <a:lvl4pPr marL="1600200" indent="-228600">
              <a:buFont typeface="Arial" pitchFamily="34" charset="0"/>
              <a:buChar char="•"/>
              <a:defRPr sz="2000"/>
            </a:lvl4pPr>
            <a:lvl5pPr marL="2057400" indent="-228600">
              <a:buFont typeface="Arial"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Picture Placeholder 10"/>
          <p:cNvSpPr>
            <a:spLocks noGrp="1"/>
          </p:cNvSpPr>
          <p:nvPr>
            <p:ph type="pic" sz="quarter" idx="14"/>
          </p:nvPr>
        </p:nvSpPr>
        <p:spPr>
          <a:xfrm>
            <a:off x="4876800" y="1651000"/>
            <a:ext cx="3609975" cy="3759200"/>
          </a:xfrm>
          <a:prstGeom prst="rect">
            <a:avLst/>
          </a:prstGeom>
        </p:spPr>
        <p:txBody>
          <a:bodyPr/>
          <a:lstStyle>
            <a:lvl1pPr>
              <a:defRPr sz="2400"/>
            </a:lvl1pPr>
          </a:lstStyle>
          <a:p>
            <a:endParaRPr lang="en-GB"/>
          </a:p>
        </p:txBody>
      </p:sp>
      <p:sp>
        <p:nvSpPr>
          <p:cNvPr id="10" name="Footer Placeholder 3"/>
          <p:cNvSpPr>
            <a:spLocks noGrp="1"/>
          </p:cNvSpPr>
          <p:nvPr>
            <p:ph type="ftr" sz="quarter" idx="11"/>
          </p:nvPr>
        </p:nvSpPr>
        <p:spPr>
          <a:xfrm>
            <a:off x="2884528" y="6449238"/>
            <a:ext cx="2895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endParaRPr lang="en-US" dirty="0"/>
          </a:p>
        </p:txBody>
      </p:sp>
      <p:sp>
        <p:nvSpPr>
          <p:cNvPr id="12" name="Slide Number Placeholder 4"/>
          <p:cNvSpPr>
            <a:spLocks noGrp="1"/>
          </p:cNvSpPr>
          <p:nvPr>
            <p:ph type="sldNum" sz="quarter" idx="12"/>
          </p:nvPr>
        </p:nvSpPr>
        <p:spPr>
          <a:xfrm>
            <a:off x="8409028" y="6449238"/>
            <a:ext cx="2133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fld id="{6767FADE-2612-3649-B495-F644A23F288B}" type="slidenum">
              <a:rPr lang="en-US" smtClean="0"/>
              <a:pPr/>
              <a:t>‹#›</a:t>
            </a:fld>
            <a:endParaRPr lang="en-US"/>
          </a:p>
        </p:txBody>
      </p:sp>
    </p:spTree>
    <p:extLst>
      <p:ext uri="{BB962C8B-B14F-4D97-AF65-F5344CB8AC3E}">
        <p14:creationId xmlns:p14="http://schemas.microsoft.com/office/powerpoint/2010/main" val="3681066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3" name="Title 1"/>
          <p:cNvSpPr>
            <a:spLocks noGrp="1"/>
          </p:cNvSpPr>
          <p:nvPr>
            <p:ph type="title" hasCustomPrompt="1"/>
          </p:nvPr>
        </p:nvSpPr>
        <p:spPr>
          <a:xfrm>
            <a:off x="665610" y="893354"/>
            <a:ext cx="6211928" cy="604593"/>
          </a:xfrm>
          <a:prstGeom prst="rect">
            <a:avLst/>
          </a:prstGeom>
        </p:spPr>
        <p:txBody>
          <a:bodyPr>
            <a:normAutofit/>
          </a:bodyPr>
          <a:lstStyle>
            <a:lvl1pPr algn="l">
              <a:defRPr sz="3200" baseline="0">
                <a:solidFill>
                  <a:schemeClr val="bg1">
                    <a:lumMod val="50000"/>
                  </a:schemeClr>
                </a:solidFill>
                <a:latin typeface="Arial"/>
                <a:cs typeface="Arial"/>
              </a:defRPr>
            </a:lvl1pPr>
          </a:lstStyle>
          <a:p>
            <a:r>
              <a:rPr lang="en-US" dirty="0"/>
              <a:t>Header Copy</a:t>
            </a:r>
          </a:p>
        </p:txBody>
      </p:sp>
      <p:cxnSp>
        <p:nvCxnSpPr>
          <p:cNvPr id="6" name="Straight Connector 5"/>
          <p:cNvCxnSpPr/>
          <p:nvPr userDrawn="1"/>
        </p:nvCxnSpPr>
        <p:spPr>
          <a:xfrm flipV="1">
            <a:off x="665610" y="1496850"/>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7" name="Picture 6" descr="logo.png"/>
          <p:cNvPicPr>
            <a:picLocks noChangeAspect="1"/>
          </p:cNvPicPr>
          <p:nvPr userDrawn="1"/>
        </p:nvPicPr>
        <p:blipFill rotWithShape="1">
          <a:blip r:embed="rId3">
            <a:extLst>
              <a:ext uri="{28A0092B-C50C-407E-A947-70E740481C1C}">
                <a14:useLocalDpi xmlns:a14="http://schemas.microsoft.com/office/drawing/2010/main" val="0"/>
              </a:ext>
            </a:extLst>
          </a:blip>
          <a:srcRect r="72476"/>
          <a:stretch/>
        </p:blipFill>
        <p:spPr>
          <a:xfrm>
            <a:off x="8142438" y="462074"/>
            <a:ext cx="343768" cy="404131"/>
          </a:xfrm>
          <a:prstGeom prst="rect">
            <a:avLst/>
          </a:prstGeom>
        </p:spPr>
      </p:pic>
      <p:sp>
        <p:nvSpPr>
          <p:cNvPr id="8" name="Content Placeholder 5"/>
          <p:cNvSpPr>
            <a:spLocks noGrp="1"/>
          </p:cNvSpPr>
          <p:nvPr>
            <p:ph sz="quarter" idx="13"/>
          </p:nvPr>
        </p:nvSpPr>
        <p:spPr>
          <a:xfrm>
            <a:off x="665163" y="1651000"/>
            <a:ext cx="4071937" cy="3759200"/>
          </a:xfrm>
          <a:prstGeom prst="rect">
            <a:avLst/>
          </a:prstGeom>
        </p:spPr>
        <p:txBody>
          <a:bodyPr/>
          <a:lstStyle>
            <a:lvl1pPr>
              <a:defRPr sz="2400"/>
            </a:lvl1pPr>
            <a:lvl2pPr marL="742950" indent="-285750">
              <a:buFont typeface="Arial" pitchFamily="34" charset="0"/>
              <a:buChar char="•"/>
              <a:defRPr sz="2000"/>
            </a:lvl2pPr>
            <a:lvl3pPr>
              <a:defRPr sz="2000"/>
            </a:lvl3pPr>
            <a:lvl4pPr marL="1600200" indent="-228600">
              <a:buFont typeface="Arial" pitchFamily="34" charset="0"/>
              <a:buChar char="•"/>
              <a:defRPr sz="2000"/>
            </a:lvl4pPr>
            <a:lvl5pPr marL="2057400" indent="-228600">
              <a:buFont typeface="Arial"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able Placeholder 8"/>
          <p:cNvSpPr>
            <a:spLocks noGrp="1"/>
          </p:cNvSpPr>
          <p:nvPr>
            <p:ph type="tbl" sz="quarter" idx="14"/>
          </p:nvPr>
        </p:nvSpPr>
        <p:spPr>
          <a:xfrm>
            <a:off x="4851400" y="1651000"/>
            <a:ext cx="3635375" cy="3759200"/>
          </a:xfrm>
          <a:prstGeom prst="rect">
            <a:avLst/>
          </a:prstGeom>
        </p:spPr>
        <p:txBody>
          <a:bodyPr/>
          <a:lstStyle>
            <a:lvl1pPr>
              <a:defRPr sz="2400"/>
            </a:lvl1pPr>
          </a:lstStyle>
          <a:p>
            <a:endParaRPr lang="en-GB"/>
          </a:p>
        </p:txBody>
      </p:sp>
    </p:spTree>
    <p:extLst>
      <p:ext uri="{BB962C8B-B14F-4D97-AF65-F5344CB8AC3E}">
        <p14:creationId xmlns:p14="http://schemas.microsoft.com/office/powerpoint/2010/main" val="398213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3" name="Title 1"/>
          <p:cNvSpPr>
            <a:spLocks noGrp="1"/>
          </p:cNvSpPr>
          <p:nvPr>
            <p:ph type="title" hasCustomPrompt="1"/>
          </p:nvPr>
        </p:nvSpPr>
        <p:spPr>
          <a:xfrm>
            <a:off x="665610" y="893354"/>
            <a:ext cx="6211928" cy="604593"/>
          </a:xfrm>
          <a:prstGeom prst="rect">
            <a:avLst/>
          </a:prstGeom>
        </p:spPr>
        <p:txBody>
          <a:bodyPr>
            <a:normAutofit/>
          </a:bodyPr>
          <a:lstStyle>
            <a:lvl1pPr algn="l">
              <a:defRPr sz="3200" baseline="0">
                <a:solidFill>
                  <a:schemeClr val="bg1">
                    <a:lumMod val="50000"/>
                  </a:schemeClr>
                </a:solidFill>
                <a:latin typeface="Arial"/>
                <a:cs typeface="Arial"/>
              </a:defRPr>
            </a:lvl1pPr>
          </a:lstStyle>
          <a:p>
            <a:r>
              <a:rPr lang="en-US" dirty="0"/>
              <a:t>Header Copy</a:t>
            </a:r>
          </a:p>
        </p:txBody>
      </p:sp>
      <p:cxnSp>
        <p:nvCxnSpPr>
          <p:cNvPr id="6" name="Straight Connector 5"/>
          <p:cNvCxnSpPr/>
          <p:nvPr userDrawn="1"/>
        </p:nvCxnSpPr>
        <p:spPr>
          <a:xfrm flipV="1">
            <a:off x="665610" y="1496850"/>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7" name="Picture 6" descr="logo.png"/>
          <p:cNvPicPr>
            <a:picLocks noChangeAspect="1"/>
          </p:cNvPicPr>
          <p:nvPr userDrawn="1"/>
        </p:nvPicPr>
        <p:blipFill rotWithShape="1">
          <a:blip r:embed="rId3">
            <a:extLst>
              <a:ext uri="{28A0092B-C50C-407E-A947-70E740481C1C}">
                <a14:useLocalDpi xmlns:a14="http://schemas.microsoft.com/office/drawing/2010/main" val="0"/>
              </a:ext>
            </a:extLst>
          </a:blip>
          <a:srcRect r="72476"/>
          <a:stretch/>
        </p:blipFill>
        <p:spPr>
          <a:xfrm>
            <a:off x="8142438" y="462074"/>
            <a:ext cx="343768" cy="404131"/>
          </a:xfrm>
          <a:prstGeom prst="rect">
            <a:avLst/>
          </a:prstGeom>
        </p:spPr>
      </p:pic>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3"/>
          <p:cNvSpPr>
            <a:spLocks noGrp="1"/>
          </p:cNvSpPr>
          <p:nvPr>
            <p:ph type="ftr" sz="quarter" idx="11"/>
          </p:nvPr>
        </p:nvSpPr>
        <p:spPr>
          <a:xfrm>
            <a:off x="2884528" y="6449238"/>
            <a:ext cx="2895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endParaRPr lang="en-US" dirty="0"/>
          </a:p>
        </p:txBody>
      </p:sp>
      <p:sp>
        <p:nvSpPr>
          <p:cNvPr id="9" name="Slide Number Placeholder 4"/>
          <p:cNvSpPr>
            <a:spLocks noGrp="1"/>
          </p:cNvSpPr>
          <p:nvPr>
            <p:ph type="sldNum" sz="quarter" idx="12"/>
          </p:nvPr>
        </p:nvSpPr>
        <p:spPr>
          <a:xfrm>
            <a:off x="8409028" y="6449238"/>
            <a:ext cx="2133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fld id="{6767FADE-2612-3649-B495-F644A23F288B}" type="slidenum">
              <a:rPr lang="en-US" smtClean="0"/>
              <a:pPr/>
              <a:t>‹#›</a:t>
            </a:fld>
            <a:endParaRPr lang="en-US"/>
          </a:p>
        </p:txBody>
      </p:sp>
    </p:spTree>
    <p:extLst>
      <p:ext uri="{BB962C8B-B14F-4D97-AF65-F5344CB8AC3E}">
        <p14:creationId xmlns:p14="http://schemas.microsoft.com/office/powerpoint/2010/main" val="334968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pic>
        <p:nvPicPr>
          <p:cNvPr id="7" name="Picture 6" descr="logo.png"/>
          <p:cNvPicPr>
            <a:picLocks noChangeAspect="1"/>
          </p:cNvPicPr>
          <p:nvPr userDrawn="1"/>
        </p:nvPicPr>
        <p:blipFill rotWithShape="1">
          <a:blip r:embed="rId3">
            <a:extLst>
              <a:ext uri="{28A0092B-C50C-407E-A947-70E740481C1C}">
                <a14:useLocalDpi xmlns:a14="http://schemas.microsoft.com/office/drawing/2010/main" val="0"/>
              </a:ext>
            </a:extLst>
          </a:blip>
          <a:srcRect r="72476"/>
          <a:stretch/>
        </p:blipFill>
        <p:spPr>
          <a:xfrm>
            <a:off x="8142438" y="462074"/>
            <a:ext cx="343768" cy="404131"/>
          </a:xfrm>
          <a:prstGeom prst="rect">
            <a:avLst/>
          </a:prstGeom>
        </p:spPr>
      </p:pic>
      <p:sp>
        <p:nvSpPr>
          <p:cNvPr id="10" name="Text Placeholder 9"/>
          <p:cNvSpPr>
            <a:spLocks noGrp="1"/>
          </p:cNvSpPr>
          <p:nvPr>
            <p:ph type="body" sz="quarter" idx="13" hasCustomPrompt="1"/>
          </p:nvPr>
        </p:nvSpPr>
        <p:spPr>
          <a:xfrm>
            <a:off x="914400" y="2697163"/>
            <a:ext cx="7571806" cy="3025262"/>
          </a:xfrm>
          <a:prstGeom prst="rect">
            <a:avLst/>
          </a:prstGeom>
        </p:spPr>
        <p:txBody>
          <a:bodyPr/>
          <a:lstStyle>
            <a:lvl1pPr marL="0" indent="0">
              <a:buFontTx/>
              <a:buNone/>
              <a:defRPr sz="4000">
                <a:solidFill>
                  <a:schemeClr val="bg1">
                    <a:lumMod val="50000"/>
                  </a:schemeClr>
                </a:solidFill>
              </a:defRPr>
            </a:lvl1pPr>
            <a:lvl2pPr marL="0" indent="0">
              <a:buFontTx/>
              <a:buNone/>
              <a:defRPr sz="2400" b="0">
                <a:solidFill>
                  <a:srgbClr val="E6550B"/>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dirty="0"/>
              <a:t>THANK YOU!</a:t>
            </a:r>
          </a:p>
          <a:p>
            <a:pPr lvl="1"/>
            <a:r>
              <a:rPr lang="en-US" dirty="0"/>
              <a:t>Second level (speaker name)</a:t>
            </a:r>
            <a:endParaRPr lang="en-GB" dirty="0"/>
          </a:p>
        </p:txBody>
      </p:sp>
    </p:spTree>
    <p:extLst>
      <p:ext uri="{BB962C8B-B14F-4D97-AF65-F5344CB8AC3E}">
        <p14:creationId xmlns:p14="http://schemas.microsoft.com/office/powerpoint/2010/main" val="1746266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ver P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51" y="12033"/>
            <a:ext cx="9169851" cy="6877388"/>
          </a:xfrm>
          <a:prstGeom prst="rect">
            <a:avLst/>
          </a:prstGeom>
        </p:spPr>
      </p:pic>
      <p:sp>
        <p:nvSpPr>
          <p:cNvPr id="2" name="Title 1"/>
          <p:cNvSpPr>
            <a:spLocks noGrp="1"/>
          </p:cNvSpPr>
          <p:nvPr>
            <p:ph type="ctrTitle" hasCustomPrompt="1"/>
          </p:nvPr>
        </p:nvSpPr>
        <p:spPr>
          <a:xfrm>
            <a:off x="1495580" y="1935042"/>
            <a:ext cx="5104098" cy="1360445"/>
          </a:xfrm>
          <a:prstGeom prst="rect">
            <a:avLst/>
          </a:prstGeom>
        </p:spPr>
        <p:txBody>
          <a:bodyPr anchor="t" anchorCtr="0">
            <a:normAutofit/>
          </a:bodyPr>
          <a:lstStyle>
            <a:lvl1pPr marL="0" algn="l">
              <a:lnSpc>
                <a:spcPts val="5000"/>
              </a:lnSpc>
              <a:spcBef>
                <a:spcPts val="0"/>
              </a:spcBef>
              <a:defRPr sz="5500" baseline="0">
                <a:solidFill>
                  <a:srgbClr val="6DB310"/>
                </a:solidFill>
                <a:latin typeface="Arial"/>
                <a:cs typeface="Arial"/>
              </a:defRPr>
            </a:lvl1pPr>
          </a:lstStyle>
          <a:p>
            <a:r>
              <a:rPr lang="en-US" dirty="0"/>
              <a:t>COVER PAGE</a:t>
            </a:r>
            <a:br>
              <a:rPr lang="en-US" dirty="0"/>
            </a:br>
            <a:r>
              <a:rPr lang="en-US" dirty="0"/>
              <a:t>TEMPLATE</a:t>
            </a:r>
          </a:p>
        </p:txBody>
      </p:sp>
      <p:pic>
        <p:nvPicPr>
          <p:cNvPr id="3" name="Picture 2"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
        <p:nvSpPr>
          <p:cNvPr id="6" name="Text Placeholder 5"/>
          <p:cNvSpPr>
            <a:spLocks noGrp="1"/>
          </p:cNvSpPr>
          <p:nvPr>
            <p:ph type="body" sz="quarter" idx="10" hasCustomPrompt="1"/>
          </p:nvPr>
        </p:nvSpPr>
        <p:spPr>
          <a:xfrm>
            <a:off x="1502804" y="3295487"/>
            <a:ext cx="5104098" cy="498475"/>
          </a:xfrm>
          <a:prstGeom prst="rect">
            <a:avLst/>
          </a:prstGeo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Sub header</a:t>
            </a:r>
          </a:p>
        </p:txBody>
      </p:sp>
      <p:sp>
        <p:nvSpPr>
          <p:cNvPr id="9" name="Text Placeholder 8"/>
          <p:cNvSpPr>
            <a:spLocks noGrp="1"/>
          </p:cNvSpPr>
          <p:nvPr>
            <p:ph type="body" sz="quarter" idx="11" hasCustomPrompt="1"/>
          </p:nvPr>
        </p:nvSpPr>
        <p:spPr>
          <a:xfrm>
            <a:off x="6858000" y="4648200"/>
            <a:ext cx="2159000" cy="914400"/>
          </a:xfrm>
          <a:prstGeom prst="rect">
            <a:avLst/>
          </a:prstGeom>
        </p:spPr>
        <p:txBody>
          <a:bodyPr/>
          <a:lstStyle>
            <a:lvl1pPr marL="0" indent="0">
              <a:buNone/>
              <a:defRPr sz="2000" baseline="0">
                <a:solidFill>
                  <a:schemeClr val="bg1"/>
                </a:solidFill>
              </a:defRPr>
            </a:lvl1pPr>
          </a:lstStyle>
          <a:p>
            <a:pPr lvl="0"/>
            <a:r>
              <a:rPr lang="en-GB" dirty="0"/>
              <a:t>Your department</a:t>
            </a: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2560" y="6162664"/>
            <a:ext cx="4715969" cy="503258"/>
          </a:xfrm>
          <a:prstGeom prst="rect">
            <a:avLst/>
          </a:prstGeom>
        </p:spPr>
      </p:pic>
    </p:spTree>
    <p:extLst>
      <p:ext uri="{BB962C8B-B14F-4D97-AF65-F5344CB8AC3E}">
        <p14:creationId xmlns:p14="http://schemas.microsoft.com/office/powerpoint/2010/main" val="228505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Cover P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51" y="12033"/>
            <a:ext cx="9169851" cy="6877388"/>
          </a:xfrm>
          <a:prstGeom prst="rect">
            <a:avLst/>
          </a:prstGeom>
        </p:spPr>
      </p:pic>
      <p:sp>
        <p:nvSpPr>
          <p:cNvPr id="2" name="Title 1"/>
          <p:cNvSpPr>
            <a:spLocks noGrp="1"/>
          </p:cNvSpPr>
          <p:nvPr>
            <p:ph type="ctrTitle" hasCustomPrompt="1"/>
          </p:nvPr>
        </p:nvSpPr>
        <p:spPr>
          <a:xfrm>
            <a:off x="1495580" y="1935042"/>
            <a:ext cx="5104098" cy="1360445"/>
          </a:xfrm>
          <a:prstGeom prst="rect">
            <a:avLst/>
          </a:prstGeom>
        </p:spPr>
        <p:txBody>
          <a:bodyPr anchor="t" anchorCtr="0">
            <a:normAutofit/>
          </a:bodyPr>
          <a:lstStyle>
            <a:lvl1pPr marL="0" algn="l">
              <a:lnSpc>
                <a:spcPts val="5000"/>
              </a:lnSpc>
              <a:spcBef>
                <a:spcPts val="0"/>
              </a:spcBef>
              <a:defRPr sz="5500" baseline="0">
                <a:solidFill>
                  <a:srgbClr val="6DB310"/>
                </a:solidFill>
                <a:latin typeface="Arial"/>
                <a:cs typeface="Arial"/>
              </a:defRPr>
            </a:lvl1pPr>
          </a:lstStyle>
          <a:p>
            <a:r>
              <a:rPr lang="en-US" dirty="0"/>
              <a:t>COVER PAGE</a:t>
            </a:r>
            <a:br>
              <a:rPr lang="en-US" dirty="0"/>
            </a:br>
            <a:r>
              <a:rPr lang="en-US" dirty="0"/>
              <a:t>TEMPLATE</a:t>
            </a:r>
          </a:p>
        </p:txBody>
      </p:sp>
      <p:pic>
        <p:nvPicPr>
          <p:cNvPr id="3" name="Picture 2"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
        <p:nvSpPr>
          <p:cNvPr id="6" name="Text Placeholder 5"/>
          <p:cNvSpPr>
            <a:spLocks noGrp="1"/>
          </p:cNvSpPr>
          <p:nvPr>
            <p:ph type="body" sz="quarter" idx="10" hasCustomPrompt="1"/>
          </p:nvPr>
        </p:nvSpPr>
        <p:spPr>
          <a:xfrm>
            <a:off x="1502804" y="3295487"/>
            <a:ext cx="5104098" cy="498475"/>
          </a:xfrm>
          <a:prstGeom prst="rect">
            <a:avLst/>
          </a:prstGeo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Sub header</a:t>
            </a:r>
          </a:p>
        </p:txBody>
      </p:sp>
      <p:sp>
        <p:nvSpPr>
          <p:cNvPr id="9" name="Text Placeholder 8"/>
          <p:cNvSpPr>
            <a:spLocks noGrp="1"/>
          </p:cNvSpPr>
          <p:nvPr>
            <p:ph type="body" sz="quarter" idx="11" hasCustomPrompt="1"/>
          </p:nvPr>
        </p:nvSpPr>
        <p:spPr>
          <a:xfrm>
            <a:off x="6858000" y="4648200"/>
            <a:ext cx="2159000" cy="914400"/>
          </a:xfrm>
          <a:prstGeom prst="rect">
            <a:avLst/>
          </a:prstGeom>
        </p:spPr>
        <p:txBody>
          <a:bodyPr/>
          <a:lstStyle>
            <a:lvl1pPr marL="0" indent="0">
              <a:buNone/>
              <a:defRPr sz="2000" baseline="0">
                <a:solidFill>
                  <a:schemeClr val="bg1"/>
                </a:solidFill>
              </a:defRPr>
            </a:lvl1pPr>
          </a:lstStyle>
          <a:p>
            <a:pPr lvl="0"/>
            <a:r>
              <a:rPr lang="en-GB" dirty="0"/>
              <a:t>Your department</a:t>
            </a: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2560" y="6162664"/>
            <a:ext cx="4715969" cy="503258"/>
          </a:xfrm>
          <a:prstGeom prst="rect">
            <a:avLst/>
          </a:prstGeom>
        </p:spPr>
      </p:pic>
    </p:spTree>
    <p:extLst>
      <p:ext uri="{BB962C8B-B14F-4D97-AF65-F5344CB8AC3E}">
        <p14:creationId xmlns:p14="http://schemas.microsoft.com/office/powerpoint/2010/main" val="2285058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4769589" y="2055835"/>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687344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4"/>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3740035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619880"/>
            <a:ext cx="6245358" cy="2475995"/>
          </a:xfrm>
        </p:spPr>
        <p:txBody>
          <a:bodyPr anchor="t">
            <a:normAutofit/>
          </a:bodyPr>
          <a:lstStyle>
            <a:lvl1pPr>
              <a:defRPr sz="4000">
                <a:solidFill>
                  <a:schemeClr val="bg1"/>
                </a:solidFill>
              </a:defRPr>
            </a:lvl1pPr>
          </a:lstStyle>
          <a:p>
            <a:pPr lvl="0"/>
            <a:r>
              <a:rPr lang="en-US"/>
              <a:t>Divider Title (Arial Black 54)</a:t>
            </a:r>
            <a:endParaRPr lang="en-SG"/>
          </a:p>
        </p:txBody>
      </p:sp>
    </p:spTree>
    <p:extLst>
      <p:ext uri="{BB962C8B-B14F-4D97-AF65-F5344CB8AC3E}">
        <p14:creationId xmlns:p14="http://schemas.microsoft.com/office/powerpoint/2010/main" val="2688890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Divider w Sub">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272578"/>
            <a:ext cx="6245358" cy="1851748"/>
          </a:xfrm>
        </p:spPr>
        <p:txBody>
          <a:bodyPr anchor="b">
            <a:normAutofit/>
          </a:bodyPr>
          <a:lstStyle>
            <a:lvl1pPr>
              <a:defRPr sz="4000">
                <a:solidFill>
                  <a:schemeClr val="bg1"/>
                </a:solidFill>
              </a:defRPr>
            </a:lvl1pPr>
          </a:lstStyle>
          <a:p>
            <a:pPr lvl="0"/>
            <a:r>
              <a:rPr lang="en-US"/>
              <a:t>Divider Title (Arial Black 54)</a:t>
            </a:r>
            <a:endParaRPr lang="en-SG"/>
          </a:p>
        </p:txBody>
      </p:sp>
      <p:sp>
        <p:nvSpPr>
          <p:cNvPr id="7" name="Text Placeholder 6">
            <a:extLst>
              <a:ext uri="{FF2B5EF4-FFF2-40B4-BE49-F238E27FC236}">
                <a16:creationId xmlns:a16="http://schemas.microsoft.com/office/drawing/2014/main" id="{437E15C5-802D-31EF-5664-4EF7EE4D9C90}"/>
              </a:ext>
            </a:extLst>
          </p:cNvPr>
          <p:cNvSpPr>
            <a:spLocks noGrp="1"/>
          </p:cNvSpPr>
          <p:nvPr>
            <p:ph type="body" sz="quarter" idx="10"/>
          </p:nvPr>
        </p:nvSpPr>
        <p:spPr>
          <a:xfrm>
            <a:off x="1651000" y="4152901"/>
            <a:ext cx="6245225" cy="89535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379602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547525" y="1593024"/>
            <a:ext cx="8034499" cy="4572296"/>
          </a:xfrm>
        </p:spPr>
        <p:txBody>
          <a:bodyPr>
            <a:noAutofit/>
          </a:bodyPr>
          <a:lstStyle>
            <a:lvl1pPr marL="257175" indent="-257175">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800"/>
            </a:lvl2pPr>
            <a:lvl3pPr>
              <a:defRPr sz="1600"/>
            </a:lvl3pPr>
          </a:lstStyle>
          <a:p>
            <a:pPr lvl="0"/>
            <a:r>
              <a:rPr lang="en-US"/>
              <a:t>Include bullet content here (Arial regular 20)</a:t>
            </a:r>
          </a:p>
          <a:p>
            <a:pPr lvl="1"/>
            <a:r>
              <a:rPr lang="en-SG"/>
              <a:t>Second Level</a:t>
            </a:r>
          </a:p>
          <a:p>
            <a:pPr lvl="2"/>
            <a:r>
              <a:rPr lang="en-SG"/>
              <a:t>Third Level</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3424205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2920567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Slide with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505249" y="1934139"/>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7531573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no D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a:extLst>
              <a:ext uri="{96DAC541-7B7A-43D3-8B79-37D633B846F1}">
                <asvg:svgBlip xmlns:asvg="http://schemas.microsoft.com/office/drawing/2016/SVG/main" r:embed="rId3"/>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2000910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Column layout 2">
    <p:spTree>
      <p:nvGrpSpPr>
        <p:cNvPr id="1" name=""/>
        <p:cNvGrpSpPr/>
        <p:nvPr/>
      </p:nvGrpSpPr>
      <p:grpSpPr>
        <a:xfrm>
          <a:off x="0" y="0"/>
          <a:ext cx="0" cy="0"/>
          <a:chOff x="0" y="0"/>
          <a:chExt cx="0" cy="0"/>
        </a:xfrm>
      </p:grpSpPr>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582260" y="1868656"/>
            <a:ext cx="4665829"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a:t>Include paragraph here (Arial Regular 30)</a:t>
            </a:r>
            <a:endParaRPr lang="en-SG"/>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5931569" y="1868654"/>
            <a:ext cx="2630172"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4" name="Picture 3" descr="A black background with a black square&#10;&#10;Description automatically generated with medium confidence">
            <a:extLst>
              <a:ext uri="{FF2B5EF4-FFF2-40B4-BE49-F238E27FC236}">
                <a16:creationId xmlns:a16="http://schemas.microsoft.com/office/drawing/2014/main" id="{CAB0B91F-1617-83D8-4ECA-004B25324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5" name="Picture 4">
            <a:extLst>
              <a:ext uri="{FF2B5EF4-FFF2-40B4-BE49-F238E27FC236}">
                <a16:creationId xmlns:a16="http://schemas.microsoft.com/office/drawing/2014/main" id="{AE7688FF-9830-3BBE-1F35-4D11FC9F1721}"/>
              </a:ext>
            </a:extLst>
          </p:cNvPr>
          <p:cNvPicPr/>
          <p:nvPr/>
        </p:nvPicPr>
        <p:blipFill>
          <a:blip r:embed="rId3"/>
          <a:stretch>
            <a:fillRect/>
          </a:stretch>
        </p:blipFill>
        <p:spPr>
          <a:xfrm rot="10800000">
            <a:off x="8740800" y="6454800"/>
            <a:ext cx="403200" cy="403200"/>
          </a:xfrm>
          <a:prstGeom prst="rect">
            <a:avLst/>
          </a:prstGeom>
        </p:spPr>
      </p:pic>
      <p:sp>
        <p:nvSpPr>
          <p:cNvPr id="3" name="Slide Number Placeholder 5">
            <a:extLst>
              <a:ext uri="{FF2B5EF4-FFF2-40B4-BE49-F238E27FC236}">
                <a16:creationId xmlns:a16="http://schemas.microsoft.com/office/drawing/2014/main" id="{969A1AB3-93A2-0FB9-9EBA-3B1F1F58431A}"/>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2" name="Title 1">
            <a:extLst>
              <a:ext uri="{FF2B5EF4-FFF2-40B4-BE49-F238E27FC236}">
                <a16:creationId xmlns:a16="http://schemas.microsoft.com/office/drawing/2014/main" id="{463720AC-6AF3-5558-05E0-F11D998B2CA1}"/>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743952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lumn Layout ">
    <p:spTree>
      <p:nvGrpSpPr>
        <p:cNvPr id="1" name=""/>
        <p:cNvGrpSpPr/>
        <p:nvPr/>
      </p:nvGrpSpPr>
      <p:grpSpPr>
        <a:xfrm>
          <a:off x="0" y="0"/>
          <a:ext cx="0" cy="0"/>
          <a:chOff x="0" y="0"/>
          <a:chExt cx="0" cy="0"/>
        </a:xfrm>
      </p:grpSpPr>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6244391" y="1868654"/>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580408" y="1868653"/>
            <a:ext cx="2319203"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3412399" y="1868653"/>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92609E81-B67B-BD32-2F54-192415FD2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4" name="Picture 3">
            <a:extLst>
              <a:ext uri="{FF2B5EF4-FFF2-40B4-BE49-F238E27FC236}">
                <a16:creationId xmlns:a16="http://schemas.microsoft.com/office/drawing/2014/main" id="{BB18B539-BDB0-BEB8-3CC6-9403CF5DB73F}"/>
              </a:ext>
            </a:extLst>
          </p:cNvPr>
          <p:cNvPicPr/>
          <p:nvPr/>
        </p:nvPicPr>
        <p:blipFill>
          <a:blip r:embed="rId3"/>
          <a:stretch>
            <a:fillRect/>
          </a:stretch>
        </p:blipFill>
        <p:spPr>
          <a:xfrm rot="10800000">
            <a:off x="8740800" y="6454800"/>
            <a:ext cx="403200" cy="403200"/>
          </a:xfrm>
          <a:prstGeom prst="rect">
            <a:avLst/>
          </a:prstGeom>
        </p:spPr>
      </p:pic>
      <p:sp>
        <p:nvSpPr>
          <p:cNvPr id="2" name="Slide Number Placeholder 5">
            <a:extLst>
              <a:ext uri="{FF2B5EF4-FFF2-40B4-BE49-F238E27FC236}">
                <a16:creationId xmlns:a16="http://schemas.microsoft.com/office/drawing/2014/main" id="{8D604548-B2C5-3A6C-38EA-591D384F4BD4}"/>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5" name="Title 1">
            <a:extLst>
              <a:ext uri="{FF2B5EF4-FFF2-40B4-BE49-F238E27FC236}">
                <a16:creationId xmlns:a16="http://schemas.microsoft.com/office/drawing/2014/main" id="{5A5E38A5-B078-5BE1-EFBD-0FC5824CA3C7}"/>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3149949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653654" y="1758167"/>
            <a:ext cx="3664744" cy="3798888"/>
          </a:xfrm>
        </p:spPr>
        <p:txBody>
          <a:bodyPr/>
          <a:lstStyle/>
          <a:p>
            <a:r>
              <a:rPr lang="en-US"/>
              <a:t>Click icon to add picture</a:t>
            </a:r>
            <a:endParaRPr lang="en-SG"/>
          </a:p>
        </p:txBody>
      </p:sp>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4501754" y="1758167"/>
            <a:ext cx="4019550" cy="3798888"/>
          </a:xfrm>
        </p:spPr>
        <p:txBody>
          <a:bodyPr/>
          <a:lstStyle/>
          <a:p>
            <a:r>
              <a:rPr lang="en-US"/>
              <a:t>Click icon to add picture</a:t>
            </a:r>
            <a:endParaRPr lang="en-SG"/>
          </a:p>
        </p:txBody>
      </p:sp>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35301067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
        <p:nvSpPr>
          <p:cNvPr id="7" name="Content Placeholder 6">
            <a:extLst>
              <a:ext uri="{FF2B5EF4-FFF2-40B4-BE49-F238E27FC236}">
                <a16:creationId xmlns:a16="http://schemas.microsoft.com/office/drawing/2014/main" id="{7AF3D514-E574-AF34-F013-D5B51B38E684}"/>
              </a:ext>
            </a:extLst>
          </p:cNvPr>
          <p:cNvSpPr>
            <a:spLocks noGrp="1"/>
          </p:cNvSpPr>
          <p:nvPr>
            <p:ph sz="quarter" idx="20"/>
          </p:nvPr>
        </p:nvSpPr>
        <p:spPr>
          <a:xfrm>
            <a:off x="546100"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8" name="Content Placeholder 6">
            <a:extLst>
              <a:ext uri="{FF2B5EF4-FFF2-40B4-BE49-F238E27FC236}">
                <a16:creationId xmlns:a16="http://schemas.microsoft.com/office/drawing/2014/main" id="{C4C6A50B-0CB9-121D-5FA9-8B021FA43BCA}"/>
              </a:ext>
            </a:extLst>
          </p:cNvPr>
          <p:cNvSpPr>
            <a:spLocks noGrp="1"/>
          </p:cNvSpPr>
          <p:nvPr>
            <p:ph sz="quarter" idx="21"/>
          </p:nvPr>
        </p:nvSpPr>
        <p:spPr>
          <a:xfrm>
            <a:off x="4688241"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3986952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ver Pag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9850" cy="6877388"/>
          </a:xfrm>
          <a:prstGeom prst="rect">
            <a:avLst/>
          </a:prstGeom>
        </p:spPr>
      </p:pic>
      <p:sp>
        <p:nvSpPr>
          <p:cNvPr id="2" name="Title 1"/>
          <p:cNvSpPr>
            <a:spLocks noGrp="1"/>
          </p:cNvSpPr>
          <p:nvPr>
            <p:ph type="ctrTitle" hasCustomPrompt="1"/>
          </p:nvPr>
        </p:nvSpPr>
        <p:spPr>
          <a:xfrm>
            <a:off x="1044004" y="1935042"/>
            <a:ext cx="5104098" cy="1360445"/>
          </a:xfrm>
          <a:prstGeom prst="rect">
            <a:avLst/>
          </a:prstGeom>
        </p:spPr>
        <p:txBody>
          <a:bodyPr anchor="t" anchorCtr="0">
            <a:normAutofit/>
          </a:bodyPr>
          <a:lstStyle>
            <a:lvl1pPr marL="0" algn="l">
              <a:lnSpc>
                <a:spcPts val="5000"/>
              </a:lnSpc>
              <a:spcBef>
                <a:spcPts val="0"/>
              </a:spcBef>
              <a:defRPr sz="5500" baseline="0">
                <a:solidFill>
                  <a:schemeClr val="bg1">
                    <a:lumMod val="50000"/>
                  </a:schemeClr>
                </a:solidFill>
                <a:latin typeface="Arial"/>
                <a:cs typeface="Arial"/>
              </a:defRPr>
            </a:lvl1pPr>
          </a:lstStyle>
          <a:p>
            <a:r>
              <a:rPr lang="en-US" dirty="0"/>
              <a:t>COVER PAGE</a:t>
            </a:r>
            <a:br>
              <a:rPr lang="en-US" dirty="0"/>
            </a:br>
            <a:r>
              <a:rPr lang="en-US" dirty="0"/>
              <a:t>TEMPLATE</a:t>
            </a:r>
          </a:p>
        </p:txBody>
      </p:sp>
      <p:pic>
        <p:nvPicPr>
          <p:cNvPr id="3" name="Picture 2"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
        <p:nvSpPr>
          <p:cNvPr id="6" name="Text Placeholder 5"/>
          <p:cNvSpPr>
            <a:spLocks noGrp="1"/>
          </p:cNvSpPr>
          <p:nvPr>
            <p:ph type="body" sz="quarter" idx="10" hasCustomPrompt="1"/>
          </p:nvPr>
        </p:nvSpPr>
        <p:spPr>
          <a:xfrm>
            <a:off x="1044004" y="3295487"/>
            <a:ext cx="5104098" cy="498475"/>
          </a:xfrm>
          <a:prstGeom prst="rect">
            <a:avLst/>
          </a:prstGeo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dirty="0"/>
              <a:t>Sub header</a:t>
            </a:r>
          </a:p>
        </p:txBody>
      </p:sp>
      <p:pic>
        <p:nvPicPr>
          <p:cNvPr id="10242" name="Picture 2" descr="C:\Documents and Settings\xinjie\Desktop\RPSG Stuffs\Letterheads_hires\letterhead_logos.png"/>
          <p:cNvPicPr>
            <a:picLocks noChangeAspect="1" noChangeArrowheads="1"/>
          </p:cNvPicPr>
          <p:nvPr userDrawn="1"/>
        </p:nvPicPr>
        <p:blipFill>
          <a:blip r:embed="rId4"/>
          <a:srcRect/>
          <a:stretch>
            <a:fillRect/>
          </a:stretch>
        </p:blipFill>
        <p:spPr bwMode="auto">
          <a:xfrm>
            <a:off x="162560" y="6207760"/>
            <a:ext cx="4715969" cy="505426"/>
          </a:xfrm>
          <a:prstGeom prst="rect">
            <a:avLst/>
          </a:prstGeom>
          <a:noFill/>
        </p:spPr>
      </p:pic>
    </p:spTree>
    <p:extLst>
      <p:ext uri="{BB962C8B-B14F-4D97-AF65-F5344CB8AC3E}">
        <p14:creationId xmlns:p14="http://schemas.microsoft.com/office/powerpoint/2010/main" val="41608095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
        <p:nvSpPr>
          <p:cNvPr id="2" name="Title 1"/>
          <p:cNvSpPr>
            <a:spLocks noGrp="1"/>
          </p:cNvSpPr>
          <p:nvPr>
            <p:ph type="title" hasCustomPrompt="1"/>
          </p:nvPr>
        </p:nvSpPr>
        <p:spPr>
          <a:xfrm>
            <a:off x="665610" y="893354"/>
            <a:ext cx="6211928" cy="604593"/>
          </a:xfrm>
          <a:prstGeom prst="rect">
            <a:avLst/>
          </a:prstGeom>
        </p:spPr>
        <p:txBody>
          <a:bodyPr>
            <a:normAutofit/>
          </a:bodyPr>
          <a:lstStyle>
            <a:lvl1pPr algn="l">
              <a:defRPr sz="3200" baseline="0">
                <a:solidFill>
                  <a:schemeClr val="bg1">
                    <a:lumMod val="50000"/>
                  </a:schemeClr>
                </a:solidFill>
                <a:latin typeface="Arial"/>
                <a:cs typeface="Arial"/>
              </a:defRPr>
            </a:lvl1pPr>
          </a:lstStyle>
          <a:p>
            <a:r>
              <a:rPr lang="en-US" dirty="0"/>
              <a:t>Header Copy</a:t>
            </a:r>
          </a:p>
        </p:txBody>
      </p:sp>
      <p:cxnSp>
        <p:nvCxnSpPr>
          <p:cNvPr id="7" name="Straight Connector 6"/>
          <p:cNvCxnSpPr/>
          <p:nvPr userDrawn="1"/>
        </p:nvCxnSpPr>
        <p:spPr>
          <a:xfrm flipV="1">
            <a:off x="665610" y="1496850"/>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5"/>
          <p:cNvSpPr>
            <a:spLocks noGrp="1"/>
          </p:cNvSpPr>
          <p:nvPr>
            <p:ph sz="quarter" idx="13"/>
          </p:nvPr>
        </p:nvSpPr>
        <p:spPr>
          <a:xfrm>
            <a:off x="665163" y="1651000"/>
            <a:ext cx="7477125" cy="3759200"/>
          </a:xfrm>
          <a:prstGeom prst="rect">
            <a:avLst/>
          </a:prstGeom>
        </p:spPr>
        <p:txBody>
          <a:bodyPr/>
          <a:lstStyle>
            <a:lvl1pPr>
              <a:defRPr sz="2400"/>
            </a:lvl1pPr>
            <a:lvl2pPr marL="742950" indent="-285750">
              <a:buFont typeface="Arial" pitchFamily="34" charset="0"/>
              <a:buChar char="•"/>
              <a:defRPr sz="2000"/>
            </a:lvl2pPr>
            <a:lvl3pPr>
              <a:defRPr sz="2000"/>
            </a:lvl3pPr>
            <a:lvl4pPr marL="1600200" indent="-228600">
              <a:buFont typeface="Arial" pitchFamily="34" charset="0"/>
              <a:buChar char="•"/>
              <a:defRPr sz="2000"/>
            </a:lvl4pPr>
            <a:lvl5pPr marL="2057400" indent="-228600">
              <a:buFont typeface="Arial" pitchFamily="34" charset="0"/>
              <a:buChar cha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Footer Placeholder 3"/>
          <p:cNvSpPr>
            <a:spLocks noGrp="1"/>
          </p:cNvSpPr>
          <p:nvPr>
            <p:ph type="ftr" sz="quarter" idx="11"/>
          </p:nvPr>
        </p:nvSpPr>
        <p:spPr>
          <a:xfrm>
            <a:off x="2884528" y="6449238"/>
            <a:ext cx="2895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endParaRPr lang="en-US" dirty="0"/>
          </a:p>
        </p:txBody>
      </p:sp>
      <p:sp>
        <p:nvSpPr>
          <p:cNvPr id="10" name="Slide Number Placeholder 4"/>
          <p:cNvSpPr>
            <a:spLocks noGrp="1"/>
          </p:cNvSpPr>
          <p:nvPr>
            <p:ph type="sldNum" sz="quarter" idx="12"/>
          </p:nvPr>
        </p:nvSpPr>
        <p:spPr>
          <a:xfrm>
            <a:off x="8409028" y="6449238"/>
            <a:ext cx="2133600" cy="365125"/>
          </a:xfrm>
          <a:prstGeom prst="rect">
            <a:avLst/>
          </a:prstGeom>
        </p:spPr>
        <p:txBody>
          <a:bodyPr/>
          <a:lstStyle>
            <a:lvl1pPr>
              <a:defRPr sz="1100" cap="all" baseline="0">
                <a:solidFill>
                  <a:schemeClr val="bg1"/>
                </a:solidFill>
                <a:latin typeface="Arial" pitchFamily="34" charset="0"/>
                <a:cs typeface="Arial" pitchFamily="34" charset="0"/>
              </a:defRPr>
            </a:lvl1pPr>
          </a:lstStyle>
          <a:p>
            <a:fld id="{6767FADE-2612-3649-B495-F644A23F288B}" type="slidenum">
              <a:rPr lang="en-US" smtClean="0"/>
              <a:pPr/>
              <a:t>‹#›</a:t>
            </a:fld>
            <a:endParaRPr lang="en-US"/>
          </a:p>
        </p:txBody>
      </p:sp>
      <p:pic>
        <p:nvPicPr>
          <p:cNvPr id="12" name="Picture 11" descr="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67411" y="462074"/>
            <a:ext cx="1248980" cy="404131"/>
          </a:xfrm>
          <a:prstGeom prst="rect">
            <a:avLst/>
          </a:prstGeom>
        </p:spPr>
      </p:pic>
    </p:spTree>
    <p:extLst>
      <p:ext uri="{BB962C8B-B14F-4D97-AF65-F5344CB8AC3E}">
        <p14:creationId xmlns:p14="http://schemas.microsoft.com/office/powerpoint/2010/main" val="356557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SIPCMContentMarking" descr="{&quot;HashCode&quot;:-574504238,&quot;Placement&quot;:&quot;Header&quot;,&quot;Top&quot;:0.0,&quot;Left&quot;:273.375916,&quot;SlideWidth&quot;:720,&quot;SlideHeight&quot;:540}">
            <a:extLst>
              <a:ext uri="{FF2B5EF4-FFF2-40B4-BE49-F238E27FC236}">
                <a16:creationId xmlns:a16="http://schemas.microsoft.com/office/drawing/2014/main" id="{B0F9A9C1-CFCA-4CED-A738-5F4A4A75586A}"/>
              </a:ext>
            </a:extLst>
          </p:cNvPr>
          <p:cNvSpPr txBox="1"/>
          <p:nvPr userDrawn="1"/>
        </p:nvSpPr>
        <p:spPr>
          <a:xfrm>
            <a:off x="3471874" y="0"/>
            <a:ext cx="2200252" cy="262344"/>
          </a:xfrm>
          <a:prstGeom prst="rect">
            <a:avLst/>
          </a:prstGeom>
          <a:noFill/>
        </p:spPr>
        <p:txBody>
          <a:bodyPr vert="horz" wrap="square" lIns="0" tIns="0" rIns="0" bIns="0" rtlCol="0" anchor="ctr" anchorCtr="1">
            <a:spAutoFit/>
          </a:bodyPr>
          <a:lstStyle/>
          <a:p>
            <a:pPr algn="ctr">
              <a:spcBef>
                <a:spcPts val="0"/>
              </a:spcBef>
              <a:spcAft>
                <a:spcPts val="0"/>
              </a:spcAft>
            </a:pPr>
            <a:r>
              <a:rPr lang="en-US" sz="1000">
                <a:solidFill>
                  <a:srgbClr val="000000"/>
                </a:solidFill>
                <a:latin typeface="Calibri" panose="020F0502020204030204" pitchFamily="34" charset="0"/>
              </a:rPr>
              <a:t>OFFICIAL (CLOSED) \ NON-SENSITIVE</a:t>
            </a:r>
          </a:p>
        </p:txBody>
      </p:sp>
    </p:spTree>
    <p:extLst>
      <p:ext uri="{BB962C8B-B14F-4D97-AF65-F5344CB8AC3E}">
        <p14:creationId xmlns:p14="http://schemas.microsoft.com/office/powerpoint/2010/main" val="3311932743"/>
      </p:ext>
    </p:extLst>
  </p:cSld>
  <p:clrMap bg1="lt1" tx1="dk1" bg2="lt2" tx2="dk2" accent1="accent1" accent2="accent2" accent3="accent3" accent4="accent4" accent5="accent5" accent6="accent6" hlink="hlink" folHlink="folHlink"/>
  <p:sldLayoutIdLst>
    <p:sldLayoutId id="2147483650" r:id="rId1"/>
    <p:sldLayoutId id="2147483657" r:id="rId2"/>
    <p:sldLayoutId id="2147483649" r:id="rId3"/>
    <p:sldLayoutId id="2147483651" r:id="rId4"/>
    <p:sldLayoutId id="2147483652" r:id="rId5"/>
    <p:sldLayoutId id="2147483653" r:id="rId6"/>
    <p:sldLayoutId id="2147483654" r:id="rId7"/>
    <p:sldLayoutId id="2147483655" r:id="rId8"/>
    <p:sldLayoutId id="2147483656" r:id="rId9"/>
    <p:sldLayoutId id="2147483659" r:id="rId10"/>
    <p:sldLayoutId id="2147483661" r:id="rId11"/>
  </p:sldLayoutIdLst>
  <p:txStyles>
    <p:titleStyle>
      <a:lvl1pPr algn="l" defTabSz="457200" rtl="0" eaLnBrk="1" latinLnBrk="0" hangingPunct="1">
        <a:spcBef>
          <a:spcPct val="0"/>
        </a:spcBef>
        <a:buNone/>
        <a:defRPr sz="4400" kern="1200">
          <a:solidFill>
            <a:schemeClr val="tx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15600C-AC52-4A7A-B61A-C2D281744F97}" type="slidenum">
              <a:rPr lang="en-SG" smtClean="0"/>
              <a:t>‹#›</a:t>
            </a:fld>
            <a:endParaRPr lang="en-SG"/>
          </a:p>
        </p:txBody>
      </p:sp>
      <p:sp>
        <p:nvSpPr>
          <p:cNvPr id="8" name="TextBox 7">
            <a:extLst>
              <a:ext uri="{FF2B5EF4-FFF2-40B4-BE49-F238E27FC236}">
                <a16:creationId xmlns:a16="http://schemas.microsoft.com/office/drawing/2014/main" id="{44DF9100-3699-1CC0-D90D-6E5BA70AC5CB}"/>
              </a:ext>
            </a:extLst>
          </p:cNvPr>
          <p:cNvSpPr txBox="1"/>
          <p:nvPr>
            <p:extLst>
              <p:ext uri="{1162E1C5-73C7-4A58-AE30-91384D911F3F}">
                <p184:classification xmlns:p184="http://schemas.microsoft.com/office/powerpoint/2018/4/main" val="hdr"/>
              </p:ext>
            </p:extLst>
          </p:nvPr>
        </p:nvSpPr>
        <p:spPr>
          <a:xfrm>
            <a:off x="3679000" y="63500"/>
            <a:ext cx="1814512"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ea typeface="Calibri" panose="020F0502020204030204" pitchFamily="34" charset="0"/>
                <a:cs typeface="Calibri" panose="020F0502020204030204" pitchFamily="34" charset="0"/>
              </a:rPr>
              <a:t>Official (Closed) \ Sensitive Normal</a:t>
            </a:r>
          </a:p>
        </p:txBody>
      </p:sp>
      <p:sp>
        <p:nvSpPr>
          <p:cNvPr id="7" name="MSIPCMContentMarking" descr="{&quot;HashCode&quot;:-574504238,&quot;Placement&quot;:&quot;Header&quot;,&quot;Top&quot;:0.0,&quot;Left&quot;:273.375916,&quot;SlideWidth&quot;:720,&quot;SlideHeight&quot;:540}">
            <a:extLst>
              <a:ext uri="{FF2B5EF4-FFF2-40B4-BE49-F238E27FC236}">
                <a16:creationId xmlns:a16="http://schemas.microsoft.com/office/drawing/2014/main" id="{73E31C8E-09FB-8FD5-E582-05264FA9D154}"/>
              </a:ext>
            </a:extLst>
          </p:cNvPr>
          <p:cNvSpPr txBox="1"/>
          <p:nvPr userDrawn="1"/>
        </p:nvSpPr>
        <p:spPr>
          <a:xfrm>
            <a:off x="3471874" y="0"/>
            <a:ext cx="2200252" cy="262344"/>
          </a:xfrm>
          <a:prstGeom prst="rect">
            <a:avLst/>
          </a:prstGeom>
          <a:noFill/>
        </p:spPr>
        <p:txBody>
          <a:bodyPr vert="horz" wrap="square" lIns="0" tIns="0" rIns="0" bIns="0" rtlCol="0" anchor="ctr" anchorCtr="1">
            <a:spAutoFit/>
          </a:bodyPr>
          <a:lstStyle/>
          <a:p>
            <a:pPr algn="ctr">
              <a:spcBef>
                <a:spcPts val="0"/>
              </a:spcBef>
              <a:spcAft>
                <a:spcPts val="0"/>
              </a:spcAft>
            </a:pPr>
            <a:r>
              <a:rPr lang="en-US" sz="1000">
                <a:solidFill>
                  <a:srgbClr val="000000"/>
                </a:solidFill>
                <a:latin typeface="Calibri" panose="020F0502020204030204" pitchFamily="34" charset="0"/>
              </a:rPr>
              <a:t>OFFICIAL (CLOSED) \ NON-SENSITIVE</a:t>
            </a:r>
          </a:p>
        </p:txBody>
      </p:sp>
    </p:spTree>
    <p:extLst>
      <p:ext uri="{BB962C8B-B14F-4D97-AF65-F5344CB8AC3E}">
        <p14:creationId xmlns:p14="http://schemas.microsoft.com/office/powerpoint/2010/main" val="72745557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txStyles>
    <p:titleStyle>
      <a:lvl1pPr algn="l" defTabSz="914400" rtl="0" eaLnBrk="1" latinLnBrk="0" hangingPunct="1">
        <a:lnSpc>
          <a:spcPct val="90000"/>
        </a:lnSpc>
        <a:spcBef>
          <a:spcPct val="0"/>
        </a:spcBef>
        <a:buNone/>
        <a:defRPr sz="32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hyperlink" Target="https://myrp.sharepoint.com/sites/StudentHandbook/SitePages/assessment_rules_and_regulations.aspx" TargetMode="Externa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hyperlink" Target="https://myrp.sharepoint.com/sites/StudentHandbook/SitePages/summative_assessment_rules_and_regulations.aspx" TargetMode="Externa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5AF50D5E-A0B7-302F-9B6B-A0093106D7DF}"/>
              </a:ext>
            </a:extLst>
          </p:cNvPr>
          <p:cNvSpPr>
            <a:spLocks noGrp="1"/>
          </p:cNvSpPr>
          <p:nvPr>
            <p:ph type="body" sz="quarter" idx="11"/>
          </p:nvPr>
        </p:nvSpPr>
        <p:spPr>
          <a:xfrm>
            <a:off x="505249" y="1934139"/>
            <a:ext cx="2808685" cy="303953"/>
          </a:xfrm>
        </p:spPr>
        <p:txBody>
          <a:bodyPr/>
          <a:lstStyle/>
          <a:p>
            <a:endParaRPr lang="en-US"/>
          </a:p>
        </p:txBody>
      </p:sp>
      <p:sp>
        <p:nvSpPr>
          <p:cNvPr id="3" name="Text Placeholder 2"/>
          <p:cNvSpPr>
            <a:spLocks noGrp="1"/>
          </p:cNvSpPr>
          <p:nvPr>
            <p:ph type="body" sz="quarter" idx="13"/>
          </p:nvPr>
        </p:nvSpPr>
        <p:spPr>
          <a:xfrm>
            <a:off x="505249" y="5294744"/>
            <a:ext cx="7943425" cy="797867"/>
          </a:xfrm>
        </p:spPr>
        <p:txBody>
          <a:bodyPr>
            <a:normAutofit/>
          </a:bodyPr>
          <a:lstStyle/>
          <a:p>
            <a:r>
              <a:rPr lang="en-US" b="1" dirty="0"/>
              <a:t>Final Assessment Graded Assignment Briefing</a:t>
            </a:r>
          </a:p>
          <a:p>
            <a:endParaRPr lang="en-SG" b="1" dirty="0"/>
          </a:p>
        </p:txBody>
      </p:sp>
      <p:sp>
        <p:nvSpPr>
          <p:cNvPr id="2" name="Title 1"/>
          <p:cNvSpPr>
            <a:spLocks noGrp="1"/>
          </p:cNvSpPr>
          <p:nvPr>
            <p:ph type="title"/>
          </p:nvPr>
        </p:nvSpPr>
        <p:spPr>
          <a:xfrm>
            <a:off x="505249" y="2948075"/>
            <a:ext cx="7943426" cy="2128750"/>
          </a:xfrm>
        </p:spPr>
        <p:txBody>
          <a:bodyPr anchor="t">
            <a:normAutofit/>
          </a:bodyPr>
          <a:lstStyle/>
          <a:p>
            <a:r>
              <a:rPr lang="en-US" sz="3900"/>
              <a:t>C372 Payment Technologies</a:t>
            </a:r>
            <a:br>
              <a:rPr lang="en-US" sz="3900"/>
            </a:br>
            <a:br>
              <a:rPr lang="en-US" sz="3900"/>
            </a:br>
            <a:endParaRPr lang="en-SG" sz="3900"/>
          </a:p>
        </p:txBody>
      </p:sp>
    </p:spTree>
    <p:extLst>
      <p:ext uri="{BB962C8B-B14F-4D97-AF65-F5344CB8AC3E}">
        <p14:creationId xmlns:p14="http://schemas.microsoft.com/office/powerpoint/2010/main" val="137229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75B9A1-9ED0-4119-ABC8-780172C45418}"/>
              </a:ext>
            </a:extLst>
          </p:cNvPr>
          <p:cNvSpPr>
            <a:spLocks noGrp="1"/>
          </p:cNvSpPr>
          <p:nvPr>
            <p:ph type="body" sz="quarter" idx="14"/>
          </p:nvPr>
        </p:nvSpPr>
        <p:spPr/>
        <p:txBody>
          <a:bodyPr/>
          <a:lstStyle/>
          <a:p>
            <a:r>
              <a:rPr lang="en-US" sz="2000" dirty="0"/>
              <a:t>The Final Assessment is in the form of Graded Assignment</a:t>
            </a:r>
          </a:p>
          <a:p>
            <a:endParaRPr lang="en-US" dirty="0"/>
          </a:p>
          <a:p>
            <a:r>
              <a:rPr lang="en-US" dirty="0"/>
              <a:t>This is an INDIVIDUAL assignment.</a:t>
            </a:r>
            <a:endParaRPr lang="en-US" sz="2000" dirty="0"/>
          </a:p>
          <a:p>
            <a:endParaRPr lang="en-US" sz="2000" dirty="0"/>
          </a:p>
          <a:p>
            <a:r>
              <a:rPr lang="en-US" sz="2000" dirty="0"/>
              <a:t>Milestone submissions in SA3.0</a:t>
            </a:r>
          </a:p>
          <a:p>
            <a:endParaRPr lang="en-US" sz="2000" dirty="0"/>
          </a:p>
          <a:p>
            <a:r>
              <a:rPr lang="en-US" sz="2000" dirty="0"/>
              <a:t>There will be a</a:t>
            </a:r>
            <a:r>
              <a:rPr lang="en-US" dirty="0"/>
              <a:t> project</a:t>
            </a:r>
            <a:r>
              <a:rPr lang="en-US" sz="2000" dirty="0"/>
              <a:t> interview in week 12</a:t>
            </a:r>
          </a:p>
          <a:p>
            <a:endParaRPr lang="en-US" dirty="0"/>
          </a:p>
          <a:p>
            <a:r>
              <a:rPr lang="en-US" dirty="0"/>
              <a:t>If you have a valid LOA on the interview date, please inform your lecturer to reschedule.</a:t>
            </a:r>
          </a:p>
          <a:p>
            <a:endParaRPr lang="en-US" sz="2000" dirty="0"/>
          </a:p>
          <a:p>
            <a:endParaRPr lang="en-US" sz="2000" dirty="0"/>
          </a:p>
          <a:p>
            <a:endParaRPr lang="en-SG" sz="2000" dirty="0"/>
          </a:p>
        </p:txBody>
      </p:sp>
      <p:sp>
        <p:nvSpPr>
          <p:cNvPr id="2" name="Title 1">
            <a:extLst>
              <a:ext uri="{FF2B5EF4-FFF2-40B4-BE49-F238E27FC236}">
                <a16:creationId xmlns:a16="http://schemas.microsoft.com/office/drawing/2014/main" id="{61DE5928-9690-4A0D-ACD1-85683F46D662}"/>
              </a:ext>
            </a:extLst>
          </p:cNvPr>
          <p:cNvSpPr>
            <a:spLocks noGrp="1"/>
          </p:cNvSpPr>
          <p:nvPr>
            <p:ph type="title"/>
          </p:nvPr>
        </p:nvSpPr>
        <p:spPr/>
        <p:txBody>
          <a:bodyPr/>
          <a:lstStyle/>
          <a:p>
            <a:r>
              <a:rPr lang="en-US" dirty="0"/>
              <a:t>FA Graded Assignment </a:t>
            </a:r>
            <a:endParaRPr lang="en-SG" dirty="0"/>
          </a:p>
        </p:txBody>
      </p:sp>
    </p:spTree>
    <p:extLst>
      <p:ext uri="{BB962C8B-B14F-4D97-AF65-F5344CB8AC3E}">
        <p14:creationId xmlns:p14="http://schemas.microsoft.com/office/powerpoint/2010/main" val="2786075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8678D-8A5A-4486-97CC-C64A0742FCC3}"/>
              </a:ext>
            </a:extLst>
          </p:cNvPr>
          <p:cNvSpPr>
            <a:spLocks noGrp="1"/>
          </p:cNvSpPr>
          <p:nvPr>
            <p:ph type="body" sz="quarter" idx="14"/>
          </p:nvPr>
        </p:nvSpPr>
        <p:spPr/>
        <p:txBody>
          <a:bodyPr/>
          <a:lstStyle/>
          <a:p>
            <a:r>
              <a:rPr lang="en-US" sz="2200" dirty="0"/>
              <a:t>This assignment is a </a:t>
            </a:r>
            <a:r>
              <a:rPr lang="en-US" sz="2200" b="1" dirty="0"/>
              <a:t>INDIVIDUAL</a:t>
            </a:r>
            <a:r>
              <a:rPr lang="en-US" sz="2200" dirty="0"/>
              <a:t> assignment. </a:t>
            </a:r>
          </a:p>
          <a:p>
            <a:endParaRPr lang="en-US" sz="2200" dirty="0"/>
          </a:p>
          <a:p>
            <a:r>
              <a:rPr lang="en-US" sz="2200" dirty="0"/>
              <a:t>Class time will be allocated to work on GA</a:t>
            </a:r>
          </a:p>
          <a:p>
            <a:endParaRPr lang="en-US" sz="2200" dirty="0"/>
          </a:p>
          <a:p>
            <a:r>
              <a:rPr lang="en-US" sz="2200" dirty="0"/>
              <a:t>However, you should continue to work on the GA at your own time to improve on your work</a:t>
            </a:r>
          </a:p>
          <a:p>
            <a:endParaRPr lang="en-US" sz="2200" dirty="0"/>
          </a:p>
          <a:p>
            <a:r>
              <a:rPr lang="en-US" sz="2200" b="1" dirty="0">
                <a:highlight>
                  <a:srgbClr val="FFFF00"/>
                </a:highlight>
              </a:rPr>
              <a:t>Read through the entire document before you begin.</a:t>
            </a:r>
          </a:p>
          <a:p>
            <a:endParaRPr lang="en-US" sz="2200" dirty="0"/>
          </a:p>
          <a:p>
            <a:endParaRPr lang="en-SG" sz="2200" dirty="0"/>
          </a:p>
        </p:txBody>
      </p:sp>
      <p:sp>
        <p:nvSpPr>
          <p:cNvPr id="2" name="Title 1">
            <a:extLst>
              <a:ext uri="{FF2B5EF4-FFF2-40B4-BE49-F238E27FC236}">
                <a16:creationId xmlns:a16="http://schemas.microsoft.com/office/drawing/2014/main" id="{21FA185A-A841-48C9-BFCD-6E67EDD62396}"/>
              </a:ext>
            </a:extLst>
          </p:cNvPr>
          <p:cNvSpPr>
            <a:spLocks noGrp="1"/>
          </p:cNvSpPr>
          <p:nvPr>
            <p:ph type="title"/>
          </p:nvPr>
        </p:nvSpPr>
        <p:spPr/>
        <p:txBody>
          <a:bodyPr/>
          <a:lstStyle/>
          <a:p>
            <a:r>
              <a:rPr lang="en-US" dirty="0"/>
              <a:t>IMPORTANT</a:t>
            </a:r>
            <a:endParaRPr lang="en-SG" dirty="0"/>
          </a:p>
        </p:txBody>
      </p:sp>
    </p:spTree>
    <p:extLst>
      <p:ext uri="{BB962C8B-B14F-4D97-AF65-F5344CB8AC3E}">
        <p14:creationId xmlns:p14="http://schemas.microsoft.com/office/powerpoint/2010/main" val="517892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8678D-8A5A-4486-97CC-C64A0742FCC3}"/>
              </a:ext>
            </a:extLst>
          </p:cNvPr>
          <p:cNvSpPr>
            <a:spLocks noGrp="1"/>
          </p:cNvSpPr>
          <p:nvPr>
            <p:ph type="body" sz="quarter" idx="14"/>
          </p:nvPr>
        </p:nvSpPr>
        <p:spPr/>
        <p:txBody>
          <a:bodyPr>
            <a:normAutofit fontScale="77500" lnSpcReduction="20000"/>
          </a:bodyPr>
          <a:lstStyle/>
          <a:p>
            <a:r>
              <a:rPr lang="en-US" sz="2200" dirty="0"/>
              <a:t>If you need to clarify any points in the assignment or think there is an error, speak to your lecturer.</a:t>
            </a:r>
          </a:p>
          <a:p>
            <a:endParaRPr lang="en-US" sz="2200" dirty="0"/>
          </a:p>
          <a:p>
            <a:pPr>
              <a:lnSpc>
                <a:spcPct val="120000"/>
              </a:lnSpc>
            </a:pPr>
            <a:r>
              <a:rPr lang="en-US" sz="2000" dirty="0">
                <a:solidFill>
                  <a:srgbClr val="FF0000"/>
                </a:solidFill>
              </a:rPr>
              <a:t>You may ask questions to clarify concepts just like in the regular class, but the logic and code for the assignment should come from you, NOT your lecturer.</a:t>
            </a:r>
          </a:p>
          <a:p>
            <a:endParaRPr lang="en-US" sz="2000" dirty="0">
              <a:solidFill>
                <a:srgbClr val="FF0000"/>
              </a:solidFill>
            </a:endParaRPr>
          </a:p>
          <a:p>
            <a:r>
              <a:rPr lang="en-US" sz="2000" dirty="0">
                <a:solidFill>
                  <a:srgbClr val="FF0000"/>
                </a:solidFill>
              </a:rPr>
              <a:t>Your lecturers will NOT debug your code or tell you what to code.</a:t>
            </a:r>
          </a:p>
          <a:p>
            <a:endParaRPr lang="en-US" sz="2000" dirty="0">
              <a:solidFill>
                <a:srgbClr val="FF0000"/>
              </a:solidFill>
            </a:endParaRPr>
          </a:p>
          <a:p>
            <a:pPr>
              <a:lnSpc>
                <a:spcPct val="120000"/>
              </a:lnSpc>
            </a:pPr>
            <a:r>
              <a:rPr lang="en-SG" b="1" dirty="0">
                <a:solidFill>
                  <a:srgbClr val="FF0000"/>
                </a:solidFill>
                <a:highlight>
                  <a:srgbClr val="FFFF00"/>
                </a:highlight>
              </a:rPr>
              <a:t>You MUST be prepared to do the following during the interview:</a:t>
            </a:r>
            <a:endParaRPr lang="en-SG" dirty="0">
              <a:solidFill>
                <a:srgbClr val="FF0000"/>
              </a:solidFill>
              <a:highlight>
                <a:srgbClr val="FFFF00"/>
              </a:highlight>
            </a:endParaRPr>
          </a:p>
          <a:p>
            <a:pPr lvl="1">
              <a:lnSpc>
                <a:spcPct val="120000"/>
              </a:lnSpc>
            </a:pPr>
            <a:r>
              <a:rPr lang="en-SG" dirty="0">
                <a:solidFill>
                  <a:srgbClr val="FF0000"/>
                </a:solidFill>
                <a:highlight>
                  <a:srgbClr val="FFFF00"/>
                </a:highlight>
              </a:rPr>
              <a:t>Explain your design decisions and the reasons behind them.</a:t>
            </a:r>
          </a:p>
          <a:p>
            <a:pPr lvl="1">
              <a:lnSpc>
                <a:spcPct val="120000"/>
              </a:lnSpc>
            </a:pPr>
            <a:r>
              <a:rPr lang="en-SG" dirty="0">
                <a:solidFill>
                  <a:srgbClr val="FF0000"/>
                </a:solidFill>
                <a:highlight>
                  <a:srgbClr val="FFFF00"/>
                </a:highlight>
              </a:rPr>
              <a:t>Walk through the process flow and explain specific parts of your code and the underlying logic.</a:t>
            </a:r>
          </a:p>
          <a:p>
            <a:pPr lvl="1">
              <a:lnSpc>
                <a:spcPct val="120000"/>
              </a:lnSpc>
            </a:pPr>
            <a:r>
              <a:rPr lang="en-SG" dirty="0">
                <a:solidFill>
                  <a:srgbClr val="FF0000"/>
                </a:solidFill>
                <a:highlight>
                  <a:srgbClr val="FFFF00"/>
                </a:highlight>
              </a:rPr>
              <a:t>Describe how you used AI, including the tools and prompts used, and how you checked, adapted, or integrated its responses.</a:t>
            </a:r>
          </a:p>
          <a:p>
            <a:pPr lvl="1">
              <a:lnSpc>
                <a:spcPct val="120000"/>
              </a:lnSpc>
            </a:pPr>
            <a:r>
              <a:rPr lang="en-SG" dirty="0">
                <a:solidFill>
                  <a:srgbClr val="FF0000"/>
                </a:solidFill>
                <a:highlight>
                  <a:srgbClr val="FFFF00"/>
                </a:highlight>
              </a:rPr>
              <a:t>Reflect on which AI responses were useful, which were not, and why.</a:t>
            </a:r>
          </a:p>
          <a:p>
            <a:pPr lvl="1">
              <a:lnSpc>
                <a:spcPct val="120000"/>
              </a:lnSpc>
            </a:pPr>
            <a:r>
              <a:rPr lang="en-SG" dirty="0">
                <a:solidFill>
                  <a:srgbClr val="FF0000"/>
                </a:solidFill>
                <a:highlight>
                  <a:srgbClr val="FFFF00"/>
                </a:highlight>
              </a:rPr>
              <a:t>Demonstrate your understanding by modifying the program and explaining your changes.</a:t>
            </a:r>
          </a:p>
          <a:p>
            <a:endParaRPr lang="en-SG" sz="2200" dirty="0"/>
          </a:p>
        </p:txBody>
      </p:sp>
      <p:sp>
        <p:nvSpPr>
          <p:cNvPr id="2" name="Title 1">
            <a:extLst>
              <a:ext uri="{FF2B5EF4-FFF2-40B4-BE49-F238E27FC236}">
                <a16:creationId xmlns:a16="http://schemas.microsoft.com/office/drawing/2014/main" id="{21FA185A-A841-48C9-BFCD-6E67EDD62396}"/>
              </a:ext>
            </a:extLst>
          </p:cNvPr>
          <p:cNvSpPr>
            <a:spLocks noGrp="1"/>
          </p:cNvSpPr>
          <p:nvPr>
            <p:ph type="title"/>
          </p:nvPr>
        </p:nvSpPr>
        <p:spPr/>
        <p:txBody>
          <a:bodyPr/>
          <a:lstStyle/>
          <a:p>
            <a:r>
              <a:rPr lang="en-US" dirty="0"/>
              <a:t>IMPORTANT</a:t>
            </a:r>
            <a:endParaRPr lang="en-SG" dirty="0"/>
          </a:p>
        </p:txBody>
      </p:sp>
    </p:spTree>
    <p:extLst>
      <p:ext uri="{BB962C8B-B14F-4D97-AF65-F5344CB8AC3E}">
        <p14:creationId xmlns:p14="http://schemas.microsoft.com/office/powerpoint/2010/main" val="1271813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A0D84-6BCF-4B91-8D52-B6E51D5A36D9}"/>
              </a:ext>
            </a:extLst>
          </p:cNvPr>
          <p:cNvSpPr>
            <a:spLocks noGrp="1"/>
          </p:cNvSpPr>
          <p:nvPr>
            <p:ph type="body" sz="quarter" idx="14"/>
          </p:nvPr>
        </p:nvSpPr>
        <p:spPr/>
        <p:txBody>
          <a:bodyPr/>
          <a:lstStyle/>
          <a:p>
            <a:pPr marL="0" indent="0">
              <a:buNone/>
            </a:pPr>
            <a:r>
              <a:rPr lang="en-US" dirty="0"/>
              <a:t>Download the necessary documents from POLITEMALL</a:t>
            </a:r>
          </a:p>
          <a:p>
            <a:pPr marL="800100" lvl="1" indent="-342900">
              <a:lnSpc>
                <a:spcPct val="100000"/>
              </a:lnSpc>
              <a:buFont typeface="+mj-lt"/>
              <a:buAutoNum type="arabicPeriod"/>
            </a:pPr>
            <a:r>
              <a:rPr lang="en-US" sz="1600" dirty="0"/>
              <a:t>C372 FA Graded Assignment.pdf</a:t>
            </a:r>
          </a:p>
          <a:p>
            <a:pPr marL="800100" lvl="1" indent="-342900">
              <a:lnSpc>
                <a:spcPct val="100000"/>
              </a:lnSpc>
              <a:buFont typeface="+mj-lt"/>
              <a:buAutoNum type="arabicPeriod"/>
            </a:pPr>
            <a:r>
              <a:rPr lang="en-US" sz="1600" dirty="0"/>
              <a:t>C372 Graded Assignment Briefing.pptx</a:t>
            </a:r>
          </a:p>
          <a:p>
            <a:pPr marL="800100" lvl="1" indent="-342900">
              <a:lnSpc>
                <a:spcPct val="100000"/>
              </a:lnSpc>
              <a:buFont typeface="+mj-lt"/>
              <a:buAutoNum type="arabicPeriod"/>
            </a:pPr>
            <a:r>
              <a:rPr lang="en-US" sz="1600" dirty="0"/>
              <a:t>C372 FA Graded Assignment Project Report Template - STUDENT_ID - STUDENT_NAME.docx</a:t>
            </a:r>
            <a:endParaRPr lang="en-US" dirty="0"/>
          </a:p>
          <a:p>
            <a:endParaRPr lang="en-SG" dirty="0"/>
          </a:p>
        </p:txBody>
      </p:sp>
      <p:sp>
        <p:nvSpPr>
          <p:cNvPr id="2" name="Title 1">
            <a:extLst>
              <a:ext uri="{FF2B5EF4-FFF2-40B4-BE49-F238E27FC236}">
                <a16:creationId xmlns:a16="http://schemas.microsoft.com/office/drawing/2014/main" id="{5D52A7C0-4FA3-4BF5-B343-29FF28E3A346}"/>
              </a:ext>
            </a:extLst>
          </p:cNvPr>
          <p:cNvSpPr>
            <a:spLocks noGrp="1"/>
          </p:cNvSpPr>
          <p:nvPr>
            <p:ph type="title"/>
          </p:nvPr>
        </p:nvSpPr>
        <p:spPr/>
        <p:txBody>
          <a:bodyPr/>
          <a:lstStyle/>
          <a:p>
            <a:r>
              <a:rPr lang="en-US" dirty="0"/>
              <a:t>IMPORTANT</a:t>
            </a:r>
            <a:endParaRPr lang="en-SG" dirty="0"/>
          </a:p>
        </p:txBody>
      </p:sp>
    </p:spTree>
    <p:extLst>
      <p:ext uri="{BB962C8B-B14F-4D97-AF65-F5344CB8AC3E}">
        <p14:creationId xmlns:p14="http://schemas.microsoft.com/office/powerpoint/2010/main" val="3867541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4D14A-AD46-4247-A4AF-6E76312CF63D}"/>
              </a:ext>
            </a:extLst>
          </p:cNvPr>
          <p:cNvSpPr>
            <a:spLocks noGrp="1"/>
          </p:cNvSpPr>
          <p:nvPr>
            <p:ph type="body" sz="quarter" idx="14"/>
          </p:nvPr>
        </p:nvSpPr>
        <p:spPr/>
        <p:txBody>
          <a:bodyPr/>
          <a:lstStyle/>
          <a:p>
            <a:r>
              <a:rPr lang="en-US" dirty="0"/>
              <a:t>Start on your assignment as soon as possible</a:t>
            </a:r>
          </a:p>
          <a:p>
            <a:endParaRPr lang="en-US" dirty="0"/>
          </a:p>
          <a:p>
            <a:r>
              <a:rPr lang="en-SG" dirty="0"/>
              <a:t>Some concepts may be unfamiliar to you at this stage and will be covered in the coming weeks. </a:t>
            </a:r>
          </a:p>
          <a:p>
            <a:endParaRPr lang="en-SG" dirty="0"/>
          </a:p>
          <a:p>
            <a:r>
              <a:rPr lang="en-SG" dirty="0"/>
              <a:t>As you progress through the lessons, you are expected to apply what you learn and progressively build on your assignment. </a:t>
            </a:r>
          </a:p>
          <a:p>
            <a:endParaRPr lang="en-SG" dirty="0"/>
          </a:p>
          <a:p>
            <a:r>
              <a:rPr lang="en-SG" dirty="0"/>
              <a:t>You are also expected to conduct your own research to deepen your understanding and support your work.</a:t>
            </a:r>
            <a:endParaRPr lang="en-US" dirty="0"/>
          </a:p>
          <a:p>
            <a:endParaRPr lang="en-US" dirty="0"/>
          </a:p>
          <a:p>
            <a:endParaRPr lang="en-SG" dirty="0"/>
          </a:p>
        </p:txBody>
      </p:sp>
      <p:sp>
        <p:nvSpPr>
          <p:cNvPr id="2" name="Title 1">
            <a:extLst>
              <a:ext uri="{FF2B5EF4-FFF2-40B4-BE49-F238E27FC236}">
                <a16:creationId xmlns:a16="http://schemas.microsoft.com/office/drawing/2014/main" id="{58279032-A3A0-49AB-8488-B6B16B83F5B4}"/>
              </a:ext>
            </a:extLst>
          </p:cNvPr>
          <p:cNvSpPr>
            <a:spLocks noGrp="1"/>
          </p:cNvSpPr>
          <p:nvPr>
            <p:ph type="title"/>
          </p:nvPr>
        </p:nvSpPr>
        <p:spPr/>
        <p:txBody>
          <a:bodyPr/>
          <a:lstStyle/>
          <a:p>
            <a:r>
              <a:rPr lang="en-US" dirty="0"/>
              <a:t>IMPORTANT</a:t>
            </a:r>
            <a:endParaRPr lang="en-SG" dirty="0"/>
          </a:p>
        </p:txBody>
      </p:sp>
    </p:spTree>
    <p:extLst>
      <p:ext uri="{BB962C8B-B14F-4D97-AF65-F5344CB8AC3E}">
        <p14:creationId xmlns:p14="http://schemas.microsoft.com/office/powerpoint/2010/main" val="963853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949D1-9E81-766B-5D58-63935D262DE3}"/>
              </a:ext>
            </a:extLst>
          </p:cNvPr>
          <p:cNvSpPr>
            <a:spLocks noGrp="1"/>
          </p:cNvSpPr>
          <p:nvPr>
            <p:ph type="body" sz="quarter" idx="14"/>
          </p:nvPr>
        </p:nvSpPr>
        <p:spPr/>
        <p:txBody>
          <a:bodyPr>
            <a:normAutofit lnSpcReduction="10000"/>
          </a:bodyPr>
          <a:lstStyle/>
          <a:p>
            <a:r>
              <a:rPr lang="en-SG" dirty="0"/>
              <a:t>Students are permitted to use AI tools (e.g., ChatGPT, GitHub Copilot) to support their work for this assessment. However, any use of AI-generated content must be </a:t>
            </a:r>
            <a:r>
              <a:rPr lang="en-SG" b="1" dirty="0"/>
              <a:t>clearly acknowledged during the project presentation</a:t>
            </a:r>
            <a:r>
              <a:rPr lang="en-SG" dirty="0"/>
              <a:t>. </a:t>
            </a:r>
          </a:p>
          <a:p>
            <a:endParaRPr lang="en-SG" dirty="0"/>
          </a:p>
          <a:p>
            <a:r>
              <a:rPr lang="en-SG" dirty="0"/>
              <a:t>Students must indicate: </a:t>
            </a:r>
          </a:p>
          <a:p>
            <a:pPr lvl="1"/>
            <a:r>
              <a:rPr lang="en-SG" dirty="0"/>
              <a:t>The AI tool(s) used </a:t>
            </a:r>
          </a:p>
          <a:p>
            <a:pPr lvl="1"/>
            <a:r>
              <a:rPr lang="en-SG" dirty="0"/>
              <a:t>The input prompts provided </a:t>
            </a:r>
          </a:p>
          <a:p>
            <a:pPr lvl="1"/>
            <a:r>
              <a:rPr lang="en-SG" dirty="0"/>
              <a:t>Which parts of the code or content were generated or assisted by AI </a:t>
            </a:r>
          </a:p>
          <a:p>
            <a:pPr lvl="1"/>
            <a:r>
              <a:rPr lang="en-SG" dirty="0"/>
              <a:t>How the generated responses were adapted or integrated into the work </a:t>
            </a:r>
          </a:p>
          <a:p>
            <a:pPr marL="0" indent="0">
              <a:buNone/>
            </a:pPr>
            <a:endParaRPr lang="en-SG" dirty="0"/>
          </a:p>
          <a:p>
            <a:r>
              <a:rPr lang="en-SG" dirty="0">
                <a:solidFill>
                  <a:srgbClr val="FF0000"/>
                </a:solidFill>
              </a:rPr>
              <a:t>Failure to provide acknowledgement of the use of the AI tool(s) is tantamount to plagiarism and should be dealt with in accordance to RP’s Rules and Regulations pertaining to academic integrity.</a:t>
            </a:r>
          </a:p>
          <a:p>
            <a:endParaRPr lang="en-SG" sz="2000" dirty="0"/>
          </a:p>
        </p:txBody>
      </p:sp>
      <p:sp>
        <p:nvSpPr>
          <p:cNvPr id="2" name="Title 1">
            <a:extLst>
              <a:ext uri="{FF2B5EF4-FFF2-40B4-BE49-F238E27FC236}">
                <a16:creationId xmlns:a16="http://schemas.microsoft.com/office/drawing/2014/main" id="{A4BD018A-6982-81B0-9F3C-794C440899F1}"/>
              </a:ext>
            </a:extLst>
          </p:cNvPr>
          <p:cNvSpPr>
            <a:spLocks noGrp="1"/>
          </p:cNvSpPr>
          <p:nvPr>
            <p:ph type="title"/>
          </p:nvPr>
        </p:nvSpPr>
        <p:spPr/>
        <p:txBody>
          <a:bodyPr>
            <a:normAutofit/>
          </a:bodyPr>
          <a:lstStyle/>
          <a:p>
            <a:r>
              <a:rPr lang="en-US" dirty="0"/>
              <a:t>Use of AI tools</a:t>
            </a:r>
            <a:endParaRPr lang="en-SG" dirty="0"/>
          </a:p>
        </p:txBody>
      </p:sp>
      <p:sp>
        <p:nvSpPr>
          <p:cNvPr id="4" name="TextBox 3">
            <a:extLst>
              <a:ext uri="{FF2B5EF4-FFF2-40B4-BE49-F238E27FC236}">
                <a16:creationId xmlns:a16="http://schemas.microsoft.com/office/drawing/2014/main" id="{4B414DF1-E1C5-A922-0632-276739EB1D8D}"/>
              </a:ext>
            </a:extLst>
          </p:cNvPr>
          <p:cNvSpPr txBox="1"/>
          <p:nvPr/>
        </p:nvSpPr>
        <p:spPr>
          <a:xfrm>
            <a:off x="561976" y="6165320"/>
            <a:ext cx="6984733" cy="369332"/>
          </a:xfrm>
          <a:prstGeom prst="rect">
            <a:avLst/>
          </a:prstGeom>
          <a:noFill/>
        </p:spPr>
        <p:txBody>
          <a:bodyPr wrap="none" rtlCol="0">
            <a:spAutoFit/>
          </a:bodyPr>
          <a:lstStyle/>
          <a:p>
            <a:r>
              <a:rPr lang="en-US" dirty="0">
                <a:hlinkClick r:id="rId2"/>
              </a:rPr>
              <a:t>Student Handbook - </a:t>
            </a:r>
            <a:r>
              <a:rPr lang="en-US" dirty="0" err="1">
                <a:hlinkClick r:id="rId2"/>
              </a:rPr>
              <a:t>Summative_assessment_rules_and_regulations</a:t>
            </a:r>
            <a:endParaRPr lang="en-SG" dirty="0"/>
          </a:p>
        </p:txBody>
      </p:sp>
    </p:spTree>
    <p:extLst>
      <p:ext uri="{BB962C8B-B14F-4D97-AF65-F5344CB8AC3E}">
        <p14:creationId xmlns:p14="http://schemas.microsoft.com/office/powerpoint/2010/main" val="1099716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A6AB5D-0348-41F6-B58D-D42504CBE7BC}"/>
              </a:ext>
            </a:extLst>
          </p:cNvPr>
          <p:cNvSpPr>
            <a:spLocks noGrp="1"/>
          </p:cNvSpPr>
          <p:nvPr>
            <p:ph type="body" sz="quarter" idx="14"/>
          </p:nvPr>
        </p:nvSpPr>
        <p:spPr/>
        <p:txBody>
          <a:bodyPr>
            <a:normAutofit/>
          </a:bodyPr>
          <a:lstStyle/>
          <a:p>
            <a:r>
              <a:rPr lang="en-SG" sz="2000" dirty="0"/>
              <a:t>You are reminded to maintain academic integrity at all times and must not share your assignment with other students.</a:t>
            </a:r>
          </a:p>
          <a:p>
            <a:endParaRPr lang="en-SG" sz="2000" dirty="0">
              <a:solidFill>
                <a:srgbClr val="FF0000"/>
              </a:solidFill>
            </a:endParaRPr>
          </a:p>
          <a:p>
            <a:r>
              <a:rPr lang="en-SG" sz="2000" dirty="0">
                <a:solidFill>
                  <a:srgbClr val="FF0000"/>
                </a:solidFill>
              </a:rPr>
              <a:t>Any student caught infringing any of the Assessment Rules and Regulations in any way is liable to disciplinary action including, but not limited to:</a:t>
            </a:r>
          </a:p>
          <a:p>
            <a:pPr lvl="1"/>
            <a:r>
              <a:rPr lang="en-SG" dirty="0">
                <a:solidFill>
                  <a:srgbClr val="FF0000"/>
                </a:solidFill>
              </a:rPr>
              <a:t>an outright failure for the Assessment, and </a:t>
            </a:r>
          </a:p>
          <a:p>
            <a:pPr lvl="1"/>
            <a:r>
              <a:rPr lang="en-SG" dirty="0">
                <a:solidFill>
                  <a:srgbClr val="FF0000"/>
                </a:solidFill>
              </a:rPr>
              <a:t>downgrading of the Module Grade. </a:t>
            </a:r>
          </a:p>
          <a:p>
            <a:endParaRPr lang="en-SG" sz="2000" dirty="0"/>
          </a:p>
          <a:p>
            <a:r>
              <a:rPr lang="en-SG" sz="2000" dirty="0"/>
              <a:t>More severe penalties can be imposed on a student caught cheating in an Assessment including suspension or even dismissal from the Polytechnic.</a:t>
            </a:r>
          </a:p>
          <a:p>
            <a:r>
              <a:rPr lang="en-US" sz="2000" dirty="0">
                <a:solidFill>
                  <a:srgbClr val="6FB01E"/>
                </a:solidFill>
              </a:rPr>
              <a:t>More information can be found in the online Student Handbook </a:t>
            </a:r>
            <a:r>
              <a:rPr lang="en-US" sz="1050" dirty="0">
                <a:solidFill>
                  <a:srgbClr val="6FB01E"/>
                </a:solidFill>
                <a:hlinkClick r:id="rId2"/>
              </a:rPr>
              <a:t>https://myrp.sharepoint.com/sites/StudentHandbook/SitePages/summative_assessment_rules_and_regulations.aspx</a:t>
            </a:r>
            <a:r>
              <a:rPr lang="en-US" sz="1050" dirty="0">
                <a:solidFill>
                  <a:srgbClr val="6FB01E"/>
                </a:solidFill>
              </a:rPr>
              <a:t> </a:t>
            </a:r>
          </a:p>
          <a:p>
            <a:endParaRPr lang="en-SG" sz="1200" dirty="0"/>
          </a:p>
        </p:txBody>
      </p:sp>
      <p:sp>
        <p:nvSpPr>
          <p:cNvPr id="2" name="Title 1">
            <a:extLst>
              <a:ext uri="{FF2B5EF4-FFF2-40B4-BE49-F238E27FC236}">
                <a16:creationId xmlns:a16="http://schemas.microsoft.com/office/drawing/2014/main" id="{CDF1C798-2BE4-4062-907E-F0BDE94F8425}"/>
              </a:ext>
            </a:extLst>
          </p:cNvPr>
          <p:cNvSpPr>
            <a:spLocks noGrp="1"/>
          </p:cNvSpPr>
          <p:nvPr>
            <p:ph type="title"/>
          </p:nvPr>
        </p:nvSpPr>
        <p:spPr/>
        <p:txBody>
          <a:bodyPr>
            <a:normAutofit/>
          </a:bodyPr>
          <a:lstStyle/>
          <a:p>
            <a:r>
              <a:rPr lang="en-SG" dirty="0"/>
              <a:t>Academic Integrity</a:t>
            </a:r>
          </a:p>
        </p:txBody>
      </p:sp>
    </p:spTree>
    <p:extLst>
      <p:ext uri="{BB962C8B-B14F-4D97-AF65-F5344CB8AC3E}">
        <p14:creationId xmlns:p14="http://schemas.microsoft.com/office/powerpoint/2010/main" val="169166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8E9A28-06D2-4D47-90D7-8A5238EF0AC7}"/>
              </a:ext>
            </a:extLst>
          </p:cNvPr>
          <p:cNvSpPr>
            <a:spLocks noGrp="1"/>
          </p:cNvSpPr>
          <p:nvPr>
            <p:ph type="body" sz="quarter" idx="14"/>
          </p:nvPr>
        </p:nvSpPr>
        <p:spPr/>
        <p:txBody>
          <a:bodyPr/>
          <a:lstStyle/>
          <a:p>
            <a:r>
              <a:rPr lang="en-US" dirty="0"/>
              <a:t>All code submitted must have the following at the top of the file with their details filled in:</a:t>
            </a:r>
          </a:p>
          <a:p>
            <a:endParaRPr lang="en-SG" dirty="0"/>
          </a:p>
        </p:txBody>
      </p:sp>
      <p:sp>
        <p:nvSpPr>
          <p:cNvPr id="2" name="Title 1">
            <a:extLst>
              <a:ext uri="{FF2B5EF4-FFF2-40B4-BE49-F238E27FC236}">
                <a16:creationId xmlns:a16="http://schemas.microsoft.com/office/drawing/2014/main" id="{DEC02FD9-25F1-47A8-9957-AB9B4D322D32}"/>
              </a:ext>
            </a:extLst>
          </p:cNvPr>
          <p:cNvSpPr>
            <a:spLocks noGrp="1"/>
          </p:cNvSpPr>
          <p:nvPr>
            <p:ph type="title"/>
          </p:nvPr>
        </p:nvSpPr>
        <p:spPr/>
        <p:txBody>
          <a:bodyPr/>
          <a:lstStyle/>
          <a:p>
            <a:r>
              <a:rPr lang="en-SG" dirty="0"/>
              <a:t>Administrative Matters </a:t>
            </a:r>
          </a:p>
        </p:txBody>
      </p:sp>
      <p:sp>
        <p:nvSpPr>
          <p:cNvPr id="4" name="TextBox 3">
            <a:extLst>
              <a:ext uri="{FF2B5EF4-FFF2-40B4-BE49-F238E27FC236}">
                <a16:creationId xmlns:a16="http://schemas.microsoft.com/office/drawing/2014/main" id="{F8568A70-0DA6-46D5-9F5C-B53E48E7157B}"/>
              </a:ext>
            </a:extLst>
          </p:cNvPr>
          <p:cNvSpPr txBox="1"/>
          <p:nvPr/>
        </p:nvSpPr>
        <p:spPr>
          <a:xfrm>
            <a:off x="1001712" y="2697824"/>
            <a:ext cx="8036174" cy="2862322"/>
          </a:xfrm>
          <a:prstGeom prst="rect">
            <a:avLst/>
          </a:prstGeom>
          <a:noFill/>
        </p:spPr>
        <p:txBody>
          <a:bodyPr wrap="none" rtlCol="0">
            <a:spAutoFit/>
          </a:bodyPr>
          <a:lstStyle/>
          <a:p>
            <a:endParaRPr lang="en-SG" dirty="0">
              <a:latin typeface="Consolas" panose="020B0609020204030204" pitchFamily="49" charset="0"/>
            </a:endParaRPr>
          </a:p>
          <a:p>
            <a:r>
              <a:rPr lang="en-SG" dirty="0">
                <a:latin typeface="Consolas" panose="020B0609020204030204" pitchFamily="49" charset="0"/>
              </a:rPr>
              <a:t> I declare that this code was written by me. </a:t>
            </a:r>
          </a:p>
          <a:p>
            <a:r>
              <a:rPr lang="en-SG" dirty="0">
                <a:latin typeface="Consolas" panose="020B0609020204030204" pitchFamily="49" charset="0"/>
              </a:rPr>
              <a:t> I will not copy or allow others to copy my code. </a:t>
            </a:r>
          </a:p>
          <a:p>
            <a:r>
              <a:rPr lang="en-SG" dirty="0">
                <a:latin typeface="Consolas" panose="020B0609020204030204" pitchFamily="49" charset="0"/>
              </a:rPr>
              <a:t> I understand that copying code is considered as plagiarism.</a:t>
            </a:r>
          </a:p>
          <a:p>
            <a:r>
              <a:rPr lang="en-SG" dirty="0">
                <a:latin typeface="Consolas" panose="020B0609020204030204" pitchFamily="49" charset="0"/>
              </a:rPr>
              <a:t> </a:t>
            </a:r>
          </a:p>
          <a:p>
            <a:r>
              <a:rPr lang="en-SG" dirty="0">
                <a:latin typeface="Consolas" panose="020B0609020204030204" pitchFamily="49" charset="0"/>
              </a:rPr>
              <a:t> Student Name: </a:t>
            </a:r>
          </a:p>
          <a:p>
            <a:r>
              <a:rPr lang="en-SG" dirty="0">
                <a:latin typeface="Consolas" panose="020B0609020204030204" pitchFamily="49" charset="0"/>
              </a:rPr>
              <a:t> Student ID:</a:t>
            </a:r>
          </a:p>
          <a:p>
            <a:r>
              <a:rPr lang="en-SG" dirty="0">
                <a:latin typeface="Consolas" panose="020B0609020204030204" pitchFamily="49" charset="0"/>
              </a:rPr>
              <a:t> Class:</a:t>
            </a:r>
          </a:p>
          <a:p>
            <a:r>
              <a:rPr lang="en-SG" dirty="0">
                <a:latin typeface="Consolas" panose="020B0609020204030204" pitchFamily="49" charset="0"/>
              </a:rPr>
              <a:t> Date created:</a:t>
            </a:r>
          </a:p>
          <a:p>
            <a:r>
              <a:rPr lang="en-SG" dirty="0">
                <a:latin typeface="Consolas" panose="020B0609020204030204" pitchFamily="49" charset="0"/>
              </a:rPr>
              <a:t> </a:t>
            </a:r>
          </a:p>
        </p:txBody>
      </p:sp>
    </p:spTree>
    <p:extLst>
      <p:ext uri="{BB962C8B-B14F-4D97-AF65-F5344CB8AC3E}">
        <p14:creationId xmlns:p14="http://schemas.microsoft.com/office/powerpoint/2010/main" val="2452480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C381A-D2DB-439B-8A45-F235E798BAD9}"/>
              </a:ext>
            </a:extLst>
          </p:cNvPr>
          <p:cNvSpPr>
            <a:spLocks noGrp="1"/>
          </p:cNvSpPr>
          <p:nvPr>
            <p:ph type="body" sz="quarter" idx="14"/>
          </p:nvPr>
        </p:nvSpPr>
        <p:spPr/>
        <p:txBody>
          <a:bodyPr/>
          <a:lstStyle/>
          <a:p>
            <a:r>
              <a:rPr lang="en-US" dirty="0"/>
              <a:t>Penalties will be applied for late submissions. </a:t>
            </a:r>
          </a:p>
          <a:p>
            <a:endParaRPr lang="en-SG" dirty="0"/>
          </a:p>
        </p:txBody>
      </p:sp>
      <p:sp>
        <p:nvSpPr>
          <p:cNvPr id="2" name="Title 1">
            <a:extLst>
              <a:ext uri="{FF2B5EF4-FFF2-40B4-BE49-F238E27FC236}">
                <a16:creationId xmlns:a16="http://schemas.microsoft.com/office/drawing/2014/main" id="{590C35A9-3AD0-4C4D-AE56-170F5AD0ADF1}"/>
              </a:ext>
            </a:extLst>
          </p:cNvPr>
          <p:cNvSpPr>
            <a:spLocks noGrp="1"/>
          </p:cNvSpPr>
          <p:nvPr>
            <p:ph type="title"/>
          </p:nvPr>
        </p:nvSpPr>
        <p:spPr/>
        <p:txBody>
          <a:bodyPr/>
          <a:lstStyle/>
          <a:p>
            <a:r>
              <a:rPr lang="en-SG" dirty="0"/>
              <a:t>Administrative Matters </a:t>
            </a:r>
          </a:p>
        </p:txBody>
      </p:sp>
      <p:pic>
        <p:nvPicPr>
          <p:cNvPr id="5" name="Picture 4">
            <a:extLst>
              <a:ext uri="{FF2B5EF4-FFF2-40B4-BE49-F238E27FC236}">
                <a16:creationId xmlns:a16="http://schemas.microsoft.com/office/drawing/2014/main" id="{CD944F17-147C-6998-D55A-E5F418782905}"/>
              </a:ext>
            </a:extLst>
          </p:cNvPr>
          <p:cNvPicPr>
            <a:picLocks noChangeAspect="1"/>
          </p:cNvPicPr>
          <p:nvPr/>
        </p:nvPicPr>
        <p:blipFill>
          <a:blip r:embed="rId2"/>
          <a:stretch>
            <a:fillRect/>
          </a:stretch>
        </p:blipFill>
        <p:spPr>
          <a:xfrm>
            <a:off x="349033" y="2104957"/>
            <a:ext cx="8445934" cy="2648086"/>
          </a:xfrm>
          <a:prstGeom prst="rect">
            <a:avLst/>
          </a:prstGeom>
        </p:spPr>
      </p:pic>
    </p:spTree>
    <p:extLst>
      <p:ext uri="{BB962C8B-B14F-4D97-AF65-F5344CB8AC3E}">
        <p14:creationId xmlns:p14="http://schemas.microsoft.com/office/powerpoint/2010/main" val="2299887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9FF88F-0066-4FC7-887C-1D67C65CEF8D}"/>
              </a:ext>
            </a:extLst>
          </p:cNvPr>
          <p:cNvSpPr>
            <a:spLocks noGrp="1"/>
          </p:cNvSpPr>
          <p:nvPr>
            <p:ph type="body" sz="quarter" idx="14"/>
          </p:nvPr>
        </p:nvSpPr>
        <p:spPr/>
        <p:txBody>
          <a:bodyPr/>
          <a:lstStyle/>
          <a:p>
            <a:r>
              <a:rPr lang="en-US" dirty="0"/>
              <a:t>Final Assessment GA document released in Week 2</a:t>
            </a:r>
          </a:p>
          <a:p>
            <a:endParaRPr lang="en-US" dirty="0"/>
          </a:p>
          <a:p>
            <a:r>
              <a:rPr lang="en-US" dirty="0"/>
              <a:t>Milestone submissions:</a:t>
            </a:r>
          </a:p>
          <a:p>
            <a:pPr lvl="1"/>
            <a:r>
              <a:rPr lang="en-US" dirty="0"/>
              <a:t>Milestone 1 - Week 6, submit in </a:t>
            </a:r>
            <a:r>
              <a:rPr lang="en-US" b="1" dirty="0">
                <a:solidFill>
                  <a:srgbClr val="FF0000"/>
                </a:solidFill>
              </a:rPr>
              <a:t>SA3 system</a:t>
            </a:r>
            <a:endParaRPr lang="en-US" dirty="0"/>
          </a:p>
          <a:p>
            <a:pPr lvl="1"/>
            <a:r>
              <a:rPr lang="en-US" dirty="0"/>
              <a:t>Milestone 2 - Week 8, submit in </a:t>
            </a:r>
            <a:r>
              <a:rPr lang="en-US" b="1" dirty="0">
                <a:solidFill>
                  <a:srgbClr val="FF0000"/>
                </a:solidFill>
              </a:rPr>
              <a:t>SA3 system</a:t>
            </a:r>
          </a:p>
          <a:p>
            <a:endParaRPr lang="en-US" dirty="0"/>
          </a:p>
          <a:p>
            <a:r>
              <a:rPr lang="en-US" dirty="0"/>
              <a:t>FA Final submission, submit in </a:t>
            </a:r>
            <a:r>
              <a:rPr lang="en-US" b="1" dirty="0">
                <a:solidFill>
                  <a:srgbClr val="FF0000"/>
                </a:solidFill>
              </a:rPr>
              <a:t>SA3 system</a:t>
            </a:r>
            <a:r>
              <a:rPr lang="en-US" dirty="0"/>
              <a:t> by week 11, </a:t>
            </a:r>
            <a:r>
              <a:rPr lang="en-US" b="1" dirty="0">
                <a:highlight>
                  <a:srgbClr val="FFFF00"/>
                </a:highlight>
              </a:rPr>
              <a:t>Friday, 29 January 2026, 11:59 PM (2359H)</a:t>
            </a:r>
          </a:p>
          <a:p>
            <a:endParaRPr lang="en-US" b="1" dirty="0">
              <a:highlight>
                <a:srgbClr val="FFFF00"/>
              </a:highlight>
            </a:endParaRPr>
          </a:p>
          <a:p>
            <a:r>
              <a:rPr lang="en-US" dirty="0">
                <a:highlight>
                  <a:srgbClr val="FFFF00"/>
                </a:highlight>
              </a:rPr>
              <a:t>FA Interview: Week 12</a:t>
            </a:r>
          </a:p>
          <a:p>
            <a:pPr lvl="1"/>
            <a:endParaRPr lang="en-US" dirty="0"/>
          </a:p>
          <a:p>
            <a:endParaRPr lang="en-US" dirty="0"/>
          </a:p>
        </p:txBody>
      </p:sp>
      <p:sp>
        <p:nvSpPr>
          <p:cNvPr id="2" name="Title 1">
            <a:extLst>
              <a:ext uri="{FF2B5EF4-FFF2-40B4-BE49-F238E27FC236}">
                <a16:creationId xmlns:a16="http://schemas.microsoft.com/office/drawing/2014/main" id="{7A24440D-D5A0-4CB1-9FE5-671577C696B5}"/>
              </a:ext>
            </a:extLst>
          </p:cNvPr>
          <p:cNvSpPr>
            <a:spLocks noGrp="1"/>
          </p:cNvSpPr>
          <p:nvPr>
            <p:ph type="title"/>
          </p:nvPr>
        </p:nvSpPr>
        <p:spPr/>
        <p:txBody>
          <a:bodyPr/>
          <a:lstStyle/>
          <a:p>
            <a:r>
              <a:rPr lang="en-US" dirty="0"/>
              <a:t>Submissions</a:t>
            </a:r>
            <a:endParaRPr lang="en-SG" dirty="0"/>
          </a:p>
        </p:txBody>
      </p:sp>
    </p:spTree>
    <p:extLst>
      <p:ext uri="{BB962C8B-B14F-4D97-AF65-F5344CB8AC3E}">
        <p14:creationId xmlns:p14="http://schemas.microsoft.com/office/powerpoint/2010/main" val="2095894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898233-AABA-4420-BD25-3642C3B6D12C}"/>
              </a:ext>
            </a:extLst>
          </p:cNvPr>
          <p:cNvSpPr>
            <a:spLocks noGrp="1"/>
          </p:cNvSpPr>
          <p:nvPr>
            <p:ph type="body" sz="quarter" idx="14"/>
          </p:nvPr>
        </p:nvSpPr>
        <p:spPr/>
        <p:txBody>
          <a:bodyPr>
            <a:normAutofit/>
          </a:bodyPr>
          <a:lstStyle/>
          <a:p>
            <a:r>
              <a:rPr lang="en-US" dirty="0"/>
              <a:t>You may submit your work in progress at any time before the submission deadlines for this assignment. </a:t>
            </a:r>
          </a:p>
          <a:p>
            <a:endParaRPr lang="en-US" dirty="0"/>
          </a:p>
          <a:p>
            <a:r>
              <a:rPr lang="en-US" dirty="0"/>
              <a:t>Do not wait till the last hour or minute to submit your work. </a:t>
            </a:r>
          </a:p>
          <a:p>
            <a:endParaRPr lang="en-US" dirty="0"/>
          </a:p>
          <a:p>
            <a:r>
              <a:rPr lang="en-US" dirty="0"/>
              <a:t>It is your responsibility to make regular backups of your work on your own HDD/thumb drives.</a:t>
            </a:r>
          </a:p>
          <a:p>
            <a:endParaRPr lang="en-SG" dirty="0"/>
          </a:p>
        </p:txBody>
      </p:sp>
      <p:sp>
        <p:nvSpPr>
          <p:cNvPr id="2" name="Title 1">
            <a:extLst>
              <a:ext uri="{FF2B5EF4-FFF2-40B4-BE49-F238E27FC236}">
                <a16:creationId xmlns:a16="http://schemas.microsoft.com/office/drawing/2014/main" id="{7253341C-EA10-443A-9409-977553113306}"/>
              </a:ext>
            </a:extLst>
          </p:cNvPr>
          <p:cNvSpPr>
            <a:spLocks noGrp="1"/>
          </p:cNvSpPr>
          <p:nvPr>
            <p:ph type="title"/>
          </p:nvPr>
        </p:nvSpPr>
        <p:spPr/>
        <p:txBody>
          <a:bodyPr/>
          <a:lstStyle/>
          <a:p>
            <a:r>
              <a:rPr lang="en-SG" dirty="0"/>
              <a:t>Recommendations</a:t>
            </a:r>
          </a:p>
        </p:txBody>
      </p:sp>
    </p:spTree>
    <p:extLst>
      <p:ext uri="{BB962C8B-B14F-4D97-AF65-F5344CB8AC3E}">
        <p14:creationId xmlns:p14="http://schemas.microsoft.com/office/powerpoint/2010/main" val="346841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4B37F4-F764-0220-313F-78E4120D3C06}"/>
              </a:ext>
            </a:extLst>
          </p:cNvPr>
          <p:cNvSpPr>
            <a:spLocks noGrp="1"/>
          </p:cNvSpPr>
          <p:nvPr>
            <p:ph type="body" sz="quarter" idx="13"/>
          </p:nvPr>
        </p:nvSpPr>
        <p:spPr/>
        <p:txBody>
          <a:bodyPr/>
          <a:lstStyle/>
          <a:p>
            <a:r>
              <a:rPr lang="en-SG" dirty="0"/>
              <a:t>Refer to C372 FA Graded Assignment.pdf for detailed project requirements</a:t>
            </a:r>
          </a:p>
        </p:txBody>
      </p:sp>
      <p:sp>
        <p:nvSpPr>
          <p:cNvPr id="3" name="Title 2">
            <a:extLst>
              <a:ext uri="{FF2B5EF4-FFF2-40B4-BE49-F238E27FC236}">
                <a16:creationId xmlns:a16="http://schemas.microsoft.com/office/drawing/2014/main" id="{F9092163-AD6B-19A9-C64E-768D4D9BDDEF}"/>
              </a:ext>
            </a:extLst>
          </p:cNvPr>
          <p:cNvSpPr>
            <a:spLocks noGrp="1"/>
          </p:cNvSpPr>
          <p:nvPr>
            <p:ph type="title"/>
          </p:nvPr>
        </p:nvSpPr>
        <p:spPr/>
        <p:txBody>
          <a:bodyPr/>
          <a:lstStyle/>
          <a:p>
            <a:r>
              <a:rPr lang="en-SG" sz="4400" dirty="0"/>
              <a:t>Graded Assignment Project Requirements Discussion</a:t>
            </a:r>
          </a:p>
        </p:txBody>
      </p:sp>
    </p:spTree>
    <p:extLst>
      <p:ext uri="{BB962C8B-B14F-4D97-AF65-F5344CB8AC3E}">
        <p14:creationId xmlns:p14="http://schemas.microsoft.com/office/powerpoint/2010/main" val="3709993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3C1740-909F-B964-F0AF-8AF4D07D381B}"/>
              </a:ext>
            </a:extLst>
          </p:cNvPr>
          <p:cNvSpPr>
            <a:spLocks noGrp="1"/>
          </p:cNvSpPr>
          <p:nvPr>
            <p:ph type="body" sz="quarter" idx="14"/>
          </p:nvPr>
        </p:nvSpPr>
        <p:spPr/>
        <p:txBody>
          <a:bodyPr/>
          <a:lstStyle/>
          <a:p>
            <a:endParaRPr lang="en-SG"/>
          </a:p>
        </p:txBody>
      </p:sp>
      <p:sp>
        <p:nvSpPr>
          <p:cNvPr id="2" name="Title 1">
            <a:extLst>
              <a:ext uri="{FF2B5EF4-FFF2-40B4-BE49-F238E27FC236}">
                <a16:creationId xmlns:a16="http://schemas.microsoft.com/office/drawing/2014/main" id="{EA20A9CF-2822-4908-A983-BFA31010DEBF}"/>
              </a:ext>
            </a:extLst>
          </p:cNvPr>
          <p:cNvSpPr>
            <a:spLocks noGrp="1"/>
          </p:cNvSpPr>
          <p:nvPr>
            <p:ph type="title"/>
          </p:nvPr>
        </p:nvSpPr>
        <p:spPr/>
        <p:txBody>
          <a:bodyPr/>
          <a:lstStyle/>
          <a:p>
            <a:r>
              <a:rPr lang="en-US" dirty="0"/>
              <a:t>Questions?</a:t>
            </a:r>
            <a:endParaRPr lang="en-SG" dirty="0"/>
          </a:p>
        </p:txBody>
      </p:sp>
    </p:spTree>
    <p:extLst>
      <p:ext uri="{BB962C8B-B14F-4D97-AF65-F5344CB8AC3E}">
        <p14:creationId xmlns:p14="http://schemas.microsoft.com/office/powerpoint/2010/main" val="2220660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P PPT Slide Template (4-3)">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0FFADE0CA6CE64BB6A624FEE266869E" ma:contentTypeVersion="0" ma:contentTypeDescription="Create a new document." ma:contentTypeScope="" ma:versionID="a14e8c195a7f6f6c0b41419224a925b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FE42E54A-1BA7-49AB-BF75-5C0F4C2E387A}">
  <ds:schemaRefs>
    <ds:schemaRef ds:uri="http://schemas.microsoft.com/sharepoint/v3/contenttype/forms"/>
  </ds:schemaRefs>
</ds:datastoreItem>
</file>

<file path=customXml/itemProps2.xml><?xml version="1.0" encoding="utf-8"?>
<ds:datastoreItem xmlns:ds="http://schemas.openxmlformats.org/officeDocument/2006/customXml" ds:itemID="{E0DC1BB2-6377-43DA-BF8B-F8081F9F03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FC1F916-8138-43C8-8AF9-7993F3E3DCCA}">
  <ds:schemaRef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 ds:uri="http://purl.org/dc/elements/1.1/"/>
  </ds:schemaRefs>
</ds:datastoreItem>
</file>

<file path=docMetadata/LabelInfo.xml><?xml version="1.0" encoding="utf-8"?>
<clbl:labelList xmlns:clbl="http://schemas.microsoft.com/office/2020/mipLabelMetadata">
  <clbl:label id="{b70f6a2e-9a0b-44bc-9fcb-55781401e2f0}" enabled="1" method="Standard" siteId="{f688b0d0-79f0-40a4-8644-35fcdee9d0f3}" removed="0"/>
</clbl:labelList>
</file>

<file path=docProps/app.xml><?xml version="1.0" encoding="utf-8"?>
<Properties xmlns="http://schemas.openxmlformats.org/officeDocument/2006/extended-properties" xmlns:vt="http://schemas.openxmlformats.org/officeDocument/2006/docPropsVTypes">
  <TotalTime>12419</TotalTime>
  <Words>833</Words>
  <Application>Microsoft Office PowerPoint</Application>
  <PresentationFormat>On-screen Show (4:3)</PresentationFormat>
  <Paragraphs>100</Paragraphs>
  <Slides>14</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Aptos</vt:lpstr>
      <vt:lpstr>Arial</vt:lpstr>
      <vt:lpstr>Arial Black</vt:lpstr>
      <vt:lpstr>Calibri</vt:lpstr>
      <vt:lpstr>Consolas</vt:lpstr>
      <vt:lpstr>Courier New</vt:lpstr>
      <vt:lpstr>Office Theme</vt:lpstr>
      <vt:lpstr>RP PPT Slide Template (4-3)</vt:lpstr>
      <vt:lpstr>C372 Payment Technologies  </vt:lpstr>
      <vt:lpstr>FA Graded Assignment </vt:lpstr>
      <vt:lpstr>IMPORTANT</vt:lpstr>
      <vt:lpstr>IMPORTANT</vt:lpstr>
      <vt:lpstr>IMPORTANT</vt:lpstr>
      <vt:lpstr>IMPORTANT</vt:lpstr>
      <vt:lpstr>Use of AI tools</vt:lpstr>
      <vt:lpstr>Academic Integrity</vt:lpstr>
      <vt:lpstr>Administrative Matters </vt:lpstr>
      <vt:lpstr>Administrative Matters </vt:lpstr>
      <vt:lpstr>Submissions</vt:lpstr>
      <vt:lpstr>Recommendations</vt:lpstr>
      <vt:lpstr>Graded Assignment Project Requirements Discussion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Yanzo</dc:creator>
  <cp:lastModifiedBy>Magdalene Lim (RP)</cp:lastModifiedBy>
  <cp:revision>747</cp:revision>
  <dcterms:created xsi:type="dcterms:W3CDTF">2011-06-07T03:26:48Z</dcterms:created>
  <dcterms:modified xsi:type="dcterms:W3CDTF">2026-10-25T02:49:51Z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0x01010090FFADE0CA6CE64BB6A624FEE266869E</vt:lpwstr>
  </property>
  <property fmtid="{D5CDD505-2E9C-101B-9397-08002B2CF9AE}" pid="3" name="MSIP_Label_b70f6a2e-9a0b-44bc-9fcb-55781401e2f0_Enabled">
    <vt:lpwstr>true</vt:lpwstr>
  </property>
  <property fmtid="{D5CDD505-2E9C-101B-9397-08002B2CF9AE}" pid="4" name="MSIP_Label_b70f6a2e-9a0b-44bc-9fcb-55781401e2f0_SetDate">
    <vt:lpwstr>2021-10-19T00:24:14Z</vt:lpwstr>
  </property>
  <property fmtid="{D5CDD505-2E9C-101B-9397-08002B2CF9AE}" pid="5" name="MSIP_Label_b70f6a2e-9a0b-44bc-9fcb-55781401e2f0_Method">
    <vt:lpwstr>Standard</vt:lpwstr>
  </property>
  <property fmtid="{D5CDD505-2E9C-101B-9397-08002B2CF9AE}" pid="6" name="MSIP_Label_b70f6a2e-9a0b-44bc-9fcb-55781401e2f0_Name">
    <vt:lpwstr>NON-SENSITIVE</vt:lpwstr>
  </property>
  <property fmtid="{D5CDD505-2E9C-101B-9397-08002B2CF9AE}" pid="7" name="MSIP_Label_b70f6a2e-9a0b-44bc-9fcb-55781401e2f0_SiteId">
    <vt:lpwstr>f688b0d0-79f0-40a4-8644-35fcdee9d0f3</vt:lpwstr>
  </property>
  <property fmtid="{D5CDD505-2E9C-101B-9397-08002B2CF9AE}" pid="8" name="MSIP_Label_b70f6a2e-9a0b-44bc-9fcb-55781401e2f0_ActionId">
    <vt:lpwstr>f2e9756e-29fa-4f4d-9dc3-b8e6af880acc</vt:lpwstr>
  </property>
  <property fmtid="{D5CDD505-2E9C-101B-9397-08002B2CF9AE}" pid="9" name="MSIP_Label_b70f6a2e-9a0b-44bc-9fcb-55781401e2f0_ContentBits">
    <vt:lpwstr>1</vt:lpwstr>
  </property>
</Properties>
</file>