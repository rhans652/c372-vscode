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4"/>
  </p:notesMasterIdLst>
  <p:sldIdLst>
    <p:sldId id="256" r:id="rId2"/>
    <p:sldId id="267" r:id="rId3"/>
    <p:sldId id="297" r:id="rId4"/>
    <p:sldId id="298" r:id="rId5"/>
    <p:sldId id="300" r:id="rId6"/>
    <p:sldId id="304" r:id="rId7"/>
    <p:sldId id="303" r:id="rId8"/>
    <p:sldId id="305" r:id="rId9"/>
    <p:sldId id="410" r:id="rId10"/>
    <p:sldId id="259" r:id="rId11"/>
    <p:sldId id="412" r:id="rId12"/>
    <p:sldId id="415" r:id="rId13"/>
    <p:sldId id="260" r:id="rId14"/>
    <p:sldId id="261" r:id="rId15"/>
    <p:sldId id="421" r:id="rId16"/>
    <p:sldId id="263" r:id="rId17"/>
    <p:sldId id="258" r:id="rId18"/>
    <p:sldId id="257" r:id="rId19"/>
    <p:sldId id="430" r:id="rId20"/>
    <p:sldId id="431" r:id="rId21"/>
    <p:sldId id="432" r:id="rId22"/>
    <p:sldId id="433" r:id="rId23"/>
    <p:sldId id="434" r:id="rId24"/>
    <p:sldId id="262" r:id="rId25"/>
    <p:sldId id="422" r:id="rId26"/>
    <p:sldId id="282" r:id="rId27"/>
    <p:sldId id="423" r:id="rId28"/>
    <p:sldId id="424" r:id="rId29"/>
    <p:sldId id="427" r:id="rId30"/>
    <p:sldId id="264" r:id="rId31"/>
    <p:sldId id="290" r:id="rId32"/>
    <p:sldId id="291"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D294177-053F-4945-9A31-F047F80C1E6F}" v="4" dt="2026-10-20T07:27:51.20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0630" autoAdjust="0"/>
  </p:normalViewPr>
  <p:slideViewPr>
    <p:cSldViewPr snapToGrid="0">
      <p:cViewPr varScale="1">
        <p:scale>
          <a:sx n="66" d="100"/>
          <a:sy n="66" d="100"/>
        </p:scale>
        <p:origin x="1301"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6/11/relationships/changesInfo" Target="changesInfos/changesInfo1.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40"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NDY" userId="2053b264-8e53-490a-8c5f-f5cb0b16f25a" providerId="ADAL" clId="{383AE3C5-DF6E-4D93-80AC-567623C42775}"/>
    <pc:docChg chg="undo custSel modSld">
      <pc:chgData name="RANDY" userId="2053b264-8e53-490a-8c5f-f5cb0b16f25a" providerId="ADAL" clId="{383AE3C5-DF6E-4D93-80AC-567623C42775}" dt="2026-10-20T14:09:11.133" v="1543" actId="20577"/>
      <pc:docMkLst>
        <pc:docMk/>
      </pc:docMkLst>
      <pc:sldChg chg="modSp mod">
        <pc:chgData name="RANDY" userId="2053b264-8e53-490a-8c5f-f5cb0b16f25a" providerId="ADAL" clId="{383AE3C5-DF6E-4D93-80AC-567623C42775}" dt="2026-10-20T06:06:05.300" v="3" actId="1076"/>
        <pc:sldMkLst>
          <pc:docMk/>
          <pc:sldMk cId="2784411919" sldId="257"/>
        </pc:sldMkLst>
        <pc:spChg chg="mod">
          <ac:chgData name="RANDY" userId="2053b264-8e53-490a-8c5f-f5cb0b16f25a" providerId="ADAL" clId="{383AE3C5-DF6E-4D93-80AC-567623C42775}" dt="2026-10-20T06:06:05.300" v="3" actId="1076"/>
          <ac:spMkLst>
            <pc:docMk/>
            <pc:sldMk cId="2784411919" sldId="257"/>
            <ac:spMk id="61" creationId="{A5DBD1BD-1E8F-87A0-BFEA-0537D3233E12}"/>
          </ac:spMkLst>
        </pc:spChg>
      </pc:sldChg>
      <pc:sldChg chg="modNotesTx">
        <pc:chgData name="RANDY" userId="2053b264-8e53-490a-8c5f-f5cb0b16f25a" providerId="ADAL" clId="{383AE3C5-DF6E-4D93-80AC-567623C42775}" dt="2026-10-20T06:12:14.383" v="6" actId="20577"/>
        <pc:sldMkLst>
          <pc:docMk/>
          <pc:sldMk cId="3436834876" sldId="259"/>
        </pc:sldMkLst>
      </pc:sldChg>
      <pc:sldChg chg="modNotesTx">
        <pc:chgData name="RANDY" userId="2053b264-8e53-490a-8c5f-f5cb0b16f25a" providerId="ADAL" clId="{383AE3C5-DF6E-4D93-80AC-567623C42775}" dt="2026-10-20T14:09:11.133" v="1543" actId="20577"/>
        <pc:sldMkLst>
          <pc:docMk/>
          <pc:sldMk cId="1308851478" sldId="304"/>
        </pc:sldMkLst>
      </pc:sldChg>
      <pc:sldChg chg="modSp mod">
        <pc:chgData name="RANDY" userId="2053b264-8e53-490a-8c5f-f5cb0b16f25a" providerId="ADAL" clId="{383AE3C5-DF6E-4D93-80AC-567623C42775}" dt="2026-10-20T06:24:34.929" v="190"/>
        <pc:sldMkLst>
          <pc:docMk/>
          <pc:sldMk cId="2024920195" sldId="412"/>
        </pc:sldMkLst>
        <pc:graphicFrameChg chg="mod modGraphic">
          <ac:chgData name="RANDY" userId="2053b264-8e53-490a-8c5f-f5cb0b16f25a" providerId="ADAL" clId="{383AE3C5-DF6E-4D93-80AC-567623C42775}" dt="2026-10-20T06:24:34.929" v="190"/>
          <ac:graphicFrameMkLst>
            <pc:docMk/>
            <pc:sldMk cId="2024920195" sldId="412"/>
            <ac:graphicFrameMk id="4" creationId="{DBA3D915-C294-20B2-4771-AB5D2DBB347D}"/>
          </ac:graphicFrameMkLst>
        </pc:graphicFrameChg>
      </pc:sldChg>
      <pc:sldChg chg="modSp mod">
        <pc:chgData name="RANDY" userId="2053b264-8e53-490a-8c5f-f5cb0b16f25a" providerId="ADAL" clId="{383AE3C5-DF6E-4D93-80AC-567623C42775}" dt="2026-10-20T06:25:54.187" v="263" actId="5793"/>
        <pc:sldMkLst>
          <pc:docMk/>
          <pc:sldMk cId="2372311249" sldId="415"/>
        </pc:sldMkLst>
        <pc:spChg chg="mod">
          <ac:chgData name="RANDY" userId="2053b264-8e53-490a-8c5f-f5cb0b16f25a" providerId="ADAL" clId="{383AE3C5-DF6E-4D93-80AC-567623C42775}" dt="2026-10-20T06:25:54.187" v="263" actId="5793"/>
          <ac:spMkLst>
            <pc:docMk/>
            <pc:sldMk cId="2372311249" sldId="415"/>
            <ac:spMk id="2" creationId="{9FAA2A37-9218-D34A-FD62-BD004F8E4944}"/>
          </ac:spMkLst>
        </pc:spChg>
      </pc:sldChg>
      <pc:sldChg chg="modSp mod">
        <pc:chgData name="RANDY" userId="2053b264-8e53-490a-8c5f-f5cb0b16f25a" providerId="ADAL" clId="{383AE3C5-DF6E-4D93-80AC-567623C42775}" dt="2026-10-20T07:34:18.196" v="579" actId="207"/>
        <pc:sldMkLst>
          <pc:docMk/>
          <pc:sldMk cId="1771945802" sldId="424"/>
        </pc:sldMkLst>
        <pc:graphicFrameChg chg="mod modGraphic">
          <ac:chgData name="RANDY" userId="2053b264-8e53-490a-8c5f-f5cb0b16f25a" providerId="ADAL" clId="{383AE3C5-DF6E-4D93-80AC-567623C42775}" dt="2026-10-20T07:34:18.196" v="579" actId="207"/>
          <ac:graphicFrameMkLst>
            <pc:docMk/>
            <pc:sldMk cId="1771945802" sldId="424"/>
            <ac:graphicFrameMk id="4" creationId="{D9070DCB-F2DD-7CEC-EF0E-3F6467364279}"/>
          </ac:graphicFrameMkLst>
        </pc:graphicFrameChg>
      </pc:sldChg>
      <pc:sldChg chg="modSp mod">
        <pc:chgData name="RANDY" userId="2053b264-8e53-490a-8c5f-f5cb0b16f25a" providerId="ADAL" clId="{383AE3C5-DF6E-4D93-80AC-567623C42775}" dt="2026-10-20T07:47:15.879" v="1143" actId="20577"/>
        <pc:sldMkLst>
          <pc:docMk/>
          <pc:sldMk cId="2089925109" sldId="427"/>
        </pc:sldMkLst>
        <pc:graphicFrameChg chg="modGraphic">
          <ac:chgData name="RANDY" userId="2053b264-8e53-490a-8c5f-f5cb0b16f25a" providerId="ADAL" clId="{383AE3C5-DF6E-4D93-80AC-567623C42775}" dt="2026-10-20T07:47:15.879" v="1143" actId="20577"/>
          <ac:graphicFrameMkLst>
            <pc:docMk/>
            <pc:sldMk cId="2089925109" sldId="427"/>
            <ac:graphicFrameMk id="4" creationId="{BFB149D0-5442-ABDB-5A69-A12A5A9278B7}"/>
          </ac:graphicFrameMkLst>
        </pc:graphicFrameChg>
      </pc:sldChg>
    </pc:docChg>
  </pc:docChgLst>
  <pc:docChgLst>
    <pc:chgData name="Magdalene Lim (RP)" userId="0d83deb8-e9a9-42ab-ae84-75cdb7b5bd8e" providerId="ADAL" clId="{F480144D-229B-4504-9707-A45AE5F79E10}"/>
    <pc:docChg chg="undo custSel mod addSld delSld modSld sldOrd modMainMaster modNotesMaster">
      <pc:chgData name="Magdalene Lim (RP)" userId="0d83deb8-e9a9-42ab-ae84-75cdb7b5bd8e" providerId="ADAL" clId="{F480144D-229B-4504-9707-A45AE5F79E10}" dt="2026-10-11T09:15:30.826" v="4213"/>
      <pc:docMkLst>
        <pc:docMk/>
      </pc:docMkLst>
      <pc:sldChg chg="addSp delSp modSp new mod modClrScheme chgLayout">
        <pc:chgData name="Magdalene Lim (RP)" userId="0d83deb8-e9a9-42ab-ae84-75cdb7b5bd8e" providerId="ADAL" clId="{F480144D-229B-4504-9707-A45AE5F79E10}" dt="2026-10-04T08:31:09.761" v="297" actId="20577"/>
        <pc:sldMkLst>
          <pc:docMk/>
          <pc:sldMk cId="2100453662" sldId="256"/>
        </pc:sldMkLst>
        <pc:spChg chg="add mod ord">
          <ac:chgData name="Magdalene Lim (RP)" userId="0d83deb8-e9a9-42ab-ae84-75cdb7b5bd8e" providerId="ADAL" clId="{F480144D-229B-4504-9707-A45AE5F79E10}" dt="2026-10-04T08:31:09.761" v="297" actId="20577"/>
          <ac:spMkLst>
            <pc:docMk/>
            <pc:sldMk cId="2100453662" sldId="256"/>
            <ac:spMk id="5" creationId="{95196DFB-4C15-58A6-A7C5-386451CB9A61}"/>
          </ac:spMkLst>
        </pc:spChg>
      </pc:sldChg>
      <pc:sldChg chg="modSp add mod ord modNotes modNotesTx">
        <pc:chgData name="Magdalene Lim (RP)" userId="0d83deb8-e9a9-42ab-ae84-75cdb7b5bd8e" providerId="ADAL" clId="{F480144D-229B-4504-9707-A45AE5F79E10}" dt="2026-10-11T09:14:35.700" v="4183" actId="368"/>
        <pc:sldMkLst>
          <pc:docMk/>
          <pc:sldMk cId="2784411919" sldId="257"/>
        </pc:sldMkLst>
        <pc:spChg chg="mod">
          <ac:chgData name="Magdalene Lim (RP)" userId="0d83deb8-e9a9-42ab-ae84-75cdb7b5bd8e" providerId="ADAL" clId="{F480144D-229B-4504-9707-A45AE5F79E10}" dt="2026-10-06T07:28:19.889" v="2497" actId="20577"/>
          <ac:spMkLst>
            <pc:docMk/>
            <pc:sldMk cId="2784411919" sldId="257"/>
            <ac:spMk id="4" creationId="{C2FFFE7C-39E8-2E5E-3ED8-48351FE95601}"/>
          </ac:spMkLst>
        </pc:spChg>
      </pc:sldChg>
      <pc:sldChg chg="addSp delSp modSp add mod ord modNotes modNotesTx">
        <pc:chgData name="Magdalene Lim (RP)" userId="0d83deb8-e9a9-42ab-ae84-75cdb7b5bd8e" providerId="ADAL" clId="{F480144D-229B-4504-9707-A45AE5F79E10}" dt="2026-10-11T09:14:35.686" v="4181" actId="368"/>
        <pc:sldMkLst>
          <pc:docMk/>
          <pc:sldMk cId="2717132662" sldId="258"/>
        </pc:sldMkLst>
        <pc:spChg chg="add del">
          <ac:chgData name="Magdalene Lim (RP)" userId="0d83deb8-e9a9-42ab-ae84-75cdb7b5bd8e" providerId="ADAL" clId="{F480144D-229B-4504-9707-A45AE5F79E10}" dt="2026-10-06T08:25:12.203" v="3806" actId="478"/>
          <ac:spMkLst>
            <pc:docMk/>
            <pc:sldMk cId="2717132662" sldId="258"/>
            <ac:spMk id="23" creationId="{2CD9CFEF-D844-7730-A692-7671505285C7}"/>
          </ac:spMkLst>
        </pc:spChg>
        <pc:spChg chg="add del mod">
          <ac:chgData name="Magdalene Lim (RP)" userId="0d83deb8-e9a9-42ab-ae84-75cdb7b5bd8e" providerId="ADAL" clId="{F480144D-229B-4504-9707-A45AE5F79E10}" dt="2026-10-06T08:25:23.302" v="3816" actId="20577"/>
          <ac:spMkLst>
            <pc:docMk/>
            <pc:sldMk cId="2717132662" sldId="258"/>
            <ac:spMk id="25" creationId="{F00DD7CC-F44C-76C2-EEE0-4B516D008249}"/>
          </ac:spMkLst>
        </pc:spChg>
        <pc:spChg chg="add del mod">
          <ac:chgData name="Magdalene Lim (RP)" userId="0d83deb8-e9a9-42ab-ae84-75cdb7b5bd8e" providerId="ADAL" clId="{F480144D-229B-4504-9707-A45AE5F79E10}" dt="2026-10-06T08:26:35.796" v="3817"/>
          <ac:spMkLst>
            <pc:docMk/>
            <pc:sldMk cId="2717132662" sldId="258"/>
            <ac:spMk id="27" creationId="{779D6A17-FB53-D94D-4EA8-EC23F40C0290}"/>
          </ac:spMkLst>
        </pc:spChg>
      </pc:sldChg>
      <pc:sldChg chg="addSp delSp modSp new mod modNotes modNotesTx">
        <pc:chgData name="Magdalene Lim (RP)" userId="0d83deb8-e9a9-42ab-ae84-75cdb7b5bd8e" providerId="ADAL" clId="{F480144D-229B-4504-9707-A45AE5F79E10}" dt="2026-10-11T09:14:35.668" v="4165" actId="368"/>
        <pc:sldMkLst>
          <pc:docMk/>
          <pc:sldMk cId="3436834876" sldId="259"/>
        </pc:sldMkLst>
        <pc:spChg chg="mod">
          <ac:chgData name="Magdalene Lim (RP)" userId="0d83deb8-e9a9-42ab-ae84-75cdb7b5bd8e" providerId="ADAL" clId="{F480144D-229B-4504-9707-A45AE5F79E10}" dt="2026-10-04T09:13:53.315" v="947" actId="20577"/>
          <ac:spMkLst>
            <pc:docMk/>
            <pc:sldMk cId="3436834876" sldId="259"/>
            <ac:spMk id="2" creationId="{EDDF624F-C12C-2BD4-6080-0485AC8255F4}"/>
          </ac:spMkLst>
        </pc:spChg>
        <pc:picChg chg="add mod">
          <ac:chgData name="Magdalene Lim (RP)" userId="0d83deb8-e9a9-42ab-ae84-75cdb7b5bd8e" providerId="ADAL" clId="{F480144D-229B-4504-9707-A45AE5F79E10}" dt="2026-10-04T09:14:17.466" v="949" actId="1076"/>
          <ac:picMkLst>
            <pc:docMk/>
            <pc:sldMk cId="3436834876" sldId="259"/>
            <ac:picMk id="10" creationId="{9B4162EB-EA2D-92D8-0370-FDA121DB9FAA}"/>
          </ac:picMkLst>
        </pc:picChg>
        <pc:picChg chg="add mod">
          <ac:chgData name="Magdalene Lim (RP)" userId="0d83deb8-e9a9-42ab-ae84-75cdb7b5bd8e" providerId="ADAL" clId="{F480144D-229B-4504-9707-A45AE5F79E10}" dt="2026-10-04T09:25:00.398" v="1112" actId="1076"/>
          <ac:picMkLst>
            <pc:docMk/>
            <pc:sldMk cId="3436834876" sldId="259"/>
            <ac:picMk id="14" creationId="{2F947CBA-EA8B-84BE-BF12-124EBDB4F288}"/>
          </ac:picMkLst>
        </pc:picChg>
      </pc:sldChg>
      <pc:sldChg chg="addSp delSp modSp new mod modNotes">
        <pc:chgData name="Magdalene Lim (RP)" userId="0d83deb8-e9a9-42ab-ae84-75cdb7b5bd8e" providerId="ADAL" clId="{F480144D-229B-4504-9707-A45AE5F79E10}" dt="2026-10-11T09:14:35.686" v="4173" actId="368"/>
        <pc:sldMkLst>
          <pc:docMk/>
          <pc:sldMk cId="1057308910" sldId="260"/>
        </pc:sldMkLst>
        <pc:spChg chg="mod">
          <ac:chgData name="Magdalene Lim (RP)" userId="0d83deb8-e9a9-42ab-ae84-75cdb7b5bd8e" providerId="ADAL" clId="{F480144D-229B-4504-9707-A45AE5F79E10}" dt="2026-10-06T06:37:13.424" v="1446" actId="20577"/>
          <ac:spMkLst>
            <pc:docMk/>
            <pc:sldMk cId="1057308910" sldId="260"/>
            <ac:spMk id="2" creationId="{1A42B57B-3E4B-9FA2-28D4-270E3ECEB05B}"/>
          </ac:spMkLst>
        </pc:spChg>
        <pc:graphicFrameChg chg="add mod">
          <ac:chgData name="Magdalene Lim (RP)" userId="0d83deb8-e9a9-42ab-ae84-75cdb7b5bd8e" providerId="ADAL" clId="{F480144D-229B-4504-9707-A45AE5F79E10}" dt="2026-10-06T06:37:04.681" v="1421" actId="1076"/>
          <ac:graphicFrameMkLst>
            <pc:docMk/>
            <pc:sldMk cId="1057308910" sldId="260"/>
            <ac:graphicFrameMk id="20" creationId="{F263284E-E94F-A3DA-3051-945FF7343B54}"/>
          </ac:graphicFrameMkLst>
        </pc:graphicFrameChg>
        <pc:picChg chg="add">
          <ac:chgData name="Magdalene Lim (RP)" userId="0d83deb8-e9a9-42ab-ae84-75cdb7b5bd8e" providerId="ADAL" clId="{F480144D-229B-4504-9707-A45AE5F79E10}" dt="2026-10-04T09:31:33.844" v="1225" actId="22"/>
          <ac:picMkLst>
            <pc:docMk/>
            <pc:sldMk cId="1057308910" sldId="260"/>
            <ac:picMk id="6" creationId="{402029C6-51A9-63C6-8C3A-48D27B9BF716}"/>
          </ac:picMkLst>
        </pc:picChg>
        <pc:picChg chg="add mod">
          <ac:chgData name="Magdalene Lim (RP)" userId="0d83deb8-e9a9-42ab-ae84-75cdb7b5bd8e" providerId="ADAL" clId="{F480144D-229B-4504-9707-A45AE5F79E10}" dt="2026-10-06T06:37:18.812" v="1447" actId="1076"/>
          <ac:picMkLst>
            <pc:docMk/>
            <pc:sldMk cId="1057308910" sldId="260"/>
            <ac:picMk id="16" creationId="{E6A76228-A5AB-5C7E-0EC0-C8028DF663D8}"/>
          </ac:picMkLst>
        </pc:picChg>
      </pc:sldChg>
      <pc:sldChg chg="addSp delSp modSp new mod modNotes modNotesTx">
        <pc:chgData name="Magdalene Lim (RP)" userId="0d83deb8-e9a9-42ab-ae84-75cdb7b5bd8e" providerId="ADAL" clId="{F480144D-229B-4504-9707-A45AE5F79E10}" dt="2026-10-11T08:52:07.357" v="4119" actId="26606"/>
        <pc:sldMkLst>
          <pc:docMk/>
          <pc:sldMk cId="1611122160" sldId="261"/>
        </pc:sldMkLst>
        <pc:spChg chg="mod">
          <ac:chgData name="Magdalene Lim (RP)" userId="0d83deb8-e9a9-42ab-ae84-75cdb7b5bd8e" providerId="ADAL" clId="{F480144D-229B-4504-9707-A45AE5F79E10}" dt="2026-10-06T06:54:17.583" v="1859" actId="6549"/>
          <ac:spMkLst>
            <pc:docMk/>
            <pc:sldMk cId="1611122160" sldId="261"/>
            <ac:spMk id="2" creationId="{2CF1A43F-68AC-BD8A-85C7-2479C2719177}"/>
          </ac:spMkLst>
        </pc:spChg>
        <pc:spChg chg="add mod">
          <ac:chgData name="Magdalene Lim (RP)" userId="0d83deb8-e9a9-42ab-ae84-75cdb7b5bd8e" providerId="ADAL" clId="{F480144D-229B-4504-9707-A45AE5F79E10}" dt="2026-10-06T06:54:22.722" v="1860" actId="1076"/>
          <ac:spMkLst>
            <pc:docMk/>
            <pc:sldMk cId="1611122160" sldId="261"/>
            <ac:spMk id="12" creationId="{5D008A70-9BE2-1315-1622-A4A7C8941CE6}"/>
          </ac:spMkLst>
        </pc:spChg>
        <pc:picChg chg="add mod">
          <ac:chgData name="Magdalene Lim (RP)" userId="0d83deb8-e9a9-42ab-ae84-75cdb7b5bd8e" providerId="ADAL" clId="{F480144D-229B-4504-9707-A45AE5F79E10}" dt="2026-10-06T06:54:24.052" v="1861" actId="1076"/>
          <ac:picMkLst>
            <pc:docMk/>
            <pc:sldMk cId="1611122160" sldId="261"/>
            <ac:picMk id="6" creationId="{DB693B02-3237-6AA6-1EFC-2A17C998392A}"/>
          </ac:picMkLst>
        </pc:picChg>
        <pc:picChg chg="add mod">
          <ac:chgData name="Magdalene Lim (RP)" userId="0d83deb8-e9a9-42ab-ae84-75cdb7b5bd8e" providerId="ADAL" clId="{F480144D-229B-4504-9707-A45AE5F79E10}" dt="2026-10-06T06:54:33.027" v="1862" actId="1076"/>
          <ac:picMkLst>
            <pc:docMk/>
            <pc:sldMk cId="1611122160" sldId="261"/>
            <ac:picMk id="10" creationId="{34718C59-CD35-D42D-5250-3D4F7E7DD96A}"/>
          </ac:picMkLst>
        </pc:picChg>
        <pc:picChg chg="add">
          <ac:chgData name="Magdalene Lim (RP)" userId="0d83deb8-e9a9-42ab-ae84-75cdb7b5bd8e" providerId="ADAL" clId="{F480144D-229B-4504-9707-A45AE5F79E10}" dt="2026-10-06T06:48:11.584" v="1838" actId="22"/>
          <ac:picMkLst>
            <pc:docMk/>
            <pc:sldMk cId="1611122160" sldId="261"/>
            <ac:picMk id="16" creationId="{E47449EA-01F6-A782-5AFF-E614D06E9855}"/>
          </ac:picMkLst>
        </pc:picChg>
      </pc:sldChg>
      <pc:sldChg chg="addSp delSp modSp add mod setBg modClrScheme chgLayout modNotes">
        <pc:chgData name="Magdalene Lim (RP)" userId="0d83deb8-e9a9-42ab-ae84-75cdb7b5bd8e" providerId="ADAL" clId="{F480144D-229B-4504-9707-A45AE5F79E10}" dt="2026-10-11T09:14:35.700" v="4195" actId="368"/>
        <pc:sldMkLst>
          <pc:docMk/>
          <pc:sldMk cId="0" sldId="262"/>
        </pc:sldMkLst>
        <pc:spChg chg="mod">
          <ac:chgData name="Magdalene Lim (RP)" userId="0d83deb8-e9a9-42ab-ae84-75cdb7b5bd8e" providerId="ADAL" clId="{F480144D-229B-4504-9707-A45AE5F79E10}" dt="2026-10-11T08:59:44.805" v="4144" actId="14100"/>
          <ac:spMkLst>
            <pc:docMk/>
            <pc:sldMk cId="0" sldId="262"/>
            <ac:spMk id="3" creationId="{00000000-0000-0000-0000-000000000000}"/>
          </ac:spMkLst>
        </pc:spChg>
        <pc:spChg chg="mod">
          <ac:chgData name="Magdalene Lim (RP)" userId="0d83deb8-e9a9-42ab-ae84-75cdb7b5bd8e" providerId="ADAL" clId="{F480144D-229B-4504-9707-A45AE5F79E10}" dt="2026-10-11T08:59:49.056" v="4145" actId="1076"/>
          <ac:spMkLst>
            <pc:docMk/>
            <pc:sldMk cId="0" sldId="262"/>
            <ac:spMk id="4" creationId="{00000000-0000-0000-0000-000000000000}"/>
          </ac:spMkLst>
        </pc:spChg>
        <pc:spChg chg="mod">
          <ac:chgData name="Magdalene Lim (RP)" userId="0d83deb8-e9a9-42ab-ae84-75cdb7b5bd8e" providerId="ADAL" clId="{F480144D-229B-4504-9707-A45AE5F79E10}" dt="2026-10-11T08:59:59.016" v="4148" actId="403"/>
          <ac:spMkLst>
            <pc:docMk/>
            <pc:sldMk cId="0" sldId="262"/>
            <ac:spMk id="11" creationId="{00000000-0000-0000-0000-000000000000}"/>
          </ac:spMkLst>
        </pc:spChg>
        <pc:spChg chg="mod">
          <ac:chgData name="Magdalene Lim (RP)" userId="0d83deb8-e9a9-42ab-ae84-75cdb7b5bd8e" providerId="ADAL" clId="{F480144D-229B-4504-9707-A45AE5F79E10}" dt="2026-10-11T08:59:59.016" v="4148" actId="403"/>
          <ac:spMkLst>
            <pc:docMk/>
            <pc:sldMk cId="0" sldId="262"/>
            <ac:spMk id="13" creationId="{00000000-0000-0000-0000-000000000000}"/>
          </ac:spMkLst>
        </pc:spChg>
        <pc:spChg chg="mod">
          <ac:chgData name="Magdalene Lim (RP)" userId="0d83deb8-e9a9-42ab-ae84-75cdb7b5bd8e" providerId="ADAL" clId="{F480144D-229B-4504-9707-A45AE5F79E10}" dt="2026-10-11T08:59:59.016" v="4148" actId="403"/>
          <ac:spMkLst>
            <pc:docMk/>
            <pc:sldMk cId="0" sldId="262"/>
            <ac:spMk id="14" creationId="{00000000-0000-0000-0000-000000000000}"/>
          </ac:spMkLst>
        </pc:spChg>
        <pc:spChg chg="mod">
          <ac:chgData name="Magdalene Lim (RP)" userId="0d83deb8-e9a9-42ab-ae84-75cdb7b5bd8e" providerId="ADAL" clId="{F480144D-229B-4504-9707-A45AE5F79E10}" dt="2026-10-11T08:59:59.016" v="4148" actId="403"/>
          <ac:spMkLst>
            <pc:docMk/>
            <pc:sldMk cId="0" sldId="262"/>
            <ac:spMk id="18" creationId="{00000000-0000-0000-0000-000000000000}"/>
          </ac:spMkLst>
        </pc:spChg>
        <pc:spChg chg="mod">
          <ac:chgData name="Magdalene Lim (RP)" userId="0d83deb8-e9a9-42ab-ae84-75cdb7b5bd8e" providerId="ADAL" clId="{F480144D-229B-4504-9707-A45AE5F79E10}" dt="2026-10-11T08:59:59.016" v="4148" actId="403"/>
          <ac:spMkLst>
            <pc:docMk/>
            <pc:sldMk cId="0" sldId="262"/>
            <ac:spMk id="20" creationId="{00000000-0000-0000-0000-000000000000}"/>
          </ac:spMkLst>
        </pc:spChg>
        <pc:spChg chg="mod">
          <ac:chgData name="Magdalene Lim (RP)" userId="0d83deb8-e9a9-42ab-ae84-75cdb7b5bd8e" providerId="ADAL" clId="{F480144D-229B-4504-9707-A45AE5F79E10}" dt="2026-10-11T08:59:59.016" v="4148" actId="403"/>
          <ac:spMkLst>
            <pc:docMk/>
            <pc:sldMk cId="0" sldId="262"/>
            <ac:spMk id="25" creationId="{00000000-0000-0000-0000-000000000000}"/>
          </ac:spMkLst>
        </pc:spChg>
        <pc:spChg chg="mod">
          <ac:chgData name="Magdalene Lim (RP)" userId="0d83deb8-e9a9-42ab-ae84-75cdb7b5bd8e" providerId="ADAL" clId="{F480144D-229B-4504-9707-A45AE5F79E10}" dt="2026-10-11T08:59:59.016" v="4148" actId="403"/>
          <ac:spMkLst>
            <pc:docMk/>
            <pc:sldMk cId="0" sldId="262"/>
            <ac:spMk id="27" creationId="{00000000-0000-0000-0000-000000000000}"/>
          </ac:spMkLst>
        </pc:spChg>
        <pc:spChg chg="mod">
          <ac:chgData name="Magdalene Lim (RP)" userId="0d83deb8-e9a9-42ab-ae84-75cdb7b5bd8e" providerId="ADAL" clId="{F480144D-229B-4504-9707-A45AE5F79E10}" dt="2026-10-11T08:59:59.016" v="4148" actId="403"/>
          <ac:spMkLst>
            <pc:docMk/>
            <pc:sldMk cId="0" sldId="262"/>
            <ac:spMk id="31" creationId="{00000000-0000-0000-0000-000000000000}"/>
          </ac:spMkLst>
        </pc:spChg>
        <pc:spChg chg="mod">
          <ac:chgData name="Magdalene Lim (RP)" userId="0d83deb8-e9a9-42ab-ae84-75cdb7b5bd8e" providerId="ADAL" clId="{F480144D-229B-4504-9707-A45AE5F79E10}" dt="2026-10-11T08:59:59.016" v="4148" actId="403"/>
          <ac:spMkLst>
            <pc:docMk/>
            <pc:sldMk cId="0" sldId="262"/>
            <ac:spMk id="34" creationId="{00000000-0000-0000-0000-000000000000}"/>
          </ac:spMkLst>
        </pc:spChg>
        <pc:spChg chg="mod">
          <ac:chgData name="Magdalene Lim (RP)" userId="0d83deb8-e9a9-42ab-ae84-75cdb7b5bd8e" providerId="ADAL" clId="{F480144D-229B-4504-9707-A45AE5F79E10}" dt="2026-10-11T08:59:59.016" v="4148" actId="403"/>
          <ac:spMkLst>
            <pc:docMk/>
            <pc:sldMk cId="0" sldId="262"/>
            <ac:spMk id="36" creationId="{00000000-0000-0000-0000-000000000000}"/>
          </ac:spMkLst>
        </pc:spChg>
      </pc:sldChg>
      <pc:sldChg chg="addSp delSp modSp new mod modNotes modNotesTx">
        <pc:chgData name="Magdalene Lim (RP)" userId="0d83deb8-e9a9-42ab-ae84-75cdb7b5bd8e" providerId="ADAL" clId="{F480144D-229B-4504-9707-A45AE5F79E10}" dt="2026-10-11T09:14:35.686" v="4179" actId="368"/>
        <pc:sldMkLst>
          <pc:docMk/>
          <pc:sldMk cId="3039506895" sldId="263"/>
        </pc:sldMkLst>
        <pc:spChg chg="mod">
          <ac:chgData name="Magdalene Lim (RP)" userId="0d83deb8-e9a9-42ab-ae84-75cdb7b5bd8e" providerId="ADAL" clId="{F480144D-229B-4504-9707-A45AE5F79E10}" dt="2026-10-11T08:46:00.202" v="4118" actId="14100"/>
          <ac:spMkLst>
            <pc:docMk/>
            <pc:sldMk cId="3039506895" sldId="263"/>
            <ac:spMk id="2" creationId="{BD0B07DC-4A3B-A5D9-A42B-E2C82B7EC843}"/>
          </ac:spMkLst>
        </pc:spChg>
        <pc:spChg chg="mod">
          <ac:chgData name="Magdalene Lim (RP)" userId="0d83deb8-e9a9-42ab-ae84-75cdb7b5bd8e" providerId="ADAL" clId="{F480144D-229B-4504-9707-A45AE5F79E10}" dt="2026-10-06T07:04:42.280" v="2387" actId="20577"/>
          <ac:spMkLst>
            <pc:docMk/>
            <pc:sldMk cId="3039506895" sldId="263"/>
            <ac:spMk id="3" creationId="{C7A36A81-7A1A-E279-7E17-78049CA86747}"/>
          </ac:spMkLst>
        </pc:spChg>
        <pc:spChg chg="add mod">
          <ac:chgData name="Magdalene Lim (RP)" userId="0d83deb8-e9a9-42ab-ae84-75cdb7b5bd8e" providerId="ADAL" clId="{F480144D-229B-4504-9707-A45AE5F79E10}" dt="2026-10-11T08:45:49.178" v="4117" actId="1076"/>
          <ac:spMkLst>
            <pc:docMk/>
            <pc:sldMk cId="3039506895" sldId="263"/>
            <ac:spMk id="4" creationId="{4E0537E5-6B09-C7DB-FEDF-73320FD5A218}"/>
          </ac:spMkLst>
        </pc:spChg>
        <pc:spChg chg="add mod">
          <ac:chgData name="Magdalene Lim (RP)" userId="0d83deb8-e9a9-42ab-ae84-75cdb7b5bd8e" providerId="ADAL" clId="{F480144D-229B-4504-9707-A45AE5F79E10}" dt="2026-10-06T07:02:42.667" v="2228" actId="208"/>
          <ac:spMkLst>
            <pc:docMk/>
            <pc:sldMk cId="3039506895" sldId="263"/>
            <ac:spMk id="6" creationId="{602BA4E5-D732-6ABF-2FD0-0DDBAA9DB1A9}"/>
          </ac:spMkLst>
        </pc:spChg>
        <pc:picChg chg="add mod">
          <ac:chgData name="Magdalene Lim (RP)" userId="0d83deb8-e9a9-42ab-ae84-75cdb7b5bd8e" providerId="ADAL" clId="{F480144D-229B-4504-9707-A45AE5F79E10}" dt="2026-10-11T08:44:46.200" v="4114" actId="1076"/>
          <ac:picMkLst>
            <pc:docMk/>
            <pc:sldMk cId="3039506895" sldId="263"/>
            <ac:picMk id="14" creationId="{23AAE7D6-8B90-AB7E-8D6A-FD5F8F77416C}"/>
          </ac:picMkLst>
        </pc:picChg>
      </pc:sldChg>
      <pc:sldChg chg="addSp delSp modSp new mod modNotes modNotesTx">
        <pc:chgData name="Magdalene Lim (RP)" userId="0d83deb8-e9a9-42ab-ae84-75cdb7b5bd8e" providerId="ADAL" clId="{F480144D-229B-4504-9707-A45AE5F79E10}" dt="2026-10-11T09:14:35.716" v="4205" actId="368"/>
        <pc:sldMkLst>
          <pc:docMk/>
          <pc:sldMk cId="3912164408" sldId="264"/>
        </pc:sldMkLst>
        <pc:spChg chg="mod">
          <ac:chgData name="Magdalene Lim (RP)" userId="0d83deb8-e9a9-42ab-ae84-75cdb7b5bd8e" providerId="ADAL" clId="{F480144D-229B-4504-9707-A45AE5F79E10}" dt="2026-10-06T08:12:27.295" v="3688" actId="20577"/>
          <ac:spMkLst>
            <pc:docMk/>
            <pc:sldMk cId="3912164408" sldId="264"/>
            <ac:spMk id="53" creationId="{8B339C22-AF86-9D8C-4009-2FA1111B9140}"/>
          </ac:spMkLst>
        </pc:spChg>
      </pc:sldChg>
      <pc:sldChg chg="modSp add mod">
        <pc:chgData name="Magdalene Lim (RP)" userId="0d83deb8-e9a9-42ab-ae84-75cdb7b5bd8e" providerId="ADAL" clId="{F480144D-229B-4504-9707-A45AE5F79E10}" dt="2026-10-11T08:52:07.357" v="4119" actId="26606"/>
        <pc:sldMkLst>
          <pc:docMk/>
          <pc:sldMk cId="3917998090" sldId="267"/>
        </pc:sldMkLst>
        <pc:picChg chg="mod">
          <ac:chgData name="Magdalene Lim (RP)" userId="0d83deb8-e9a9-42ab-ae84-75cdb7b5bd8e" providerId="ADAL" clId="{F480144D-229B-4504-9707-A45AE5F79E10}" dt="2026-10-11T08:52:07.357" v="4119" actId="26606"/>
          <ac:picMkLst>
            <pc:docMk/>
            <pc:sldMk cId="3917998090" sldId="267"/>
            <ac:picMk id="15" creationId="{6E7CC6E6-862A-C77D-0ECF-D48C16732469}"/>
          </ac:picMkLst>
        </pc:picChg>
      </pc:sldChg>
      <pc:sldChg chg="modSp add mod modNotes modNotesTx">
        <pc:chgData name="Magdalene Lim (RP)" userId="0d83deb8-e9a9-42ab-ae84-75cdb7b5bd8e" providerId="ADAL" clId="{F480144D-229B-4504-9707-A45AE5F79E10}" dt="2026-10-11T09:14:35.716" v="4199" actId="368"/>
        <pc:sldMkLst>
          <pc:docMk/>
          <pc:sldMk cId="1998044317" sldId="282"/>
        </pc:sldMkLst>
        <pc:spChg chg="mod">
          <ac:chgData name="Magdalene Lim (RP)" userId="0d83deb8-e9a9-42ab-ae84-75cdb7b5bd8e" providerId="ADAL" clId="{F480144D-229B-4504-9707-A45AE5F79E10}" dt="2026-10-06T07:18:03.086" v="2434" actId="20577"/>
          <ac:spMkLst>
            <pc:docMk/>
            <pc:sldMk cId="1998044317" sldId="282"/>
            <ac:spMk id="2" creationId="{ECEF79A0-8D8B-1CCC-FF86-FD1F7554CF6D}"/>
          </ac:spMkLst>
        </pc:spChg>
      </pc:sldChg>
      <pc:sldChg chg="modSp add mod modNotes">
        <pc:chgData name="Magdalene Lim (RP)" userId="0d83deb8-e9a9-42ab-ae84-75cdb7b5bd8e" providerId="ADAL" clId="{F480144D-229B-4504-9707-A45AE5F79E10}" dt="2026-10-11T08:52:07.357" v="4119" actId="26606"/>
        <pc:sldMkLst>
          <pc:docMk/>
          <pc:sldMk cId="552019704" sldId="290"/>
        </pc:sldMkLst>
        <pc:spChg chg="mod">
          <ac:chgData name="Magdalene Lim (RP)" userId="0d83deb8-e9a9-42ab-ae84-75cdb7b5bd8e" providerId="ADAL" clId="{F480144D-229B-4504-9707-A45AE5F79E10}" dt="2026-10-06T08:15:53.410" v="3706" actId="113"/>
          <ac:spMkLst>
            <pc:docMk/>
            <pc:sldMk cId="552019704" sldId="290"/>
            <ac:spMk id="3" creationId="{F9227114-B39C-B115-332B-40D8745EB592}"/>
          </ac:spMkLst>
        </pc:spChg>
      </pc:sldChg>
      <pc:sldChg chg="modSp add mod">
        <pc:chgData name="Magdalene Lim (RP)" userId="0d83deb8-e9a9-42ab-ae84-75cdb7b5bd8e" providerId="ADAL" clId="{F480144D-229B-4504-9707-A45AE5F79E10}" dt="2026-10-06T07:59:13.071" v="3011" actId="20577"/>
        <pc:sldMkLst>
          <pc:docMk/>
          <pc:sldMk cId="3935850767" sldId="291"/>
        </pc:sldMkLst>
        <pc:spChg chg="mod">
          <ac:chgData name="Magdalene Lim (RP)" userId="0d83deb8-e9a9-42ab-ae84-75cdb7b5bd8e" providerId="ADAL" clId="{F480144D-229B-4504-9707-A45AE5F79E10}" dt="2026-10-06T07:59:13.071" v="3011" actId="20577"/>
          <ac:spMkLst>
            <pc:docMk/>
            <pc:sldMk cId="3935850767" sldId="291"/>
            <ac:spMk id="3" creationId="{10A6DC3A-B3CC-A34A-9D13-49EB05A1CA73}"/>
          </ac:spMkLst>
        </pc:spChg>
      </pc:sldChg>
      <pc:sldChg chg="addSp modSp add mod">
        <pc:chgData name="Magdalene Lim (RP)" userId="0d83deb8-e9a9-42ab-ae84-75cdb7b5bd8e" providerId="ADAL" clId="{F480144D-229B-4504-9707-A45AE5F79E10}" dt="2026-10-11T09:15:30.826" v="4213"/>
        <pc:sldMkLst>
          <pc:docMk/>
          <pc:sldMk cId="1081680909" sldId="297"/>
        </pc:sldMkLst>
        <pc:spChg chg="mod">
          <ac:chgData name="Magdalene Lim (RP)" userId="0d83deb8-e9a9-42ab-ae84-75cdb7b5bd8e" providerId="ADAL" clId="{F480144D-229B-4504-9707-A45AE5F79E10}" dt="2026-10-06T08:17:02.965" v="3721" actId="20577"/>
          <ac:spMkLst>
            <pc:docMk/>
            <pc:sldMk cId="1081680909" sldId="297"/>
            <ac:spMk id="2" creationId="{09252675-CCE8-D924-851F-E5DDD8BFE94A}"/>
          </ac:spMkLst>
        </pc:spChg>
        <pc:spChg chg="add mod">
          <ac:chgData name="Magdalene Lim (RP)" userId="0d83deb8-e9a9-42ab-ae84-75cdb7b5bd8e" providerId="ADAL" clId="{F480144D-229B-4504-9707-A45AE5F79E10}" dt="2026-10-11T09:15:30.826" v="4213"/>
          <ac:spMkLst>
            <pc:docMk/>
            <pc:sldMk cId="1081680909" sldId="297"/>
            <ac:spMk id="4" creationId="{43AA8AFE-D247-DA22-6498-BE04717CCAEE}"/>
          </ac:spMkLst>
        </pc:spChg>
        <pc:spChg chg="mod">
          <ac:chgData name="Magdalene Lim (RP)" userId="0d83deb8-e9a9-42ab-ae84-75cdb7b5bd8e" providerId="ADAL" clId="{F480144D-229B-4504-9707-A45AE5F79E10}" dt="2026-10-11T09:15:30.826" v="4213"/>
          <ac:spMkLst>
            <pc:docMk/>
            <pc:sldMk cId="1081680909" sldId="297"/>
            <ac:spMk id="7" creationId="{DD726DA0-17E8-9789-E98C-B0A25D548554}"/>
          </ac:spMkLst>
        </pc:spChg>
        <pc:grpChg chg="add mod">
          <ac:chgData name="Magdalene Lim (RP)" userId="0d83deb8-e9a9-42ab-ae84-75cdb7b5bd8e" providerId="ADAL" clId="{F480144D-229B-4504-9707-A45AE5F79E10}" dt="2026-10-11T09:15:30.826" v="4213"/>
          <ac:grpSpMkLst>
            <pc:docMk/>
            <pc:sldMk cId="1081680909" sldId="297"/>
            <ac:grpSpMk id="5" creationId="{7540220E-3150-26AA-1F0C-E038C2A6EE4C}"/>
          </ac:grpSpMkLst>
        </pc:grpChg>
        <pc:picChg chg="mod">
          <ac:chgData name="Magdalene Lim (RP)" userId="0d83deb8-e9a9-42ab-ae84-75cdb7b5bd8e" providerId="ADAL" clId="{F480144D-229B-4504-9707-A45AE5F79E10}" dt="2026-10-11T09:15:30.826" v="4213"/>
          <ac:picMkLst>
            <pc:docMk/>
            <pc:sldMk cId="1081680909" sldId="297"/>
            <ac:picMk id="6" creationId="{89A12611-228A-A40A-50F9-04A051287364}"/>
          </ac:picMkLst>
        </pc:picChg>
      </pc:sldChg>
      <pc:sldChg chg="modSp new mod">
        <pc:chgData name="Magdalene Lim (RP)" userId="0d83deb8-e9a9-42ab-ae84-75cdb7b5bd8e" providerId="ADAL" clId="{F480144D-229B-4504-9707-A45AE5F79E10}" dt="2026-10-04T08:55:51.495" v="303" actId="20577"/>
        <pc:sldMkLst>
          <pc:docMk/>
          <pc:sldMk cId="4104755137" sldId="298"/>
        </pc:sldMkLst>
        <pc:spChg chg="mod">
          <ac:chgData name="Magdalene Lim (RP)" userId="0d83deb8-e9a9-42ab-ae84-75cdb7b5bd8e" providerId="ADAL" clId="{F480144D-229B-4504-9707-A45AE5F79E10}" dt="2026-10-04T08:55:51.495" v="303" actId="20577"/>
          <ac:spMkLst>
            <pc:docMk/>
            <pc:sldMk cId="4104755137" sldId="298"/>
            <ac:spMk id="2" creationId="{68C84226-283B-A714-430A-FC3F0B9A0CA0}"/>
          </ac:spMkLst>
        </pc:spChg>
      </pc:sldChg>
      <pc:sldChg chg="add modNotes">
        <pc:chgData name="Magdalene Lim (RP)" userId="0d83deb8-e9a9-42ab-ae84-75cdb7b5bd8e" providerId="ADAL" clId="{F480144D-229B-4504-9707-A45AE5F79E10}" dt="2026-10-11T09:14:35.664" v="4159" actId="368"/>
        <pc:sldMkLst>
          <pc:docMk/>
          <pc:sldMk cId="418390789" sldId="300"/>
        </pc:sldMkLst>
      </pc:sldChg>
      <pc:sldChg chg="add modNotes">
        <pc:chgData name="Magdalene Lim (RP)" userId="0d83deb8-e9a9-42ab-ae84-75cdb7b5bd8e" providerId="ADAL" clId="{F480144D-229B-4504-9707-A45AE5F79E10}" dt="2026-10-11T09:14:35.668" v="4163" actId="368"/>
        <pc:sldMkLst>
          <pc:docMk/>
          <pc:sldMk cId="1288886907" sldId="303"/>
        </pc:sldMkLst>
      </pc:sldChg>
      <pc:sldChg chg="add modNotes">
        <pc:chgData name="Magdalene Lim (RP)" userId="0d83deb8-e9a9-42ab-ae84-75cdb7b5bd8e" providerId="ADAL" clId="{F480144D-229B-4504-9707-A45AE5F79E10}" dt="2026-10-11T09:14:35.668" v="4161" actId="368"/>
        <pc:sldMkLst>
          <pc:docMk/>
          <pc:sldMk cId="1308851478" sldId="304"/>
        </pc:sldMkLst>
      </pc:sldChg>
      <pc:sldChg chg="modSp new mod">
        <pc:chgData name="Magdalene Lim (RP)" userId="0d83deb8-e9a9-42ab-ae84-75cdb7b5bd8e" providerId="ADAL" clId="{F480144D-229B-4504-9707-A45AE5F79E10}" dt="2026-10-04T09:00:15.877" v="383" actId="20577"/>
        <pc:sldMkLst>
          <pc:docMk/>
          <pc:sldMk cId="4095870395" sldId="305"/>
        </pc:sldMkLst>
        <pc:spChg chg="mod">
          <ac:chgData name="Magdalene Lim (RP)" userId="0d83deb8-e9a9-42ab-ae84-75cdb7b5bd8e" providerId="ADAL" clId="{F480144D-229B-4504-9707-A45AE5F79E10}" dt="2026-10-04T09:00:15.877" v="383" actId="20577"/>
          <ac:spMkLst>
            <pc:docMk/>
            <pc:sldMk cId="4095870395" sldId="305"/>
            <ac:spMk id="2" creationId="{99A311B6-9174-7FE2-771F-6642A31D7F74}"/>
          </ac:spMkLst>
        </pc:spChg>
      </pc:sldChg>
      <pc:sldChg chg="addSp delSp modSp add mod">
        <pc:chgData name="Magdalene Lim (RP)" userId="0d83deb8-e9a9-42ab-ae84-75cdb7b5bd8e" providerId="ADAL" clId="{F480144D-229B-4504-9707-A45AE5F79E10}" dt="2026-10-06T06:55:13.493" v="1878" actId="20577"/>
        <pc:sldMkLst>
          <pc:docMk/>
          <pc:sldMk cId="50932173" sldId="410"/>
        </pc:sldMkLst>
        <pc:spChg chg="mod">
          <ac:chgData name="Magdalene Lim (RP)" userId="0d83deb8-e9a9-42ab-ae84-75cdb7b5bd8e" providerId="ADAL" clId="{F480144D-229B-4504-9707-A45AE5F79E10}" dt="2026-10-06T06:55:13.493" v="1878" actId="20577"/>
          <ac:spMkLst>
            <pc:docMk/>
            <pc:sldMk cId="50932173" sldId="410"/>
            <ac:spMk id="2" creationId="{9279712F-3AEC-E4F1-3BDB-4093A247993F}"/>
          </ac:spMkLst>
        </pc:spChg>
        <pc:spChg chg="add mod">
          <ac:chgData name="Magdalene Lim (RP)" userId="0d83deb8-e9a9-42ab-ae84-75cdb7b5bd8e" providerId="ADAL" clId="{F480144D-229B-4504-9707-A45AE5F79E10}" dt="2026-10-04T09:06:03.960" v="498" actId="208"/>
          <ac:spMkLst>
            <pc:docMk/>
            <pc:sldMk cId="50932173" sldId="410"/>
            <ac:spMk id="8" creationId="{A1369945-ED8A-C496-4018-5E8AA6727504}"/>
          </ac:spMkLst>
        </pc:spChg>
        <pc:picChg chg="add mod modCrop">
          <ac:chgData name="Magdalene Lim (RP)" userId="0d83deb8-e9a9-42ab-ae84-75cdb7b5bd8e" providerId="ADAL" clId="{F480144D-229B-4504-9707-A45AE5F79E10}" dt="2026-10-04T09:05:52.682" v="495" actId="1076"/>
          <ac:picMkLst>
            <pc:docMk/>
            <pc:sldMk cId="50932173" sldId="410"/>
            <ac:picMk id="7" creationId="{B4562678-5DC2-FA82-5956-FB12A0618A42}"/>
          </ac:picMkLst>
        </pc:picChg>
      </pc:sldChg>
      <pc:sldChg chg="addSp delSp modSp add mod modNotes modNotesTx">
        <pc:chgData name="Magdalene Lim (RP)" userId="0d83deb8-e9a9-42ab-ae84-75cdb7b5bd8e" providerId="ADAL" clId="{F480144D-229B-4504-9707-A45AE5F79E10}" dt="2026-10-11T09:14:35.668" v="4169" actId="368"/>
        <pc:sldMkLst>
          <pc:docMk/>
          <pc:sldMk cId="2024920195" sldId="412"/>
        </pc:sldMkLst>
        <pc:spChg chg="mod">
          <ac:chgData name="Magdalene Lim (RP)" userId="0d83deb8-e9a9-42ab-ae84-75cdb7b5bd8e" providerId="ADAL" clId="{F480144D-229B-4504-9707-A45AE5F79E10}" dt="2026-10-04T09:16:56.267" v="1104" actId="20577"/>
          <ac:spMkLst>
            <pc:docMk/>
            <pc:sldMk cId="2024920195" sldId="412"/>
            <ac:spMk id="2" creationId="{E9744CB1-AFF5-78B1-D337-6428314F592D}"/>
          </ac:spMkLst>
        </pc:spChg>
        <pc:graphicFrameChg chg="add mod modGraphic">
          <ac:chgData name="Magdalene Lim (RP)" userId="0d83deb8-e9a9-42ab-ae84-75cdb7b5bd8e" providerId="ADAL" clId="{F480144D-229B-4504-9707-A45AE5F79E10}" dt="2026-10-04T09:25:36.405" v="1125" actId="2165"/>
          <ac:graphicFrameMkLst>
            <pc:docMk/>
            <pc:sldMk cId="2024920195" sldId="412"/>
            <ac:graphicFrameMk id="4" creationId="{DBA3D915-C294-20B2-4771-AB5D2DBB347D}"/>
          </ac:graphicFrameMkLst>
        </pc:graphicFrameChg>
        <pc:picChg chg="add mod">
          <ac:chgData name="Magdalene Lim (RP)" userId="0d83deb8-e9a9-42ab-ae84-75cdb7b5bd8e" providerId="ADAL" clId="{F480144D-229B-4504-9707-A45AE5F79E10}" dt="2026-10-04T09:25:20.491" v="1117" actId="1076"/>
          <ac:picMkLst>
            <pc:docMk/>
            <pc:sldMk cId="2024920195" sldId="412"/>
            <ac:picMk id="7" creationId="{27D86388-8036-CDD0-51CA-B909E7132054}"/>
          </ac:picMkLst>
        </pc:picChg>
      </pc:sldChg>
      <pc:sldChg chg="delSp modSp add mod modNotes modNotesTx">
        <pc:chgData name="Magdalene Lim (RP)" userId="0d83deb8-e9a9-42ab-ae84-75cdb7b5bd8e" providerId="ADAL" clId="{F480144D-229B-4504-9707-A45AE5F79E10}" dt="2026-10-11T08:52:07.357" v="4119" actId="26606"/>
        <pc:sldMkLst>
          <pc:docMk/>
          <pc:sldMk cId="2372311249" sldId="415"/>
        </pc:sldMkLst>
        <pc:spChg chg="mod">
          <ac:chgData name="Magdalene Lim (RP)" userId="0d83deb8-e9a9-42ab-ae84-75cdb7b5bd8e" providerId="ADAL" clId="{F480144D-229B-4504-9707-A45AE5F79E10}" dt="2026-10-04T09:29:48.736" v="1213" actId="113"/>
          <ac:spMkLst>
            <pc:docMk/>
            <pc:sldMk cId="2372311249" sldId="415"/>
            <ac:spMk id="2" creationId="{9FAA2A37-9218-D34A-FD62-BD004F8E4944}"/>
          </ac:spMkLst>
        </pc:spChg>
      </pc:sldChg>
      <pc:sldChg chg="modSp new mod">
        <pc:chgData name="Magdalene Lim (RP)" userId="0d83deb8-e9a9-42ab-ae84-75cdb7b5bd8e" providerId="ADAL" clId="{F480144D-229B-4504-9707-A45AE5F79E10}" dt="2026-10-06T07:04:32.333" v="2374" actId="6549"/>
        <pc:sldMkLst>
          <pc:docMk/>
          <pc:sldMk cId="2127043867" sldId="421"/>
        </pc:sldMkLst>
        <pc:spChg chg="mod">
          <ac:chgData name="Magdalene Lim (RP)" userId="0d83deb8-e9a9-42ab-ae84-75cdb7b5bd8e" providerId="ADAL" clId="{F480144D-229B-4504-9707-A45AE5F79E10}" dt="2026-10-06T07:04:32.333" v="2374" actId="6549"/>
          <ac:spMkLst>
            <pc:docMk/>
            <pc:sldMk cId="2127043867" sldId="421"/>
            <ac:spMk id="2" creationId="{165AC0FB-7BEE-0A21-084E-13B2CBF4FF78}"/>
          </ac:spMkLst>
        </pc:spChg>
      </pc:sldChg>
      <pc:sldChg chg="addSp delSp modSp new mod ord modClrScheme chgLayout modNotes modNotesTx">
        <pc:chgData name="Magdalene Lim (RP)" userId="0d83deb8-e9a9-42ab-ae84-75cdb7b5bd8e" providerId="ADAL" clId="{F480144D-229B-4504-9707-A45AE5F79E10}" dt="2026-10-11T09:14:35.716" v="4197" actId="368"/>
        <pc:sldMkLst>
          <pc:docMk/>
          <pc:sldMk cId="2309216715" sldId="422"/>
        </pc:sldMkLst>
        <pc:spChg chg="mod">
          <ac:chgData name="Magdalene Lim (RP)" userId="0d83deb8-e9a9-42ab-ae84-75cdb7b5bd8e" providerId="ADAL" clId="{F480144D-229B-4504-9707-A45AE5F79E10}" dt="2026-10-06T07:12:14.773" v="2400" actId="26606"/>
          <ac:spMkLst>
            <pc:docMk/>
            <pc:sldMk cId="2309216715" sldId="422"/>
            <ac:spMk id="3" creationId="{E7CC51B7-8B7F-809F-04E4-6072B1810379}"/>
          </ac:spMkLst>
        </pc:spChg>
        <pc:spChg chg="add mod">
          <ac:chgData name="Magdalene Lim (RP)" userId="0d83deb8-e9a9-42ab-ae84-75cdb7b5bd8e" providerId="ADAL" clId="{F480144D-229B-4504-9707-A45AE5F79E10}" dt="2026-10-06T08:21:59.651" v="3781" actId="207"/>
          <ac:spMkLst>
            <pc:docMk/>
            <pc:sldMk cId="2309216715" sldId="422"/>
            <ac:spMk id="6" creationId="{0C196BDD-1459-ECA9-56DB-1DD5D9EC1F52}"/>
          </ac:spMkLst>
        </pc:spChg>
        <pc:spChg chg="add mod">
          <ac:chgData name="Magdalene Lim (RP)" userId="0d83deb8-e9a9-42ab-ae84-75cdb7b5bd8e" providerId="ADAL" clId="{F480144D-229B-4504-9707-A45AE5F79E10}" dt="2026-10-06T07:15:41.686" v="2418" actId="14100"/>
          <ac:spMkLst>
            <pc:docMk/>
            <pc:sldMk cId="2309216715" sldId="422"/>
            <ac:spMk id="9" creationId="{1562686A-C255-5695-6030-7C60FD799C4B}"/>
          </ac:spMkLst>
        </pc:spChg>
        <pc:graphicFrameChg chg="add mod modGraphic">
          <ac:chgData name="Magdalene Lim (RP)" userId="0d83deb8-e9a9-42ab-ae84-75cdb7b5bd8e" providerId="ADAL" clId="{F480144D-229B-4504-9707-A45AE5F79E10}" dt="2026-10-06T07:15:35.462" v="2416" actId="1076"/>
          <ac:graphicFrameMkLst>
            <pc:docMk/>
            <pc:sldMk cId="2309216715" sldId="422"/>
            <ac:graphicFrameMk id="5" creationId="{8A19DB91-B3E1-4817-D4C5-C56C73A8FF18}"/>
          </ac:graphicFrameMkLst>
        </pc:graphicFrameChg>
        <pc:picChg chg="add mod">
          <ac:chgData name="Magdalene Lim (RP)" userId="0d83deb8-e9a9-42ab-ae84-75cdb7b5bd8e" providerId="ADAL" clId="{F480144D-229B-4504-9707-A45AE5F79E10}" dt="2026-10-06T07:15:50.366" v="2420" actId="1076"/>
          <ac:picMkLst>
            <pc:docMk/>
            <pc:sldMk cId="2309216715" sldId="422"/>
            <ac:picMk id="4" creationId="{68E9D141-3901-6B96-5866-4E3098E014D5}"/>
          </ac:picMkLst>
        </pc:picChg>
      </pc:sldChg>
      <pc:sldChg chg="modSp add mod modNotes modNotesTx">
        <pc:chgData name="Magdalene Lim (RP)" userId="0d83deb8-e9a9-42ab-ae84-75cdb7b5bd8e" providerId="ADAL" clId="{F480144D-229B-4504-9707-A45AE5F79E10}" dt="2026-10-11T09:14:35.716" v="4201" actId="368"/>
        <pc:sldMkLst>
          <pc:docMk/>
          <pc:sldMk cId="3201443413" sldId="423"/>
        </pc:sldMkLst>
        <pc:spChg chg="mod">
          <ac:chgData name="Magdalene Lim (RP)" userId="0d83deb8-e9a9-42ab-ae84-75cdb7b5bd8e" providerId="ADAL" clId="{F480144D-229B-4504-9707-A45AE5F79E10}" dt="2026-10-06T07:19:05.887" v="2440" actId="1076"/>
          <ac:spMkLst>
            <pc:docMk/>
            <pc:sldMk cId="3201443413" sldId="423"/>
            <ac:spMk id="5" creationId="{C048780F-A9CD-1F33-5327-FC85FACE2E97}"/>
          </ac:spMkLst>
        </pc:spChg>
        <pc:spChg chg="mod">
          <ac:chgData name="Magdalene Lim (RP)" userId="0d83deb8-e9a9-42ab-ae84-75cdb7b5bd8e" providerId="ADAL" clId="{F480144D-229B-4504-9707-A45AE5F79E10}" dt="2026-10-06T07:19:05.887" v="2440" actId="1076"/>
          <ac:spMkLst>
            <pc:docMk/>
            <pc:sldMk cId="3201443413" sldId="423"/>
            <ac:spMk id="6" creationId="{688C0639-5F3B-2EB4-0873-ECDAC410DCDA}"/>
          </ac:spMkLst>
        </pc:spChg>
        <pc:spChg chg="mod">
          <ac:chgData name="Magdalene Lim (RP)" userId="0d83deb8-e9a9-42ab-ae84-75cdb7b5bd8e" providerId="ADAL" clId="{F480144D-229B-4504-9707-A45AE5F79E10}" dt="2026-10-06T07:25:22.779" v="2464" actId="20577"/>
          <ac:spMkLst>
            <pc:docMk/>
            <pc:sldMk cId="3201443413" sldId="423"/>
            <ac:spMk id="7" creationId="{83BB6148-4DF6-C705-DBF8-724CCF28D71D}"/>
          </ac:spMkLst>
        </pc:spChg>
        <pc:spChg chg="mod">
          <ac:chgData name="Magdalene Lim (RP)" userId="0d83deb8-e9a9-42ab-ae84-75cdb7b5bd8e" providerId="ADAL" clId="{F480144D-229B-4504-9707-A45AE5F79E10}" dt="2026-10-06T07:18:54.600" v="2436" actId="1076"/>
          <ac:spMkLst>
            <pc:docMk/>
            <pc:sldMk cId="3201443413" sldId="423"/>
            <ac:spMk id="8" creationId="{DB5A0B0C-BA0B-F60D-5E3E-EBFE19C13640}"/>
          </ac:spMkLst>
        </pc:spChg>
        <pc:spChg chg="mod">
          <ac:chgData name="Magdalene Lim (RP)" userId="0d83deb8-e9a9-42ab-ae84-75cdb7b5bd8e" providerId="ADAL" clId="{F480144D-229B-4504-9707-A45AE5F79E10}" dt="2026-10-06T08:30:33.782" v="3933"/>
          <ac:spMkLst>
            <pc:docMk/>
            <pc:sldMk cId="3201443413" sldId="423"/>
            <ac:spMk id="9" creationId="{AA9E5EA9-6275-8002-71C0-49F250683BE6}"/>
          </ac:spMkLst>
        </pc:spChg>
        <pc:spChg chg="mod">
          <ac:chgData name="Magdalene Lim (RP)" userId="0d83deb8-e9a9-42ab-ae84-75cdb7b5bd8e" providerId="ADAL" clId="{F480144D-229B-4504-9707-A45AE5F79E10}" dt="2026-10-06T07:19:05.887" v="2440" actId="1076"/>
          <ac:spMkLst>
            <pc:docMk/>
            <pc:sldMk cId="3201443413" sldId="423"/>
            <ac:spMk id="10" creationId="{FBFE9F9C-615A-90FB-8448-20B8B90B0E83}"/>
          </ac:spMkLst>
        </pc:spChg>
        <pc:spChg chg="mod">
          <ac:chgData name="Magdalene Lim (RP)" userId="0d83deb8-e9a9-42ab-ae84-75cdb7b5bd8e" providerId="ADAL" clId="{F480144D-229B-4504-9707-A45AE5F79E10}" dt="2026-10-06T07:19:05.887" v="2440" actId="1076"/>
          <ac:spMkLst>
            <pc:docMk/>
            <pc:sldMk cId="3201443413" sldId="423"/>
            <ac:spMk id="11" creationId="{60126E81-B21C-B499-CCDB-37EFF205B5F1}"/>
          </ac:spMkLst>
        </pc:spChg>
        <pc:spChg chg="mod">
          <ac:chgData name="Magdalene Lim (RP)" userId="0d83deb8-e9a9-42ab-ae84-75cdb7b5bd8e" providerId="ADAL" clId="{F480144D-229B-4504-9707-A45AE5F79E10}" dt="2026-10-06T07:19:05.887" v="2440" actId="1076"/>
          <ac:spMkLst>
            <pc:docMk/>
            <pc:sldMk cId="3201443413" sldId="423"/>
            <ac:spMk id="12" creationId="{171DCAC2-2BF7-E2EA-1CF5-04C09963F6E9}"/>
          </ac:spMkLst>
        </pc:spChg>
        <pc:spChg chg="mod">
          <ac:chgData name="Magdalene Lim (RP)" userId="0d83deb8-e9a9-42ab-ae84-75cdb7b5bd8e" providerId="ADAL" clId="{F480144D-229B-4504-9707-A45AE5F79E10}" dt="2026-10-06T08:31:07.841" v="3936" actId="20577"/>
          <ac:spMkLst>
            <pc:docMk/>
            <pc:sldMk cId="3201443413" sldId="423"/>
            <ac:spMk id="13" creationId="{AC9EFB71-6BB8-46F0-DB59-3A991DD5AC40}"/>
          </ac:spMkLst>
        </pc:spChg>
        <pc:spChg chg="mod">
          <ac:chgData name="Magdalene Lim (RP)" userId="0d83deb8-e9a9-42ab-ae84-75cdb7b5bd8e" providerId="ADAL" clId="{F480144D-229B-4504-9707-A45AE5F79E10}" dt="2026-10-06T08:31:30.738" v="3937"/>
          <ac:spMkLst>
            <pc:docMk/>
            <pc:sldMk cId="3201443413" sldId="423"/>
            <ac:spMk id="14" creationId="{AC6868D0-9669-A91A-41FF-7B236A4BD205}"/>
          </ac:spMkLst>
        </pc:spChg>
        <pc:spChg chg="mod">
          <ac:chgData name="Magdalene Lim (RP)" userId="0d83deb8-e9a9-42ab-ae84-75cdb7b5bd8e" providerId="ADAL" clId="{F480144D-229B-4504-9707-A45AE5F79E10}" dt="2026-10-06T07:18:58.809" v="2438" actId="1076"/>
          <ac:spMkLst>
            <pc:docMk/>
            <pc:sldMk cId="3201443413" sldId="423"/>
            <ac:spMk id="15" creationId="{BF94D0CE-7DC8-0ABB-1007-96FDD0F1E0C1}"/>
          </ac:spMkLst>
        </pc:spChg>
        <pc:spChg chg="mod">
          <ac:chgData name="Magdalene Lim (RP)" userId="0d83deb8-e9a9-42ab-ae84-75cdb7b5bd8e" providerId="ADAL" clId="{F480144D-229B-4504-9707-A45AE5F79E10}" dt="2026-10-06T07:19:05.887" v="2440" actId="1076"/>
          <ac:spMkLst>
            <pc:docMk/>
            <pc:sldMk cId="3201443413" sldId="423"/>
            <ac:spMk id="17" creationId="{8B815475-B999-44EC-3331-71D03263ED7F}"/>
          </ac:spMkLst>
        </pc:spChg>
        <pc:spChg chg="mod">
          <ac:chgData name="Magdalene Lim (RP)" userId="0d83deb8-e9a9-42ab-ae84-75cdb7b5bd8e" providerId="ADAL" clId="{F480144D-229B-4504-9707-A45AE5F79E10}" dt="2026-10-06T07:19:05.887" v="2440" actId="1076"/>
          <ac:spMkLst>
            <pc:docMk/>
            <pc:sldMk cId="3201443413" sldId="423"/>
            <ac:spMk id="32" creationId="{79973399-FBEB-A73A-0929-6E6957A7D083}"/>
          </ac:spMkLst>
        </pc:spChg>
        <pc:picChg chg="mod">
          <ac:chgData name="Magdalene Lim (RP)" userId="0d83deb8-e9a9-42ab-ae84-75cdb7b5bd8e" providerId="ADAL" clId="{F480144D-229B-4504-9707-A45AE5F79E10}" dt="2026-10-06T07:18:54.600" v="2436" actId="1076"/>
          <ac:picMkLst>
            <pc:docMk/>
            <pc:sldMk cId="3201443413" sldId="423"/>
            <ac:picMk id="20" creationId="{6280669B-FBB9-7C8B-422E-B4360DC671A0}"/>
          </ac:picMkLst>
        </pc:picChg>
        <pc:picChg chg="mod">
          <ac:chgData name="Magdalene Lim (RP)" userId="0d83deb8-e9a9-42ab-ae84-75cdb7b5bd8e" providerId="ADAL" clId="{F480144D-229B-4504-9707-A45AE5F79E10}" dt="2026-10-06T07:19:05.887" v="2440" actId="1076"/>
          <ac:picMkLst>
            <pc:docMk/>
            <pc:sldMk cId="3201443413" sldId="423"/>
            <ac:picMk id="22" creationId="{DC3CF583-7AE8-0474-9888-2E5F41F1A1DB}"/>
          </ac:picMkLst>
        </pc:picChg>
        <pc:picChg chg="mod">
          <ac:chgData name="Magdalene Lim (RP)" userId="0d83deb8-e9a9-42ab-ae84-75cdb7b5bd8e" providerId="ADAL" clId="{F480144D-229B-4504-9707-A45AE5F79E10}" dt="2026-10-06T07:19:05.887" v="2440" actId="1076"/>
          <ac:picMkLst>
            <pc:docMk/>
            <pc:sldMk cId="3201443413" sldId="423"/>
            <ac:picMk id="26" creationId="{79D00332-B645-2A0B-86CC-292FB143B7F3}"/>
          </ac:picMkLst>
        </pc:picChg>
        <pc:cxnChg chg="mod">
          <ac:chgData name="Magdalene Lim (RP)" userId="0d83deb8-e9a9-42ab-ae84-75cdb7b5bd8e" providerId="ADAL" clId="{F480144D-229B-4504-9707-A45AE5F79E10}" dt="2026-10-06T07:19:09.221" v="2441" actId="14100"/>
          <ac:cxnSpMkLst>
            <pc:docMk/>
            <pc:sldMk cId="3201443413" sldId="423"/>
            <ac:cxnSpMk id="19" creationId="{8F17D2E2-735B-2164-7D0F-CF0EF527EE04}"/>
          </ac:cxnSpMkLst>
        </pc:cxnChg>
      </pc:sldChg>
      <pc:sldChg chg="addSp modSp new mod modNotes">
        <pc:chgData name="Magdalene Lim (RP)" userId="0d83deb8-e9a9-42ab-ae84-75cdb7b5bd8e" providerId="ADAL" clId="{F480144D-229B-4504-9707-A45AE5F79E10}" dt="2026-10-11T09:14:35.716" v="4203" actId="368"/>
        <pc:sldMkLst>
          <pc:docMk/>
          <pc:sldMk cId="1771945802" sldId="424"/>
        </pc:sldMkLst>
        <pc:spChg chg="mod">
          <ac:chgData name="Magdalene Lim (RP)" userId="0d83deb8-e9a9-42ab-ae84-75cdb7b5bd8e" providerId="ADAL" clId="{F480144D-229B-4504-9707-A45AE5F79E10}" dt="2026-10-06T07:41:44.615" v="2657" actId="5793"/>
          <ac:spMkLst>
            <pc:docMk/>
            <pc:sldMk cId="1771945802" sldId="424"/>
            <ac:spMk id="2" creationId="{403DD839-189C-E115-C55C-D522A107A0AE}"/>
          </ac:spMkLst>
        </pc:spChg>
        <pc:spChg chg="mod">
          <ac:chgData name="Magdalene Lim (RP)" userId="0d83deb8-e9a9-42ab-ae84-75cdb7b5bd8e" providerId="ADAL" clId="{F480144D-229B-4504-9707-A45AE5F79E10}" dt="2026-10-06T08:48:41.043" v="3958" actId="20577"/>
          <ac:spMkLst>
            <pc:docMk/>
            <pc:sldMk cId="1771945802" sldId="424"/>
            <ac:spMk id="3" creationId="{55FE9397-0CE2-E409-552A-983C6F2E3C9F}"/>
          </ac:spMkLst>
        </pc:spChg>
        <pc:graphicFrameChg chg="add mod modGraphic">
          <ac:chgData name="Magdalene Lim (RP)" userId="0d83deb8-e9a9-42ab-ae84-75cdb7b5bd8e" providerId="ADAL" clId="{F480144D-229B-4504-9707-A45AE5F79E10}" dt="2026-10-06T08:00:07.961" v="3017" actId="242"/>
          <ac:graphicFrameMkLst>
            <pc:docMk/>
            <pc:sldMk cId="1771945802" sldId="424"/>
            <ac:graphicFrameMk id="4" creationId="{D9070DCB-F2DD-7CEC-EF0E-3F6467364279}"/>
          </ac:graphicFrameMkLst>
        </pc:graphicFrameChg>
        <pc:picChg chg="add mod">
          <ac:chgData name="Magdalene Lim (RP)" userId="0d83deb8-e9a9-42ab-ae84-75cdb7b5bd8e" providerId="ADAL" clId="{F480144D-229B-4504-9707-A45AE5F79E10}" dt="2026-10-06T07:41:42.768" v="2656" actId="208"/>
          <ac:picMkLst>
            <pc:docMk/>
            <pc:sldMk cId="1771945802" sldId="424"/>
            <ac:picMk id="6" creationId="{5FEFF6B9-C740-FA25-038E-40CED4A4A194}"/>
          </ac:picMkLst>
        </pc:picChg>
      </pc:sldChg>
      <pc:sldChg chg="addSp delSp modSp add mod">
        <pc:chgData name="Magdalene Lim (RP)" userId="0d83deb8-e9a9-42ab-ae84-75cdb7b5bd8e" providerId="ADAL" clId="{F480144D-229B-4504-9707-A45AE5F79E10}" dt="2026-10-06T08:48:46.847" v="3962" actId="20577"/>
        <pc:sldMkLst>
          <pc:docMk/>
          <pc:sldMk cId="2089925109" sldId="427"/>
        </pc:sldMkLst>
        <pc:spChg chg="mod">
          <ac:chgData name="Magdalene Lim (RP)" userId="0d83deb8-e9a9-42ab-ae84-75cdb7b5bd8e" providerId="ADAL" clId="{F480144D-229B-4504-9707-A45AE5F79E10}" dt="2026-10-06T08:48:46.847" v="3962" actId="20577"/>
          <ac:spMkLst>
            <pc:docMk/>
            <pc:sldMk cId="2089925109" sldId="427"/>
            <ac:spMk id="3" creationId="{616F7F61-D471-0816-E40C-D6C0F2C66937}"/>
          </ac:spMkLst>
        </pc:spChg>
        <pc:spChg chg="add mod">
          <ac:chgData name="Magdalene Lim (RP)" userId="0d83deb8-e9a9-42ab-ae84-75cdb7b5bd8e" providerId="ADAL" clId="{F480144D-229B-4504-9707-A45AE5F79E10}" dt="2026-10-06T08:10:50.548" v="3675" actId="14100"/>
          <ac:spMkLst>
            <pc:docMk/>
            <pc:sldMk cId="2089925109" sldId="427"/>
            <ac:spMk id="8" creationId="{7729CD76-12CD-036D-7E6C-DC9DA2C9FABA}"/>
          </ac:spMkLst>
        </pc:spChg>
        <pc:graphicFrameChg chg="mod modGraphic">
          <ac:chgData name="Magdalene Lim (RP)" userId="0d83deb8-e9a9-42ab-ae84-75cdb7b5bd8e" providerId="ADAL" clId="{F480144D-229B-4504-9707-A45AE5F79E10}" dt="2026-10-06T08:11:03.640" v="3678" actId="6549"/>
          <ac:graphicFrameMkLst>
            <pc:docMk/>
            <pc:sldMk cId="2089925109" sldId="427"/>
            <ac:graphicFrameMk id="4" creationId="{BFB149D0-5442-ABDB-5A69-A12A5A9278B7}"/>
          </ac:graphicFrameMkLst>
        </pc:graphicFrameChg>
        <pc:picChg chg="add mod">
          <ac:chgData name="Magdalene Lim (RP)" userId="0d83deb8-e9a9-42ab-ae84-75cdb7b5bd8e" providerId="ADAL" clId="{F480144D-229B-4504-9707-A45AE5F79E10}" dt="2026-10-06T08:10:56.028" v="3676" actId="208"/>
          <ac:picMkLst>
            <pc:docMk/>
            <pc:sldMk cId="2089925109" sldId="427"/>
            <ac:picMk id="7" creationId="{27AA5653-E8D1-D2E0-6B8D-738CD321758C}"/>
          </ac:picMkLst>
        </pc:picChg>
      </pc:sldChg>
      <pc:sldChg chg="addSp delSp modSp add mod setBg modClrScheme chgLayout modNotes modNotesTx">
        <pc:chgData name="Magdalene Lim (RP)" userId="0d83deb8-e9a9-42ab-ae84-75cdb7b5bd8e" providerId="ADAL" clId="{F480144D-229B-4504-9707-A45AE5F79E10}" dt="2026-10-11T09:14:35.700" v="4185" actId="368"/>
        <pc:sldMkLst>
          <pc:docMk/>
          <pc:sldMk cId="0" sldId="430"/>
        </pc:sldMkLst>
        <pc:spChg chg="mod">
          <ac:chgData name="Magdalene Lim (RP)" userId="0d83deb8-e9a9-42ab-ae84-75cdb7b5bd8e" providerId="ADAL" clId="{F480144D-229B-4504-9707-A45AE5F79E10}" dt="2026-10-08T00:43:10.733" v="4011" actId="403"/>
          <ac:spMkLst>
            <pc:docMk/>
            <pc:sldMk cId="0" sldId="430"/>
            <ac:spMk id="7" creationId="{00000000-0000-0000-0000-000000000000}"/>
          </ac:spMkLst>
        </pc:spChg>
        <pc:spChg chg="mod">
          <ac:chgData name="Magdalene Lim (RP)" userId="0d83deb8-e9a9-42ab-ae84-75cdb7b5bd8e" providerId="ADAL" clId="{F480144D-229B-4504-9707-A45AE5F79E10}" dt="2026-10-08T00:43:10.733" v="4011" actId="403"/>
          <ac:spMkLst>
            <pc:docMk/>
            <pc:sldMk cId="0" sldId="430"/>
            <ac:spMk id="11" creationId="{00000000-0000-0000-0000-000000000000}"/>
          </ac:spMkLst>
        </pc:spChg>
        <pc:spChg chg="mod">
          <ac:chgData name="Magdalene Lim (RP)" userId="0d83deb8-e9a9-42ab-ae84-75cdb7b5bd8e" providerId="ADAL" clId="{F480144D-229B-4504-9707-A45AE5F79E10}" dt="2026-10-08T00:43:10.733" v="4011" actId="403"/>
          <ac:spMkLst>
            <pc:docMk/>
            <pc:sldMk cId="0" sldId="430"/>
            <ac:spMk id="14" creationId="{00000000-0000-0000-0000-000000000000}"/>
          </ac:spMkLst>
        </pc:spChg>
        <pc:spChg chg="mod">
          <ac:chgData name="Magdalene Lim (RP)" userId="0d83deb8-e9a9-42ab-ae84-75cdb7b5bd8e" providerId="ADAL" clId="{F480144D-229B-4504-9707-A45AE5F79E10}" dt="2026-10-08T00:43:10.733" v="4011" actId="403"/>
          <ac:spMkLst>
            <pc:docMk/>
            <pc:sldMk cId="0" sldId="430"/>
            <ac:spMk id="18" creationId="{00000000-0000-0000-0000-000000000000}"/>
          </ac:spMkLst>
        </pc:spChg>
        <pc:spChg chg="mod">
          <ac:chgData name="Magdalene Lim (RP)" userId="0d83deb8-e9a9-42ab-ae84-75cdb7b5bd8e" providerId="ADAL" clId="{F480144D-229B-4504-9707-A45AE5F79E10}" dt="2026-10-08T00:43:10.733" v="4011" actId="403"/>
          <ac:spMkLst>
            <pc:docMk/>
            <pc:sldMk cId="0" sldId="430"/>
            <ac:spMk id="19" creationId="{00000000-0000-0000-0000-000000000000}"/>
          </ac:spMkLst>
        </pc:spChg>
        <pc:spChg chg="mod">
          <ac:chgData name="Magdalene Lim (RP)" userId="0d83deb8-e9a9-42ab-ae84-75cdb7b5bd8e" providerId="ADAL" clId="{F480144D-229B-4504-9707-A45AE5F79E10}" dt="2026-10-08T00:43:10.733" v="4011" actId="403"/>
          <ac:spMkLst>
            <pc:docMk/>
            <pc:sldMk cId="0" sldId="430"/>
            <ac:spMk id="20" creationId="{00000000-0000-0000-0000-000000000000}"/>
          </ac:spMkLst>
        </pc:spChg>
        <pc:spChg chg="mod">
          <ac:chgData name="Magdalene Lim (RP)" userId="0d83deb8-e9a9-42ab-ae84-75cdb7b5bd8e" providerId="ADAL" clId="{F480144D-229B-4504-9707-A45AE5F79E10}" dt="2026-10-08T00:43:10.733" v="4011" actId="403"/>
          <ac:spMkLst>
            <pc:docMk/>
            <pc:sldMk cId="0" sldId="430"/>
            <ac:spMk id="21" creationId="{00000000-0000-0000-0000-000000000000}"/>
          </ac:spMkLst>
        </pc:spChg>
        <pc:spChg chg="mod">
          <ac:chgData name="Magdalene Lim (RP)" userId="0d83deb8-e9a9-42ab-ae84-75cdb7b5bd8e" providerId="ADAL" clId="{F480144D-229B-4504-9707-A45AE5F79E10}" dt="2026-10-08T00:43:10.733" v="4011" actId="403"/>
          <ac:spMkLst>
            <pc:docMk/>
            <pc:sldMk cId="0" sldId="430"/>
            <ac:spMk id="24" creationId="{00000000-0000-0000-0000-000000000000}"/>
          </ac:spMkLst>
        </pc:spChg>
        <pc:spChg chg="mod">
          <ac:chgData name="Magdalene Lim (RP)" userId="0d83deb8-e9a9-42ab-ae84-75cdb7b5bd8e" providerId="ADAL" clId="{F480144D-229B-4504-9707-A45AE5F79E10}" dt="2026-10-08T00:43:10.733" v="4011" actId="403"/>
          <ac:spMkLst>
            <pc:docMk/>
            <pc:sldMk cId="0" sldId="430"/>
            <ac:spMk id="28" creationId="{00000000-0000-0000-0000-000000000000}"/>
          </ac:spMkLst>
        </pc:spChg>
        <pc:spChg chg="mod">
          <ac:chgData name="Magdalene Lim (RP)" userId="0d83deb8-e9a9-42ab-ae84-75cdb7b5bd8e" providerId="ADAL" clId="{F480144D-229B-4504-9707-A45AE5F79E10}" dt="2026-10-08T00:43:10.733" v="4011" actId="403"/>
          <ac:spMkLst>
            <pc:docMk/>
            <pc:sldMk cId="0" sldId="430"/>
            <ac:spMk id="29" creationId="{00000000-0000-0000-0000-000000000000}"/>
          </ac:spMkLst>
        </pc:spChg>
        <pc:spChg chg="add del mod ord">
          <ac:chgData name="Magdalene Lim (RP)" userId="0d83deb8-e9a9-42ab-ae84-75cdb7b5bd8e" providerId="ADAL" clId="{F480144D-229B-4504-9707-A45AE5F79E10}" dt="2026-10-08T00:42:31.373" v="4003" actId="20577"/>
          <ac:spMkLst>
            <pc:docMk/>
            <pc:sldMk cId="0" sldId="430"/>
            <ac:spMk id="38" creationId="{8621C32A-F0D0-D8F6-EE28-E2E8A8DDF3D9}"/>
          </ac:spMkLst>
        </pc:spChg>
      </pc:sldChg>
      <pc:sldChg chg="addSp delSp modSp add mod setBg modClrScheme chgLayout modNotes modNotesTx">
        <pc:chgData name="Magdalene Lim (RP)" userId="0d83deb8-e9a9-42ab-ae84-75cdb7b5bd8e" providerId="ADAL" clId="{F480144D-229B-4504-9707-A45AE5F79E10}" dt="2026-10-11T09:14:35.700" v="4187" actId="368"/>
        <pc:sldMkLst>
          <pc:docMk/>
          <pc:sldMk cId="0" sldId="431"/>
        </pc:sldMkLst>
        <pc:spChg chg="mod">
          <ac:chgData name="Magdalene Lim (RP)" userId="0d83deb8-e9a9-42ab-ae84-75cdb7b5bd8e" providerId="ADAL" clId="{F480144D-229B-4504-9707-A45AE5F79E10}" dt="2026-10-08T00:43:49.687" v="4014" actId="403"/>
          <ac:spMkLst>
            <pc:docMk/>
            <pc:sldMk cId="0" sldId="431"/>
            <ac:spMk id="5" creationId="{00000000-0000-0000-0000-000000000000}"/>
          </ac:spMkLst>
        </pc:spChg>
        <pc:spChg chg="mod">
          <ac:chgData name="Magdalene Lim (RP)" userId="0d83deb8-e9a9-42ab-ae84-75cdb7b5bd8e" providerId="ADAL" clId="{F480144D-229B-4504-9707-A45AE5F79E10}" dt="2026-10-08T00:44:07.172" v="4016" actId="6549"/>
          <ac:spMkLst>
            <pc:docMk/>
            <pc:sldMk cId="0" sldId="431"/>
            <ac:spMk id="7" creationId="{00000000-0000-0000-0000-000000000000}"/>
          </ac:spMkLst>
        </pc:spChg>
        <pc:spChg chg="mod">
          <ac:chgData name="Magdalene Lim (RP)" userId="0d83deb8-e9a9-42ab-ae84-75cdb7b5bd8e" providerId="ADAL" clId="{F480144D-229B-4504-9707-A45AE5F79E10}" dt="2026-10-08T00:43:49.687" v="4014" actId="403"/>
          <ac:spMkLst>
            <pc:docMk/>
            <pc:sldMk cId="0" sldId="431"/>
            <ac:spMk id="9" creationId="{00000000-0000-0000-0000-000000000000}"/>
          </ac:spMkLst>
        </pc:spChg>
        <pc:spChg chg="mod">
          <ac:chgData name="Magdalene Lim (RP)" userId="0d83deb8-e9a9-42ab-ae84-75cdb7b5bd8e" providerId="ADAL" clId="{F480144D-229B-4504-9707-A45AE5F79E10}" dt="2026-10-08T00:43:49.687" v="4014" actId="403"/>
          <ac:spMkLst>
            <pc:docMk/>
            <pc:sldMk cId="0" sldId="431"/>
            <ac:spMk id="10" creationId="{00000000-0000-0000-0000-000000000000}"/>
          </ac:spMkLst>
        </pc:spChg>
        <pc:spChg chg="mod">
          <ac:chgData name="Magdalene Lim (RP)" userId="0d83deb8-e9a9-42ab-ae84-75cdb7b5bd8e" providerId="ADAL" clId="{F480144D-229B-4504-9707-A45AE5F79E10}" dt="2026-10-08T00:43:49.687" v="4014" actId="403"/>
          <ac:spMkLst>
            <pc:docMk/>
            <pc:sldMk cId="0" sldId="431"/>
            <ac:spMk id="12" creationId="{00000000-0000-0000-0000-000000000000}"/>
          </ac:spMkLst>
        </pc:spChg>
        <pc:spChg chg="mod">
          <ac:chgData name="Magdalene Lim (RP)" userId="0d83deb8-e9a9-42ab-ae84-75cdb7b5bd8e" providerId="ADAL" clId="{F480144D-229B-4504-9707-A45AE5F79E10}" dt="2026-10-08T00:43:49.687" v="4014" actId="403"/>
          <ac:spMkLst>
            <pc:docMk/>
            <pc:sldMk cId="0" sldId="431"/>
            <ac:spMk id="14" creationId="{00000000-0000-0000-0000-000000000000}"/>
          </ac:spMkLst>
        </pc:spChg>
        <pc:spChg chg="mod">
          <ac:chgData name="Magdalene Lim (RP)" userId="0d83deb8-e9a9-42ab-ae84-75cdb7b5bd8e" providerId="ADAL" clId="{F480144D-229B-4504-9707-A45AE5F79E10}" dt="2026-10-08T00:43:49.687" v="4014" actId="403"/>
          <ac:spMkLst>
            <pc:docMk/>
            <pc:sldMk cId="0" sldId="431"/>
            <ac:spMk id="16" creationId="{00000000-0000-0000-0000-000000000000}"/>
          </ac:spMkLst>
        </pc:spChg>
        <pc:spChg chg="mod">
          <ac:chgData name="Magdalene Lim (RP)" userId="0d83deb8-e9a9-42ab-ae84-75cdb7b5bd8e" providerId="ADAL" clId="{F480144D-229B-4504-9707-A45AE5F79E10}" dt="2026-10-08T00:43:49.687" v="4014" actId="403"/>
          <ac:spMkLst>
            <pc:docMk/>
            <pc:sldMk cId="0" sldId="431"/>
            <ac:spMk id="18" creationId="{00000000-0000-0000-0000-000000000000}"/>
          </ac:spMkLst>
        </pc:spChg>
        <pc:spChg chg="mod">
          <ac:chgData name="Magdalene Lim (RP)" userId="0d83deb8-e9a9-42ab-ae84-75cdb7b5bd8e" providerId="ADAL" clId="{F480144D-229B-4504-9707-A45AE5F79E10}" dt="2026-10-08T00:43:49.687" v="4014" actId="403"/>
          <ac:spMkLst>
            <pc:docMk/>
            <pc:sldMk cId="0" sldId="431"/>
            <ac:spMk id="21" creationId="{00000000-0000-0000-0000-000000000000}"/>
          </ac:spMkLst>
        </pc:spChg>
        <pc:spChg chg="mod">
          <ac:chgData name="Magdalene Lim (RP)" userId="0d83deb8-e9a9-42ab-ae84-75cdb7b5bd8e" providerId="ADAL" clId="{F480144D-229B-4504-9707-A45AE5F79E10}" dt="2026-10-08T00:43:49.687" v="4014" actId="403"/>
          <ac:spMkLst>
            <pc:docMk/>
            <pc:sldMk cId="0" sldId="431"/>
            <ac:spMk id="23" creationId="{00000000-0000-0000-0000-000000000000}"/>
          </ac:spMkLst>
        </pc:spChg>
        <pc:spChg chg="add mod ord">
          <ac:chgData name="Magdalene Lim (RP)" userId="0d83deb8-e9a9-42ab-ae84-75cdb7b5bd8e" providerId="ADAL" clId="{F480144D-229B-4504-9707-A45AE5F79E10}" dt="2026-10-08T00:44:37.830" v="4025" actId="20577"/>
          <ac:spMkLst>
            <pc:docMk/>
            <pc:sldMk cId="0" sldId="431"/>
            <ac:spMk id="28" creationId="{0B86B3D1-8C70-248B-476A-52640451589D}"/>
          </ac:spMkLst>
        </pc:spChg>
      </pc:sldChg>
      <pc:sldChg chg="addSp delSp modSp add mod setBg modClrScheme chgLayout modNotes modNotesTx">
        <pc:chgData name="Magdalene Lim (RP)" userId="0d83deb8-e9a9-42ab-ae84-75cdb7b5bd8e" providerId="ADAL" clId="{F480144D-229B-4504-9707-A45AE5F79E10}" dt="2026-10-11T09:14:35.700" v="4189" actId="368"/>
        <pc:sldMkLst>
          <pc:docMk/>
          <pc:sldMk cId="0" sldId="432"/>
        </pc:sldMkLst>
        <pc:spChg chg="mod">
          <ac:chgData name="Magdalene Lim (RP)" userId="0d83deb8-e9a9-42ab-ae84-75cdb7b5bd8e" providerId="ADAL" clId="{F480144D-229B-4504-9707-A45AE5F79E10}" dt="2026-10-08T00:46:47.384" v="4075" actId="6549"/>
          <ac:spMkLst>
            <pc:docMk/>
            <pc:sldMk cId="0" sldId="432"/>
            <ac:spMk id="7" creationId="{00000000-0000-0000-0000-000000000000}"/>
          </ac:spMkLst>
        </pc:spChg>
        <pc:spChg chg="mod">
          <ac:chgData name="Magdalene Lim (RP)" userId="0d83deb8-e9a9-42ab-ae84-75cdb7b5bd8e" providerId="ADAL" clId="{F480144D-229B-4504-9707-A45AE5F79E10}" dt="2026-10-08T00:45:39.596" v="4042" actId="403"/>
          <ac:spMkLst>
            <pc:docMk/>
            <pc:sldMk cId="0" sldId="432"/>
            <ac:spMk id="9" creationId="{00000000-0000-0000-0000-000000000000}"/>
          </ac:spMkLst>
        </pc:spChg>
        <pc:spChg chg="mod">
          <ac:chgData name="Magdalene Lim (RP)" userId="0d83deb8-e9a9-42ab-ae84-75cdb7b5bd8e" providerId="ADAL" clId="{F480144D-229B-4504-9707-A45AE5F79E10}" dt="2026-10-08T00:45:39.596" v="4042" actId="403"/>
          <ac:spMkLst>
            <pc:docMk/>
            <pc:sldMk cId="0" sldId="432"/>
            <ac:spMk id="10" creationId="{00000000-0000-0000-0000-000000000000}"/>
          </ac:spMkLst>
        </pc:spChg>
        <pc:spChg chg="mod">
          <ac:chgData name="Magdalene Lim (RP)" userId="0d83deb8-e9a9-42ab-ae84-75cdb7b5bd8e" providerId="ADAL" clId="{F480144D-229B-4504-9707-A45AE5F79E10}" dt="2026-10-08T00:45:39.596" v="4042" actId="403"/>
          <ac:spMkLst>
            <pc:docMk/>
            <pc:sldMk cId="0" sldId="432"/>
            <ac:spMk id="11" creationId="{00000000-0000-0000-0000-000000000000}"/>
          </ac:spMkLst>
        </pc:spChg>
        <pc:spChg chg="mod">
          <ac:chgData name="Magdalene Lim (RP)" userId="0d83deb8-e9a9-42ab-ae84-75cdb7b5bd8e" providerId="ADAL" clId="{F480144D-229B-4504-9707-A45AE5F79E10}" dt="2026-10-08T00:45:39.596" v="4042" actId="403"/>
          <ac:spMkLst>
            <pc:docMk/>
            <pc:sldMk cId="0" sldId="432"/>
            <ac:spMk id="12" creationId="{00000000-0000-0000-0000-000000000000}"/>
          </ac:spMkLst>
        </pc:spChg>
        <pc:spChg chg="mod">
          <ac:chgData name="Magdalene Lim (RP)" userId="0d83deb8-e9a9-42ab-ae84-75cdb7b5bd8e" providerId="ADAL" clId="{F480144D-229B-4504-9707-A45AE5F79E10}" dt="2026-10-08T00:45:39.596" v="4042" actId="403"/>
          <ac:spMkLst>
            <pc:docMk/>
            <pc:sldMk cId="0" sldId="432"/>
            <ac:spMk id="13" creationId="{00000000-0000-0000-0000-000000000000}"/>
          </ac:spMkLst>
        </pc:spChg>
        <pc:spChg chg="mod">
          <ac:chgData name="Magdalene Lim (RP)" userId="0d83deb8-e9a9-42ab-ae84-75cdb7b5bd8e" providerId="ADAL" clId="{F480144D-229B-4504-9707-A45AE5F79E10}" dt="2026-10-08T00:45:39.596" v="4042" actId="403"/>
          <ac:spMkLst>
            <pc:docMk/>
            <pc:sldMk cId="0" sldId="432"/>
            <ac:spMk id="15" creationId="{00000000-0000-0000-0000-000000000000}"/>
          </ac:spMkLst>
        </pc:spChg>
        <pc:spChg chg="mod">
          <ac:chgData name="Magdalene Lim (RP)" userId="0d83deb8-e9a9-42ab-ae84-75cdb7b5bd8e" providerId="ADAL" clId="{F480144D-229B-4504-9707-A45AE5F79E10}" dt="2026-10-08T00:45:39.596" v="4042" actId="403"/>
          <ac:spMkLst>
            <pc:docMk/>
            <pc:sldMk cId="0" sldId="432"/>
            <ac:spMk id="16" creationId="{00000000-0000-0000-0000-000000000000}"/>
          </ac:spMkLst>
        </pc:spChg>
        <pc:spChg chg="mod">
          <ac:chgData name="Magdalene Lim (RP)" userId="0d83deb8-e9a9-42ab-ae84-75cdb7b5bd8e" providerId="ADAL" clId="{F480144D-229B-4504-9707-A45AE5F79E10}" dt="2026-10-08T00:45:39.596" v="4042" actId="403"/>
          <ac:spMkLst>
            <pc:docMk/>
            <pc:sldMk cId="0" sldId="432"/>
            <ac:spMk id="17" creationId="{00000000-0000-0000-0000-000000000000}"/>
          </ac:spMkLst>
        </pc:spChg>
        <pc:spChg chg="mod">
          <ac:chgData name="Magdalene Lim (RP)" userId="0d83deb8-e9a9-42ab-ae84-75cdb7b5bd8e" providerId="ADAL" clId="{F480144D-229B-4504-9707-A45AE5F79E10}" dt="2026-10-08T00:45:39.596" v="4042" actId="403"/>
          <ac:spMkLst>
            <pc:docMk/>
            <pc:sldMk cId="0" sldId="432"/>
            <ac:spMk id="18" creationId="{00000000-0000-0000-0000-000000000000}"/>
          </ac:spMkLst>
        </pc:spChg>
        <pc:spChg chg="mod">
          <ac:chgData name="Magdalene Lim (RP)" userId="0d83deb8-e9a9-42ab-ae84-75cdb7b5bd8e" providerId="ADAL" clId="{F480144D-229B-4504-9707-A45AE5F79E10}" dt="2026-10-08T00:45:39.596" v="4042" actId="403"/>
          <ac:spMkLst>
            <pc:docMk/>
            <pc:sldMk cId="0" sldId="432"/>
            <ac:spMk id="19" creationId="{00000000-0000-0000-0000-000000000000}"/>
          </ac:spMkLst>
        </pc:spChg>
        <pc:spChg chg="add mod ord">
          <ac:chgData name="Magdalene Lim (RP)" userId="0d83deb8-e9a9-42ab-ae84-75cdb7b5bd8e" providerId="ADAL" clId="{F480144D-229B-4504-9707-A45AE5F79E10}" dt="2026-10-08T00:45:28.056" v="4039" actId="14100"/>
          <ac:spMkLst>
            <pc:docMk/>
            <pc:sldMk cId="0" sldId="432"/>
            <ac:spMk id="23" creationId="{F59D1E84-6D66-1B7E-B200-7840A7990B75}"/>
          </ac:spMkLst>
        </pc:spChg>
      </pc:sldChg>
      <pc:sldChg chg="addSp delSp modSp add mod setBg modClrScheme chgLayout modNotes modNotesTx">
        <pc:chgData name="Magdalene Lim (RP)" userId="0d83deb8-e9a9-42ab-ae84-75cdb7b5bd8e" providerId="ADAL" clId="{F480144D-229B-4504-9707-A45AE5F79E10}" dt="2026-10-11T09:14:35.700" v="4191" actId="368"/>
        <pc:sldMkLst>
          <pc:docMk/>
          <pc:sldMk cId="0" sldId="433"/>
        </pc:sldMkLst>
        <pc:spChg chg="mod">
          <ac:chgData name="Magdalene Lim (RP)" userId="0d83deb8-e9a9-42ab-ae84-75cdb7b5bd8e" providerId="ADAL" clId="{F480144D-229B-4504-9707-A45AE5F79E10}" dt="2026-10-08T00:46:39.031" v="4073" actId="403"/>
          <ac:spMkLst>
            <pc:docMk/>
            <pc:sldMk cId="0" sldId="433"/>
            <ac:spMk id="4" creationId="{00000000-0000-0000-0000-000000000000}"/>
          </ac:spMkLst>
        </pc:spChg>
        <pc:spChg chg="mod">
          <ac:chgData name="Magdalene Lim (RP)" userId="0d83deb8-e9a9-42ab-ae84-75cdb7b5bd8e" providerId="ADAL" clId="{F480144D-229B-4504-9707-A45AE5F79E10}" dt="2026-10-08T00:46:44.379" v="4074" actId="6549"/>
          <ac:spMkLst>
            <pc:docMk/>
            <pc:sldMk cId="0" sldId="433"/>
            <ac:spMk id="7" creationId="{00000000-0000-0000-0000-000000000000}"/>
          </ac:spMkLst>
        </pc:spChg>
        <pc:spChg chg="mod">
          <ac:chgData name="Magdalene Lim (RP)" userId="0d83deb8-e9a9-42ab-ae84-75cdb7b5bd8e" providerId="ADAL" clId="{F480144D-229B-4504-9707-A45AE5F79E10}" dt="2026-10-08T00:46:39.031" v="4073" actId="403"/>
          <ac:spMkLst>
            <pc:docMk/>
            <pc:sldMk cId="0" sldId="433"/>
            <ac:spMk id="8" creationId="{00000000-0000-0000-0000-000000000000}"/>
          </ac:spMkLst>
        </pc:spChg>
        <pc:spChg chg="mod">
          <ac:chgData name="Magdalene Lim (RP)" userId="0d83deb8-e9a9-42ab-ae84-75cdb7b5bd8e" providerId="ADAL" clId="{F480144D-229B-4504-9707-A45AE5F79E10}" dt="2026-10-08T00:46:39.031" v="4073" actId="403"/>
          <ac:spMkLst>
            <pc:docMk/>
            <pc:sldMk cId="0" sldId="433"/>
            <ac:spMk id="10" creationId="{00000000-0000-0000-0000-000000000000}"/>
          </ac:spMkLst>
        </pc:spChg>
        <pc:spChg chg="mod">
          <ac:chgData name="Magdalene Lim (RP)" userId="0d83deb8-e9a9-42ab-ae84-75cdb7b5bd8e" providerId="ADAL" clId="{F480144D-229B-4504-9707-A45AE5F79E10}" dt="2026-10-08T00:46:39.031" v="4073" actId="403"/>
          <ac:spMkLst>
            <pc:docMk/>
            <pc:sldMk cId="0" sldId="433"/>
            <ac:spMk id="13" creationId="{00000000-0000-0000-0000-000000000000}"/>
          </ac:spMkLst>
        </pc:spChg>
        <pc:spChg chg="mod">
          <ac:chgData name="Magdalene Lim (RP)" userId="0d83deb8-e9a9-42ab-ae84-75cdb7b5bd8e" providerId="ADAL" clId="{F480144D-229B-4504-9707-A45AE5F79E10}" dt="2026-10-08T00:46:39.031" v="4073" actId="403"/>
          <ac:spMkLst>
            <pc:docMk/>
            <pc:sldMk cId="0" sldId="433"/>
            <ac:spMk id="15" creationId="{00000000-0000-0000-0000-000000000000}"/>
          </ac:spMkLst>
        </pc:spChg>
        <pc:spChg chg="mod">
          <ac:chgData name="Magdalene Lim (RP)" userId="0d83deb8-e9a9-42ab-ae84-75cdb7b5bd8e" providerId="ADAL" clId="{F480144D-229B-4504-9707-A45AE5F79E10}" dt="2026-10-08T00:46:39.031" v="4073" actId="403"/>
          <ac:spMkLst>
            <pc:docMk/>
            <pc:sldMk cId="0" sldId="433"/>
            <ac:spMk id="16" creationId="{00000000-0000-0000-0000-000000000000}"/>
          </ac:spMkLst>
        </pc:spChg>
        <pc:spChg chg="mod">
          <ac:chgData name="Magdalene Lim (RP)" userId="0d83deb8-e9a9-42ab-ae84-75cdb7b5bd8e" providerId="ADAL" clId="{F480144D-229B-4504-9707-A45AE5F79E10}" dt="2026-10-08T00:46:39.031" v="4073" actId="403"/>
          <ac:spMkLst>
            <pc:docMk/>
            <pc:sldMk cId="0" sldId="433"/>
            <ac:spMk id="20" creationId="{00000000-0000-0000-0000-000000000000}"/>
          </ac:spMkLst>
        </pc:spChg>
        <pc:spChg chg="mod">
          <ac:chgData name="Magdalene Lim (RP)" userId="0d83deb8-e9a9-42ab-ae84-75cdb7b5bd8e" providerId="ADAL" clId="{F480144D-229B-4504-9707-A45AE5F79E10}" dt="2026-10-08T00:46:39.031" v="4073" actId="403"/>
          <ac:spMkLst>
            <pc:docMk/>
            <pc:sldMk cId="0" sldId="433"/>
            <ac:spMk id="22" creationId="{00000000-0000-0000-0000-000000000000}"/>
          </ac:spMkLst>
        </pc:spChg>
        <pc:spChg chg="mod">
          <ac:chgData name="Magdalene Lim (RP)" userId="0d83deb8-e9a9-42ab-ae84-75cdb7b5bd8e" providerId="ADAL" clId="{F480144D-229B-4504-9707-A45AE5F79E10}" dt="2026-10-08T00:46:39.031" v="4073" actId="403"/>
          <ac:spMkLst>
            <pc:docMk/>
            <pc:sldMk cId="0" sldId="433"/>
            <ac:spMk id="24" creationId="{00000000-0000-0000-0000-000000000000}"/>
          </ac:spMkLst>
        </pc:spChg>
        <pc:spChg chg="add mod ord">
          <ac:chgData name="Magdalene Lim (RP)" userId="0d83deb8-e9a9-42ab-ae84-75cdb7b5bd8e" providerId="ADAL" clId="{F480144D-229B-4504-9707-A45AE5F79E10}" dt="2026-10-08T00:46:18.427" v="4065" actId="20577"/>
          <ac:spMkLst>
            <pc:docMk/>
            <pc:sldMk cId="0" sldId="433"/>
            <ac:spMk id="29" creationId="{161341B3-C801-2B74-3201-617F2DFC72CB}"/>
          </ac:spMkLst>
        </pc:spChg>
      </pc:sldChg>
      <pc:sldChg chg="addSp delSp modSp add mod setBg modClrScheme chgLayout modNotes modNotesTx">
        <pc:chgData name="Magdalene Lim (RP)" userId="0d83deb8-e9a9-42ab-ae84-75cdb7b5bd8e" providerId="ADAL" clId="{F480144D-229B-4504-9707-A45AE5F79E10}" dt="2026-10-11T09:14:35.700" v="4193" actId="368"/>
        <pc:sldMkLst>
          <pc:docMk/>
          <pc:sldMk cId="0" sldId="434"/>
        </pc:sldMkLst>
        <pc:spChg chg="mod">
          <ac:chgData name="Magdalene Lim (RP)" userId="0d83deb8-e9a9-42ab-ae84-75cdb7b5bd8e" providerId="ADAL" clId="{F480144D-229B-4504-9707-A45AE5F79E10}" dt="2026-10-08T00:48:25.302" v="4096" actId="403"/>
          <ac:spMkLst>
            <pc:docMk/>
            <pc:sldMk cId="0" sldId="434"/>
            <ac:spMk id="8" creationId="{00000000-0000-0000-0000-000000000000}"/>
          </ac:spMkLst>
        </pc:spChg>
        <pc:spChg chg="mod">
          <ac:chgData name="Magdalene Lim (RP)" userId="0d83deb8-e9a9-42ab-ae84-75cdb7b5bd8e" providerId="ADAL" clId="{F480144D-229B-4504-9707-A45AE5F79E10}" dt="2026-10-08T00:48:25.302" v="4096" actId="403"/>
          <ac:spMkLst>
            <pc:docMk/>
            <pc:sldMk cId="0" sldId="434"/>
            <ac:spMk id="10" creationId="{00000000-0000-0000-0000-000000000000}"/>
          </ac:spMkLst>
        </pc:spChg>
        <pc:spChg chg="mod">
          <ac:chgData name="Magdalene Lim (RP)" userId="0d83deb8-e9a9-42ab-ae84-75cdb7b5bd8e" providerId="ADAL" clId="{F480144D-229B-4504-9707-A45AE5F79E10}" dt="2026-10-08T00:48:25.302" v="4096" actId="403"/>
          <ac:spMkLst>
            <pc:docMk/>
            <pc:sldMk cId="0" sldId="434"/>
            <ac:spMk id="11" creationId="{00000000-0000-0000-0000-000000000000}"/>
          </ac:spMkLst>
        </pc:spChg>
        <pc:spChg chg="mod">
          <ac:chgData name="Magdalene Lim (RP)" userId="0d83deb8-e9a9-42ab-ae84-75cdb7b5bd8e" providerId="ADAL" clId="{F480144D-229B-4504-9707-A45AE5F79E10}" dt="2026-10-08T00:48:25.302" v="4096" actId="403"/>
          <ac:spMkLst>
            <pc:docMk/>
            <pc:sldMk cId="0" sldId="434"/>
            <ac:spMk id="12" creationId="{00000000-0000-0000-0000-000000000000}"/>
          </ac:spMkLst>
        </pc:spChg>
        <pc:spChg chg="mod">
          <ac:chgData name="Magdalene Lim (RP)" userId="0d83deb8-e9a9-42ab-ae84-75cdb7b5bd8e" providerId="ADAL" clId="{F480144D-229B-4504-9707-A45AE5F79E10}" dt="2026-10-08T00:48:25.302" v="4096" actId="403"/>
          <ac:spMkLst>
            <pc:docMk/>
            <pc:sldMk cId="0" sldId="434"/>
            <ac:spMk id="13" creationId="{00000000-0000-0000-0000-000000000000}"/>
          </ac:spMkLst>
        </pc:spChg>
        <pc:spChg chg="mod">
          <ac:chgData name="Magdalene Lim (RP)" userId="0d83deb8-e9a9-42ab-ae84-75cdb7b5bd8e" providerId="ADAL" clId="{F480144D-229B-4504-9707-A45AE5F79E10}" dt="2026-10-08T00:48:25.302" v="4096" actId="403"/>
          <ac:spMkLst>
            <pc:docMk/>
            <pc:sldMk cId="0" sldId="434"/>
            <ac:spMk id="14" creationId="{00000000-0000-0000-0000-000000000000}"/>
          </ac:spMkLst>
        </pc:spChg>
        <pc:spChg chg="mod">
          <ac:chgData name="Magdalene Lim (RP)" userId="0d83deb8-e9a9-42ab-ae84-75cdb7b5bd8e" providerId="ADAL" clId="{F480144D-229B-4504-9707-A45AE5F79E10}" dt="2026-10-08T00:48:25.302" v="4096" actId="403"/>
          <ac:spMkLst>
            <pc:docMk/>
            <pc:sldMk cId="0" sldId="434"/>
            <ac:spMk id="15" creationId="{00000000-0000-0000-0000-000000000000}"/>
          </ac:spMkLst>
        </pc:spChg>
        <pc:spChg chg="mod">
          <ac:chgData name="Magdalene Lim (RP)" userId="0d83deb8-e9a9-42ab-ae84-75cdb7b5bd8e" providerId="ADAL" clId="{F480144D-229B-4504-9707-A45AE5F79E10}" dt="2026-10-08T00:48:25.302" v="4096" actId="403"/>
          <ac:spMkLst>
            <pc:docMk/>
            <pc:sldMk cId="0" sldId="434"/>
            <ac:spMk id="16" creationId="{00000000-0000-0000-0000-000000000000}"/>
          </ac:spMkLst>
        </pc:spChg>
        <pc:spChg chg="mod">
          <ac:chgData name="Magdalene Lim (RP)" userId="0d83deb8-e9a9-42ab-ae84-75cdb7b5bd8e" providerId="ADAL" clId="{F480144D-229B-4504-9707-A45AE5F79E10}" dt="2026-10-08T00:48:25.302" v="4096" actId="403"/>
          <ac:spMkLst>
            <pc:docMk/>
            <pc:sldMk cId="0" sldId="434"/>
            <ac:spMk id="17" creationId="{00000000-0000-0000-0000-000000000000}"/>
          </ac:spMkLst>
        </pc:spChg>
        <pc:spChg chg="add mod ord">
          <ac:chgData name="Magdalene Lim (RP)" userId="0d83deb8-e9a9-42ab-ae84-75cdb7b5bd8e" providerId="ADAL" clId="{F480144D-229B-4504-9707-A45AE5F79E10}" dt="2026-10-08T00:49:30.842" v="4100" actId="27636"/>
          <ac:spMkLst>
            <pc:docMk/>
            <pc:sldMk cId="0" sldId="434"/>
            <ac:spMk id="22" creationId="{6926DAAA-0BF2-5812-5994-6EC9D97B4324}"/>
          </ac:spMkLst>
        </pc:spChg>
        <pc:picChg chg="mod modCrop">
          <ac:chgData name="Magdalene Lim (RP)" userId="0d83deb8-e9a9-42ab-ae84-75cdb7b5bd8e" providerId="ADAL" clId="{F480144D-229B-4504-9707-A45AE5F79E10}" dt="2026-10-11T08:58:11.765" v="4128" actId="732"/>
          <ac:picMkLst>
            <pc:docMk/>
            <pc:sldMk cId="0" sldId="434"/>
            <ac:picMk id="6" creationId="{00000000-0000-0000-0000-000000000000}"/>
          </ac:picMkLst>
        </pc:picChg>
      </pc:sldChg>
      <pc:sldMasterChg chg="addSp delSp modSp mod">
        <pc:chgData name="Magdalene Lim (RP)" userId="0d83deb8-e9a9-42ab-ae84-75cdb7b5bd8e" providerId="ADAL" clId="{F480144D-229B-4504-9707-A45AE5F79E10}" dt="2026-09-22T02:35:13.258" v="291" actId="33475"/>
        <pc:sldMasterMkLst>
          <pc:docMk/>
          <pc:sldMasterMk cId="1843717750" sldId="2147483660"/>
        </pc:sldMasterMkLst>
        <pc:spChg chg="add mod">
          <ac:chgData name="Magdalene Lim (RP)" userId="0d83deb8-e9a9-42ab-ae84-75cdb7b5bd8e" providerId="ADAL" clId="{F480144D-229B-4504-9707-A45AE5F79E10}" dt="2026-09-22T02:35:13.258" v="291" actId="33475"/>
          <ac:spMkLst>
            <pc:docMk/>
            <pc:sldMasterMk cId="1843717750" sldId="2147483660"/>
            <ac:spMk id="11" creationId="{255A56C8-5334-C4ED-C577-FCA7D7C68E1C}"/>
          </ac:spMkLst>
        </pc:spChg>
      </pc:sldMaster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25.svg"/><Relationship Id="rId7" Type="http://schemas.openxmlformats.org/officeDocument/2006/relationships/image" Target="../media/image29.svg"/><Relationship Id="rId2" Type="http://schemas.openxmlformats.org/officeDocument/2006/relationships/image" Target="../media/image24.svg"/><Relationship Id="rId1" Type="http://schemas.openxmlformats.org/officeDocument/2006/relationships/image" Target="../media/image23.svg"/><Relationship Id="rId6" Type="http://schemas.openxmlformats.org/officeDocument/2006/relationships/image" Target="../media/image28.svg"/><Relationship Id="rId5" Type="http://schemas.openxmlformats.org/officeDocument/2006/relationships/image" Target="../media/image27.svg"/><Relationship Id="rId4" Type="http://schemas.openxmlformats.org/officeDocument/2006/relationships/image" Target="../media/image26.svg"/></Relationships>
</file>

<file path=ppt/diagrams/_rels/drawing1.xml.rels><?xml version="1.0" encoding="UTF-8" standalone="yes"?>
<Relationships xmlns="http://schemas.openxmlformats.org/package/2006/relationships"><Relationship Id="rId3" Type="http://schemas.openxmlformats.org/officeDocument/2006/relationships/image" Target="../media/image25.svg"/><Relationship Id="rId7" Type="http://schemas.openxmlformats.org/officeDocument/2006/relationships/image" Target="../media/image29.svg"/><Relationship Id="rId2" Type="http://schemas.openxmlformats.org/officeDocument/2006/relationships/image" Target="../media/image24.svg"/><Relationship Id="rId1" Type="http://schemas.openxmlformats.org/officeDocument/2006/relationships/image" Target="../media/image23.svg"/><Relationship Id="rId6" Type="http://schemas.openxmlformats.org/officeDocument/2006/relationships/image" Target="../media/image28.svg"/><Relationship Id="rId5" Type="http://schemas.openxmlformats.org/officeDocument/2006/relationships/image" Target="../media/image27.svg"/><Relationship Id="rId4" Type="http://schemas.openxmlformats.org/officeDocument/2006/relationships/image" Target="../media/image26.svg"/></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E577B52-1CBE-4AE5-9DF6-A685BE21D4A2}"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A9070E29-EC24-4B7C-9C7D-3BC79B4DB504}">
      <dgm:prSet custT="1"/>
      <dgm:spPr/>
      <dgm:t>
        <a:bodyPr/>
        <a:lstStyle/>
        <a:p>
          <a:pPr>
            <a:lnSpc>
              <a:spcPct val="100000"/>
            </a:lnSpc>
          </a:pPr>
          <a:r>
            <a:rPr lang="en-SG" sz="1400" dirty="0"/>
            <a:t>Sets up an Express server and configures EJS, sessions, flash messages, form handling, static files, and image uploads.</a:t>
          </a:r>
          <a:endParaRPr lang="en-US" sz="1400" dirty="0"/>
        </a:p>
      </dgm:t>
    </dgm:pt>
    <dgm:pt modelId="{F553E543-7484-4F27-A9A7-A3A483F6E788}" type="parTrans" cxnId="{343D79C9-5E3D-4450-9C4A-004C9A12CA40}">
      <dgm:prSet/>
      <dgm:spPr/>
      <dgm:t>
        <a:bodyPr/>
        <a:lstStyle/>
        <a:p>
          <a:endParaRPr lang="en-US" sz="1800"/>
        </a:p>
      </dgm:t>
    </dgm:pt>
    <dgm:pt modelId="{C4C5CED5-F334-45CE-ABB0-312A537FCE6A}" type="sibTrans" cxnId="{343D79C9-5E3D-4450-9C4A-004C9A12CA40}">
      <dgm:prSet/>
      <dgm:spPr/>
      <dgm:t>
        <a:bodyPr/>
        <a:lstStyle/>
        <a:p>
          <a:endParaRPr lang="en-US" sz="1800"/>
        </a:p>
      </dgm:t>
    </dgm:pt>
    <dgm:pt modelId="{CD70136F-D2E0-4BA9-805B-8751ECC7FA9B}">
      <dgm:prSet custT="1"/>
      <dgm:spPr/>
      <dgm:t>
        <a:bodyPr/>
        <a:lstStyle/>
        <a:p>
          <a:pPr>
            <a:lnSpc>
              <a:spcPct val="100000"/>
            </a:lnSpc>
          </a:pPr>
          <a:r>
            <a:rPr lang="en-SG" sz="1400"/>
            <a:t>Connects to the MySQL petcare database and hashes passwords with SHA-256.</a:t>
          </a:r>
          <a:endParaRPr lang="en-US" sz="1400"/>
        </a:p>
      </dgm:t>
    </dgm:pt>
    <dgm:pt modelId="{97781FD6-F21C-4216-9686-73EF0CEE45D3}" type="parTrans" cxnId="{A3078FA0-AC6F-4448-A4D9-A9CF76DBB9AF}">
      <dgm:prSet/>
      <dgm:spPr/>
      <dgm:t>
        <a:bodyPr/>
        <a:lstStyle/>
        <a:p>
          <a:endParaRPr lang="en-US" sz="1800"/>
        </a:p>
      </dgm:t>
    </dgm:pt>
    <dgm:pt modelId="{37A77ECF-3C53-4B08-B1AF-FF9AF1C281C5}" type="sibTrans" cxnId="{A3078FA0-AC6F-4448-A4D9-A9CF76DBB9AF}">
      <dgm:prSet/>
      <dgm:spPr/>
      <dgm:t>
        <a:bodyPr/>
        <a:lstStyle/>
        <a:p>
          <a:endParaRPr lang="en-US" sz="1800"/>
        </a:p>
      </dgm:t>
    </dgm:pt>
    <dgm:pt modelId="{0EEC8C2B-97A3-4B08-BF9A-6732229D2EF5}">
      <dgm:prSet custT="1"/>
      <dgm:spPr/>
      <dgm:t>
        <a:bodyPr/>
        <a:lstStyle/>
        <a:p>
          <a:pPr>
            <a:lnSpc>
              <a:spcPct val="100000"/>
            </a:lnSpc>
          </a:pPr>
          <a:r>
            <a:rPr lang="en-SG" sz="1400" dirty="0"/>
            <a:t>Handles routes for authentication, admin user management, pet management, and journal actions.</a:t>
          </a:r>
          <a:endParaRPr lang="en-US" sz="1400" dirty="0"/>
        </a:p>
      </dgm:t>
    </dgm:pt>
    <dgm:pt modelId="{277BC23D-A3ED-4630-8457-2C4E2C329FD2}" type="parTrans" cxnId="{4641CC29-D924-47EA-A9E9-0B846F4A45B1}">
      <dgm:prSet/>
      <dgm:spPr/>
      <dgm:t>
        <a:bodyPr/>
        <a:lstStyle/>
        <a:p>
          <a:endParaRPr lang="en-US" sz="1800"/>
        </a:p>
      </dgm:t>
    </dgm:pt>
    <dgm:pt modelId="{4D47DAAE-45CB-4A75-A52C-9BC6A4362049}" type="sibTrans" cxnId="{4641CC29-D924-47EA-A9E9-0B846F4A45B1}">
      <dgm:prSet/>
      <dgm:spPr/>
      <dgm:t>
        <a:bodyPr/>
        <a:lstStyle/>
        <a:p>
          <a:endParaRPr lang="en-US" sz="1800"/>
        </a:p>
      </dgm:t>
    </dgm:pt>
    <dgm:pt modelId="{5B18BC00-DCB6-45AC-B0D0-0BCA6549A002}">
      <dgm:prSet custT="1"/>
      <dgm:spPr/>
      <dgm:t>
        <a:bodyPr/>
        <a:lstStyle/>
        <a:p>
          <a:pPr>
            <a:lnSpc>
              <a:spcPct val="100000"/>
            </a:lnSpc>
          </a:pPr>
          <a:r>
            <a:rPr lang="en-SG" sz="1400"/>
            <a:t>Runs SQL queries to create, retrieve, update, and delete user, pet, and journal data.</a:t>
          </a:r>
          <a:endParaRPr lang="en-US" sz="1400"/>
        </a:p>
      </dgm:t>
    </dgm:pt>
    <dgm:pt modelId="{A0B6CA18-EE6D-42D6-A094-D66B87240EB1}" type="parTrans" cxnId="{A36EFC33-DB54-4772-A79E-2D2B4E2C7710}">
      <dgm:prSet/>
      <dgm:spPr/>
      <dgm:t>
        <a:bodyPr/>
        <a:lstStyle/>
        <a:p>
          <a:endParaRPr lang="en-US" sz="1800"/>
        </a:p>
      </dgm:t>
    </dgm:pt>
    <dgm:pt modelId="{C146AFF5-E9CA-4B8E-8ED4-38FCEEFBAF7A}" type="sibTrans" cxnId="{A36EFC33-DB54-4772-A79E-2D2B4E2C7710}">
      <dgm:prSet/>
      <dgm:spPr/>
      <dgm:t>
        <a:bodyPr/>
        <a:lstStyle/>
        <a:p>
          <a:endParaRPr lang="en-US" sz="1800"/>
        </a:p>
      </dgm:t>
    </dgm:pt>
    <dgm:pt modelId="{CEE07A3C-9646-4EBE-B59B-0AF252324CE6}">
      <dgm:prSet custT="1"/>
      <dgm:spPr/>
      <dgm:t>
        <a:bodyPr/>
        <a:lstStyle/>
        <a:p>
          <a:pPr>
            <a:lnSpc>
              <a:spcPct val="100000"/>
            </a:lnSpc>
          </a:pPr>
          <a:r>
            <a:rPr lang="en-SG" sz="1400"/>
            <a:t>Renders EJS pages with relevant database results and session information.</a:t>
          </a:r>
          <a:endParaRPr lang="en-US" sz="1400"/>
        </a:p>
      </dgm:t>
    </dgm:pt>
    <dgm:pt modelId="{FB0549F8-969B-4949-B118-9BE42B3ADBB3}" type="parTrans" cxnId="{6D6797E5-23B8-4AE7-8862-E313E14EE12B}">
      <dgm:prSet/>
      <dgm:spPr/>
      <dgm:t>
        <a:bodyPr/>
        <a:lstStyle/>
        <a:p>
          <a:endParaRPr lang="en-US" sz="1800"/>
        </a:p>
      </dgm:t>
    </dgm:pt>
    <dgm:pt modelId="{582C99DF-DD7E-4886-AAEB-E80D9B1630F8}" type="sibTrans" cxnId="{6D6797E5-23B8-4AE7-8862-E313E14EE12B}">
      <dgm:prSet/>
      <dgm:spPr/>
      <dgm:t>
        <a:bodyPr/>
        <a:lstStyle/>
        <a:p>
          <a:endParaRPr lang="en-US" sz="1800"/>
        </a:p>
      </dgm:t>
    </dgm:pt>
    <dgm:pt modelId="{7ABB1BDC-7DF6-4165-AA50-34D01D06D934}">
      <dgm:prSet custT="1"/>
      <dgm:spPr/>
      <dgm:t>
        <a:bodyPr/>
        <a:lstStyle/>
        <a:p>
          <a:pPr>
            <a:lnSpc>
              <a:spcPct val="100000"/>
            </a:lnSpc>
          </a:pPr>
          <a:r>
            <a:rPr lang="en-SG" sz="1400"/>
            <a:t>Uses middleware to restrict access to selected routes.</a:t>
          </a:r>
          <a:endParaRPr lang="en-US" sz="1400"/>
        </a:p>
      </dgm:t>
    </dgm:pt>
    <dgm:pt modelId="{73C826CB-DF7D-4C02-A94E-484BFA587C3B}" type="parTrans" cxnId="{54F00EB7-A6F4-4AF5-B705-56BE8D3E821C}">
      <dgm:prSet/>
      <dgm:spPr/>
      <dgm:t>
        <a:bodyPr/>
        <a:lstStyle/>
        <a:p>
          <a:endParaRPr lang="en-US" sz="1800"/>
        </a:p>
      </dgm:t>
    </dgm:pt>
    <dgm:pt modelId="{A3020BE6-834D-4E11-BAD7-2200A2F70EBD}" type="sibTrans" cxnId="{54F00EB7-A6F4-4AF5-B705-56BE8D3E821C}">
      <dgm:prSet/>
      <dgm:spPr/>
      <dgm:t>
        <a:bodyPr/>
        <a:lstStyle/>
        <a:p>
          <a:endParaRPr lang="en-US" sz="1800"/>
        </a:p>
      </dgm:t>
    </dgm:pt>
    <dgm:pt modelId="{2C99C386-3B81-4431-8B9B-A5E7BE42DA38}">
      <dgm:prSet custT="1"/>
      <dgm:spPr/>
      <dgm:t>
        <a:bodyPr/>
        <a:lstStyle/>
        <a:p>
          <a:pPr>
            <a:lnSpc>
              <a:spcPct val="100000"/>
            </a:lnSpc>
          </a:pPr>
          <a:r>
            <a:rPr lang="en-SG" sz="1400" dirty="0"/>
            <a:t>Starts the server on port 3000.</a:t>
          </a:r>
          <a:endParaRPr lang="en-US" sz="1400" dirty="0"/>
        </a:p>
      </dgm:t>
    </dgm:pt>
    <dgm:pt modelId="{599063BB-DB95-44CE-90C4-451EB4AAD9DA}" type="parTrans" cxnId="{2D0AC73F-FD68-4090-8DC2-770F8C2A95E3}">
      <dgm:prSet/>
      <dgm:spPr/>
      <dgm:t>
        <a:bodyPr/>
        <a:lstStyle/>
        <a:p>
          <a:endParaRPr lang="en-US" sz="1800"/>
        </a:p>
      </dgm:t>
    </dgm:pt>
    <dgm:pt modelId="{A4DF828F-2919-48D1-9934-2B48B9ADD868}" type="sibTrans" cxnId="{2D0AC73F-FD68-4090-8DC2-770F8C2A95E3}">
      <dgm:prSet/>
      <dgm:spPr/>
      <dgm:t>
        <a:bodyPr/>
        <a:lstStyle/>
        <a:p>
          <a:endParaRPr lang="en-US" sz="1800"/>
        </a:p>
      </dgm:t>
    </dgm:pt>
    <dgm:pt modelId="{04F0CDD9-2AFD-4FEF-A636-F7409ABA5F99}" type="pres">
      <dgm:prSet presAssocID="{4E577B52-1CBE-4AE5-9DF6-A685BE21D4A2}" presName="root" presStyleCnt="0">
        <dgm:presLayoutVars>
          <dgm:dir/>
          <dgm:resizeHandles val="exact"/>
        </dgm:presLayoutVars>
      </dgm:prSet>
      <dgm:spPr/>
    </dgm:pt>
    <dgm:pt modelId="{955990A3-8C58-459B-B600-CE9754B0CCBC}" type="pres">
      <dgm:prSet presAssocID="{A9070E29-EC24-4B7C-9C7D-3BC79B4DB504}" presName="compNode" presStyleCnt="0"/>
      <dgm:spPr/>
    </dgm:pt>
    <dgm:pt modelId="{CB2A3451-07A0-44C5-919B-04E0B2166E5E}" type="pres">
      <dgm:prSet presAssocID="{A9070E29-EC24-4B7C-9C7D-3BC79B4DB504}" presName="bgRect" presStyleLbl="bgShp" presStyleIdx="0" presStyleCnt="7"/>
      <dgm:spPr/>
    </dgm:pt>
    <dgm:pt modelId="{3A37C645-57B2-4857-9617-38DDC9A0C1B4}" type="pres">
      <dgm:prSet presAssocID="{A9070E29-EC24-4B7C-9C7D-3BC79B4DB504}" presName="iconRect" presStyleLbl="node1" presStyleIdx="0"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Server"/>
        </a:ext>
      </dgm:extLst>
    </dgm:pt>
    <dgm:pt modelId="{96BAC62C-8940-41E1-9142-17A435D738B0}" type="pres">
      <dgm:prSet presAssocID="{A9070E29-EC24-4B7C-9C7D-3BC79B4DB504}" presName="spaceRect" presStyleCnt="0"/>
      <dgm:spPr/>
    </dgm:pt>
    <dgm:pt modelId="{619FD5B4-7AC5-4B02-BB8A-A5FF993EEF6F}" type="pres">
      <dgm:prSet presAssocID="{A9070E29-EC24-4B7C-9C7D-3BC79B4DB504}" presName="parTx" presStyleLbl="revTx" presStyleIdx="0" presStyleCnt="7">
        <dgm:presLayoutVars>
          <dgm:chMax val="0"/>
          <dgm:chPref val="0"/>
        </dgm:presLayoutVars>
      </dgm:prSet>
      <dgm:spPr/>
    </dgm:pt>
    <dgm:pt modelId="{8914DB13-077C-4214-A304-8AE684E22C84}" type="pres">
      <dgm:prSet presAssocID="{C4C5CED5-F334-45CE-ABB0-312A537FCE6A}" presName="sibTrans" presStyleCnt="0"/>
      <dgm:spPr/>
    </dgm:pt>
    <dgm:pt modelId="{B98EF31A-5856-4488-8C2B-894414A06066}" type="pres">
      <dgm:prSet presAssocID="{CD70136F-D2E0-4BA9-805B-8751ECC7FA9B}" presName="compNode" presStyleCnt="0"/>
      <dgm:spPr/>
    </dgm:pt>
    <dgm:pt modelId="{0E309F52-9846-4609-B5A5-6D6952E541EE}" type="pres">
      <dgm:prSet presAssocID="{CD70136F-D2E0-4BA9-805B-8751ECC7FA9B}" presName="bgRect" presStyleLbl="bgShp" presStyleIdx="1" presStyleCnt="7"/>
      <dgm:spPr/>
    </dgm:pt>
    <dgm:pt modelId="{417C4BCD-3EE5-42ED-9153-F8DF54E5F451}" type="pres">
      <dgm:prSet presAssocID="{CD70136F-D2E0-4BA9-805B-8751ECC7FA9B}" presName="iconRect" presStyleLbl="node1" presStyleIdx="1"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rocessor"/>
        </a:ext>
      </dgm:extLst>
    </dgm:pt>
    <dgm:pt modelId="{1B209D5C-C504-4839-A596-2A909631833F}" type="pres">
      <dgm:prSet presAssocID="{CD70136F-D2E0-4BA9-805B-8751ECC7FA9B}" presName="spaceRect" presStyleCnt="0"/>
      <dgm:spPr/>
    </dgm:pt>
    <dgm:pt modelId="{8A3B08DA-16BE-47F5-8E70-8976590FAAF8}" type="pres">
      <dgm:prSet presAssocID="{CD70136F-D2E0-4BA9-805B-8751ECC7FA9B}" presName="parTx" presStyleLbl="revTx" presStyleIdx="1" presStyleCnt="7">
        <dgm:presLayoutVars>
          <dgm:chMax val="0"/>
          <dgm:chPref val="0"/>
        </dgm:presLayoutVars>
      </dgm:prSet>
      <dgm:spPr/>
    </dgm:pt>
    <dgm:pt modelId="{CA1483A2-C23D-443B-A641-D2AC11020764}" type="pres">
      <dgm:prSet presAssocID="{37A77ECF-3C53-4B08-B1AF-FF9AF1C281C5}" presName="sibTrans" presStyleCnt="0"/>
      <dgm:spPr/>
    </dgm:pt>
    <dgm:pt modelId="{138BAD60-CA7E-48D8-89BB-8993E543613C}" type="pres">
      <dgm:prSet presAssocID="{0EEC8C2B-97A3-4B08-BF9A-6732229D2EF5}" presName="compNode" presStyleCnt="0"/>
      <dgm:spPr/>
    </dgm:pt>
    <dgm:pt modelId="{51DE7C03-7718-4D79-BB4D-7814426A305A}" type="pres">
      <dgm:prSet presAssocID="{0EEC8C2B-97A3-4B08-BF9A-6732229D2EF5}" presName="bgRect" presStyleLbl="bgShp" presStyleIdx="2" presStyleCnt="7"/>
      <dgm:spPr/>
    </dgm:pt>
    <dgm:pt modelId="{EAAE31AC-1AB1-4B51-8C7E-3A39F65B38D3}" type="pres">
      <dgm:prSet presAssocID="{0EEC8C2B-97A3-4B08-BF9A-6732229D2EF5}" presName="iconRect" presStyleLbl="node1" presStyleIdx="2"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Employee Badge"/>
        </a:ext>
      </dgm:extLst>
    </dgm:pt>
    <dgm:pt modelId="{461213C9-A9D3-43BA-A4E1-98B59DD01159}" type="pres">
      <dgm:prSet presAssocID="{0EEC8C2B-97A3-4B08-BF9A-6732229D2EF5}" presName="spaceRect" presStyleCnt="0"/>
      <dgm:spPr/>
    </dgm:pt>
    <dgm:pt modelId="{F65026E4-A34D-4EE4-911B-C78154002973}" type="pres">
      <dgm:prSet presAssocID="{0EEC8C2B-97A3-4B08-BF9A-6732229D2EF5}" presName="parTx" presStyleLbl="revTx" presStyleIdx="2" presStyleCnt="7">
        <dgm:presLayoutVars>
          <dgm:chMax val="0"/>
          <dgm:chPref val="0"/>
        </dgm:presLayoutVars>
      </dgm:prSet>
      <dgm:spPr/>
    </dgm:pt>
    <dgm:pt modelId="{B1E0A792-44E5-49D3-BD5E-959707A14FE3}" type="pres">
      <dgm:prSet presAssocID="{4D47DAAE-45CB-4A75-A52C-9BC6A4362049}" presName="sibTrans" presStyleCnt="0"/>
      <dgm:spPr/>
    </dgm:pt>
    <dgm:pt modelId="{737D80CC-763F-48FF-9247-1F41BA023A99}" type="pres">
      <dgm:prSet presAssocID="{5B18BC00-DCB6-45AC-B0D0-0BCA6549A002}" presName="compNode" presStyleCnt="0"/>
      <dgm:spPr/>
    </dgm:pt>
    <dgm:pt modelId="{9800CF81-885E-4A82-9D31-ABCC372E0395}" type="pres">
      <dgm:prSet presAssocID="{5B18BC00-DCB6-45AC-B0D0-0BCA6549A002}" presName="bgRect" presStyleLbl="bgShp" presStyleIdx="3" presStyleCnt="7"/>
      <dgm:spPr/>
    </dgm:pt>
    <dgm:pt modelId="{9E753DFD-9882-458D-942D-864BCC884BD0}" type="pres">
      <dgm:prSet presAssocID="{5B18BC00-DCB6-45AC-B0D0-0BCA6549A002}" presName="iconRect" presStyleLbl="node1" presStyleIdx="3"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atabase"/>
        </a:ext>
      </dgm:extLst>
    </dgm:pt>
    <dgm:pt modelId="{B5FC2B2D-940F-462A-A39D-BCF38650F953}" type="pres">
      <dgm:prSet presAssocID="{5B18BC00-DCB6-45AC-B0D0-0BCA6549A002}" presName="spaceRect" presStyleCnt="0"/>
      <dgm:spPr/>
    </dgm:pt>
    <dgm:pt modelId="{9DD1AB88-E44C-4FEE-885D-88293494F078}" type="pres">
      <dgm:prSet presAssocID="{5B18BC00-DCB6-45AC-B0D0-0BCA6549A002}" presName="parTx" presStyleLbl="revTx" presStyleIdx="3" presStyleCnt="7">
        <dgm:presLayoutVars>
          <dgm:chMax val="0"/>
          <dgm:chPref val="0"/>
        </dgm:presLayoutVars>
      </dgm:prSet>
      <dgm:spPr/>
    </dgm:pt>
    <dgm:pt modelId="{991AF93F-5D2F-4154-B572-65C817813C3C}" type="pres">
      <dgm:prSet presAssocID="{C146AFF5-E9CA-4B8E-8ED4-38FCEEFBAF7A}" presName="sibTrans" presStyleCnt="0"/>
      <dgm:spPr/>
    </dgm:pt>
    <dgm:pt modelId="{05C07B0C-7F77-4759-80DE-335577B9C585}" type="pres">
      <dgm:prSet presAssocID="{CEE07A3C-9646-4EBE-B59B-0AF252324CE6}" presName="compNode" presStyleCnt="0"/>
      <dgm:spPr/>
    </dgm:pt>
    <dgm:pt modelId="{DBFA3A71-D58C-4E3E-AD36-86C9611EBEF9}" type="pres">
      <dgm:prSet presAssocID="{CEE07A3C-9646-4EBE-B59B-0AF252324CE6}" presName="bgRect" presStyleLbl="bgShp" presStyleIdx="4" presStyleCnt="7"/>
      <dgm:spPr/>
    </dgm:pt>
    <dgm:pt modelId="{CA404C98-7E00-45A4-A906-188E6F4D53B0}" type="pres">
      <dgm:prSet presAssocID="{CEE07A3C-9646-4EBE-B59B-0AF252324CE6}" presName="iconRect" presStyleLbl="node1" presStyleIdx="4"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dgm:spPr>
      <dgm:extLst>
        <a:ext uri="{E40237B7-FDA0-4F09-8148-C483321AD2D9}">
          <dgm14:cNvPr xmlns:dgm14="http://schemas.microsoft.com/office/drawing/2010/diagram" id="0" name="" descr="Table"/>
        </a:ext>
      </dgm:extLst>
    </dgm:pt>
    <dgm:pt modelId="{67BC4CD9-9D7A-484C-9103-8C1557E3BD23}" type="pres">
      <dgm:prSet presAssocID="{CEE07A3C-9646-4EBE-B59B-0AF252324CE6}" presName="spaceRect" presStyleCnt="0"/>
      <dgm:spPr/>
    </dgm:pt>
    <dgm:pt modelId="{F6958EF9-7D97-40F5-9973-BB01CBA1A1E4}" type="pres">
      <dgm:prSet presAssocID="{CEE07A3C-9646-4EBE-B59B-0AF252324CE6}" presName="parTx" presStyleLbl="revTx" presStyleIdx="4" presStyleCnt="7">
        <dgm:presLayoutVars>
          <dgm:chMax val="0"/>
          <dgm:chPref val="0"/>
        </dgm:presLayoutVars>
      </dgm:prSet>
      <dgm:spPr/>
    </dgm:pt>
    <dgm:pt modelId="{AA1768E8-E014-4DA5-A5AC-050D9F79B174}" type="pres">
      <dgm:prSet presAssocID="{582C99DF-DD7E-4886-AAEB-E80D9B1630F8}" presName="sibTrans" presStyleCnt="0"/>
      <dgm:spPr/>
    </dgm:pt>
    <dgm:pt modelId="{16CFF08D-FABF-461A-AD48-AE1EB98FBEBA}" type="pres">
      <dgm:prSet presAssocID="{7ABB1BDC-7DF6-4165-AA50-34D01D06D934}" presName="compNode" presStyleCnt="0"/>
      <dgm:spPr/>
    </dgm:pt>
    <dgm:pt modelId="{E71B19C6-6458-41DE-82D8-AB8F3A9B9884}" type="pres">
      <dgm:prSet presAssocID="{7ABB1BDC-7DF6-4165-AA50-34D01D06D934}" presName="bgRect" presStyleLbl="bgShp" presStyleIdx="5" presStyleCnt="7"/>
      <dgm:spPr/>
    </dgm:pt>
    <dgm:pt modelId="{7E1CDA65-3882-4E0C-BA17-6C88E1187E5A}" type="pres">
      <dgm:prSet presAssocID="{7ABB1BDC-7DF6-4165-AA50-34D01D06D934}" presName="iconRect" presStyleLbl="node1" presStyleIdx="5"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Forbidden"/>
        </a:ext>
      </dgm:extLst>
    </dgm:pt>
    <dgm:pt modelId="{E9B5EAF3-DD49-488F-A6B0-014ED53A2CAC}" type="pres">
      <dgm:prSet presAssocID="{7ABB1BDC-7DF6-4165-AA50-34D01D06D934}" presName="spaceRect" presStyleCnt="0"/>
      <dgm:spPr/>
    </dgm:pt>
    <dgm:pt modelId="{2D097E40-6A0C-4933-9C72-A4050D030C2E}" type="pres">
      <dgm:prSet presAssocID="{7ABB1BDC-7DF6-4165-AA50-34D01D06D934}" presName="parTx" presStyleLbl="revTx" presStyleIdx="5" presStyleCnt="7">
        <dgm:presLayoutVars>
          <dgm:chMax val="0"/>
          <dgm:chPref val="0"/>
        </dgm:presLayoutVars>
      </dgm:prSet>
      <dgm:spPr/>
    </dgm:pt>
    <dgm:pt modelId="{BF75C2D3-D2B6-4FCB-9CD5-15E263CA110B}" type="pres">
      <dgm:prSet presAssocID="{A3020BE6-834D-4E11-BAD7-2200A2F70EBD}" presName="sibTrans" presStyleCnt="0"/>
      <dgm:spPr/>
    </dgm:pt>
    <dgm:pt modelId="{179333EA-AF74-4D36-9FA7-223F3E6284D9}" type="pres">
      <dgm:prSet presAssocID="{2C99C386-3B81-4431-8B9B-A5E7BE42DA38}" presName="compNode" presStyleCnt="0"/>
      <dgm:spPr/>
    </dgm:pt>
    <dgm:pt modelId="{D913E825-8584-47D4-9B85-FAE691BBEEE1}" type="pres">
      <dgm:prSet presAssocID="{2C99C386-3B81-4431-8B9B-A5E7BE42DA38}" presName="bgRect" presStyleLbl="bgShp" presStyleIdx="6" presStyleCnt="7"/>
      <dgm:spPr/>
    </dgm:pt>
    <dgm:pt modelId="{505D1374-C15B-49F0-B66B-C4F1C5F69D01}" type="pres">
      <dgm:prSet presAssocID="{2C99C386-3B81-4431-8B9B-A5E7BE42DA38}" presName="iconRect" presStyleLbl="node1" presStyleIdx="6"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a:ln>
          <a:noFill/>
        </a:ln>
      </dgm:spPr>
      <dgm:extLst>
        <a:ext uri="{E40237B7-FDA0-4F09-8148-C483321AD2D9}">
          <dgm14:cNvPr xmlns:dgm14="http://schemas.microsoft.com/office/drawing/2010/diagram" id="0" name="" descr="Silo"/>
        </a:ext>
      </dgm:extLst>
    </dgm:pt>
    <dgm:pt modelId="{CF708618-7C18-4DCB-B4D4-1A48A336C4C9}" type="pres">
      <dgm:prSet presAssocID="{2C99C386-3B81-4431-8B9B-A5E7BE42DA38}" presName="spaceRect" presStyleCnt="0"/>
      <dgm:spPr/>
    </dgm:pt>
    <dgm:pt modelId="{63C41633-1AB2-4C23-A033-61228D4CC5CC}" type="pres">
      <dgm:prSet presAssocID="{2C99C386-3B81-4431-8B9B-A5E7BE42DA38}" presName="parTx" presStyleLbl="revTx" presStyleIdx="6" presStyleCnt="7">
        <dgm:presLayoutVars>
          <dgm:chMax val="0"/>
          <dgm:chPref val="0"/>
        </dgm:presLayoutVars>
      </dgm:prSet>
      <dgm:spPr/>
    </dgm:pt>
  </dgm:ptLst>
  <dgm:cxnLst>
    <dgm:cxn modelId="{46B0ED23-542E-4640-A6B2-400391AA625C}" type="presOf" srcId="{A9070E29-EC24-4B7C-9C7D-3BC79B4DB504}" destId="{619FD5B4-7AC5-4B02-BB8A-A5FF993EEF6F}" srcOrd="0" destOrd="0" presId="urn:microsoft.com/office/officeart/2018/2/layout/IconVerticalSolidList"/>
    <dgm:cxn modelId="{4641CC29-D924-47EA-A9E9-0B846F4A45B1}" srcId="{4E577B52-1CBE-4AE5-9DF6-A685BE21D4A2}" destId="{0EEC8C2B-97A3-4B08-BF9A-6732229D2EF5}" srcOrd="2" destOrd="0" parTransId="{277BC23D-A3ED-4630-8457-2C4E2C329FD2}" sibTransId="{4D47DAAE-45CB-4A75-A52C-9BC6A4362049}"/>
    <dgm:cxn modelId="{A36EFC33-DB54-4772-A79E-2D2B4E2C7710}" srcId="{4E577B52-1CBE-4AE5-9DF6-A685BE21D4A2}" destId="{5B18BC00-DCB6-45AC-B0D0-0BCA6549A002}" srcOrd="3" destOrd="0" parTransId="{A0B6CA18-EE6D-42D6-A094-D66B87240EB1}" sibTransId="{C146AFF5-E9CA-4B8E-8ED4-38FCEEFBAF7A}"/>
    <dgm:cxn modelId="{2D0AC73F-FD68-4090-8DC2-770F8C2A95E3}" srcId="{4E577B52-1CBE-4AE5-9DF6-A685BE21D4A2}" destId="{2C99C386-3B81-4431-8B9B-A5E7BE42DA38}" srcOrd="6" destOrd="0" parTransId="{599063BB-DB95-44CE-90C4-451EB4AAD9DA}" sibTransId="{A4DF828F-2919-48D1-9934-2B48B9ADD868}"/>
    <dgm:cxn modelId="{6D86385F-438E-4990-9D75-8D5CC8716604}" type="presOf" srcId="{CEE07A3C-9646-4EBE-B59B-0AF252324CE6}" destId="{F6958EF9-7D97-40F5-9973-BB01CBA1A1E4}" srcOrd="0" destOrd="0" presId="urn:microsoft.com/office/officeart/2018/2/layout/IconVerticalSolidList"/>
    <dgm:cxn modelId="{A3078FA0-AC6F-4448-A4D9-A9CF76DBB9AF}" srcId="{4E577B52-1CBE-4AE5-9DF6-A685BE21D4A2}" destId="{CD70136F-D2E0-4BA9-805B-8751ECC7FA9B}" srcOrd="1" destOrd="0" parTransId="{97781FD6-F21C-4216-9686-73EF0CEE45D3}" sibTransId="{37A77ECF-3C53-4B08-B1AF-FF9AF1C281C5}"/>
    <dgm:cxn modelId="{69992EA4-F966-47A0-AF06-23819A140A1C}" type="presOf" srcId="{5B18BC00-DCB6-45AC-B0D0-0BCA6549A002}" destId="{9DD1AB88-E44C-4FEE-885D-88293494F078}" srcOrd="0" destOrd="0" presId="urn:microsoft.com/office/officeart/2018/2/layout/IconVerticalSolidList"/>
    <dgm:cxn modelId="{9E2FCAAA-C14E-4F02-A732-CF1C1EF56B73}" type="presOf" srcId="{CD70136F-D2E0-4BA9-805B-8751ECC7FA9B}" destId="{8A3B08DA-16BE-47F5-8E70-8976590FAAF8}" srcOrd="0" destOrd="0" presId="urn:microsoft.com/office/officeart/2018/2/layout/IconVerticalSolidList"/>
    <dgm:cxn modelId="{54F00EB7-A6F4-4AF5-B705-56BE8D3E821C}" srcId="{4E577B52-1CBE-4AE5-9DF6-A685BE21D4A2}" destId="{7ABB1BDC-7DF6-4165-AA50-34D01D06D934}" srcOrd="5" destOrd="0" parTransId="{73C826CB-DF7D-4C02-A94E-484BFA587C3B}" sibTransId="{A3020BE6-834D-4E11-BAD7-2200A2F70EBD}"/>
    <dgm:cxn modelId="{343D79C9-5E3D-4450-9C4A-004C9A12CA40}" srcId="{4E577B52-1CBE-4AE5-9DF6-A685BE21D4A2}" destId="{A9070E29-EC24-4B7C-9C7D-3BC79B4DB504}" srcOrd="0" destOrd="0" parTransId="{F553E543-7484-4F27-A9A7-A3A483F6E788}" sibTransId="{C4C5CED5-F334-45CE-ABB0-312A537FCE6A}"/>
    <dgm:cxn modelId="{E60622E5-C0BE-43F6-B6AC-5B922FF4A4E9}" type="presOf" srcId="{7ABB1BDC-7DF6-4165-AA50-34D01D06D934}" destId="{2D097E40-6A0C-4933-9C72-A4050D030C2E}" srcOrd="0" destOrd="0" presId="urn:microsoft.com/office/officeart/2018/2/layout/IconVerticalSolidList"/>
    <dgm:cxn modelId="{6D6797E5-23B8-4AE7-8862-E313E14EE12B}" srcId="{4E577B52-1CBE-4AE5-9DF6-A685BE21D4A2}" destId="{CEE07A3C-9646-4EBE-B59B-0AF252324CE6}" srcOrd="4" destOrd="0" parTransId="{FB0549F8-969B-4949-B118-9BE42B3ADBB3}" sibTransId="{582C99DF-DD7E-4886-AAEB-E80D9B1630F8}"/>
    <dgm:cxn modelId="{2C49E2E6-EFD0-44D2-AB11-2E82954C4720}" type="presOf" srcId="{4E577B52-1CBE-4AE5-9DF6-A685BE21D4A2}" destId="{04F0CDD9-2AFD-4FEF-A636-F7409ABA5F99}" srcOrd="0" destOrd="0" presId="urn:microsoft.com/office/officeart/2018/2/layout/IconVerticalSolidList"/>
    <dgm:cxn modelId="{69449BF4-B448-4C68-BD5F-C26F194BA3A9}" type="presOf" srcId="{2C99C386-3B81-4431-8B9B-A5E7BE42DA38}" destId="{63C41633-1AB2-4C23-A033-61228D4CC5CC}" srcOrd="0" destOrd="0" presId="urn:microsoft.com/office/officeart/2018/2/layout/IconVerticalSolidList"/>
    <dgm:cxn modelId="{0602CEFC-BFEC-425B-8114-60BC7A6B28AD}" type="presOf" srcId="{0EEC8C2B-97A3-4B08-BF9A-6732229D2EF5}" destId="{F65026E4-A34D-4EE4-911B-C78154002973}" srcOrd="0" destOrd="0" presId="urn:microsoft.com/office/officeart/2018/2/layout/IconVerticalSolidList"/>
    <dgm:cxn modelId="{64B3E715-8DF5-42E6-8219-A18F8A42B685}" type="presParOf" srcId="{04F0CDD9-2AFD-4FEF-A636-F7409ABA5F99}" destId="{955990A3-8C58-459B-B600-CE9754B0CCBC}" srcOrd="0" destOrd="0" presId="urn:microsoft.com/office/officeart/2018/2/layout/IconVerticalSolidList"/>
    <dgm:cxn modelId="{520CE190-F042-402C-85C7-A51889EF6606}" type="presParOf" srcId="{955990A3-8C58-459B-B600-CE9754B0CCBC}" destId="{CB2A3451-07A0-44C5-919B-04E0B2166E5E}" srcOrd="0" destOrd="0" presId="urn:microsoft.com/office/officeart/2018/2/layout/IconVerticalSolidList"/>
    <dgm:cxn modelId="{8400E798-F872-457D-BDE7-A2BEC004A22D}" type="presParOf" srcId="{955990A3-8C58-459B-B600-CE9754B0CCBC}" destId="{3A37C645-57B2-4857-9617-38DDC9A0C1B4}" srcOrd="1" destOrd="0" presId="urn:microsoft.com/office/officeart/2018/2/layout/IconVerticalSolidList"/>
    <dgm:cxn modelId="{A477E8C7-1807-4197-8F07-6C335ED0B1BD}" type="presParOf" srcId="{955990A3-8C58-459B-B600-CE9754B0CCBC}" destId="{96BAC62C-8940-41E1-9142-17A435D738B0}" srcOrd="2" destOrd="0" presId="urn:microsoft.com/office/officeart/2018/2/layout/IconVerticalSolidList"/>
    <dgm:cxn modelId="{0F0E5BEF-D0C1-485A-9AF4-5A1FEC428ECC}" type="presParOf" srcId="{955990A3-8C58-459B-B600-CE9754B0CCBC}" destId="{619FD5B4-7AC5-4B02-BB8A-A5FF993EEF6F}" srcOrd="3" destOrd="0" presId="urn:microsoft.com/office/officeart/2018/2/layout/IconVerticalSolidList"/>
    <dgm:cxn modelId="{5955F326-F7D4-4FF3-847B-42A18718B122}" type="presParOf" srcId="{04F0CDD9-2AFD-4FEF-A636-F7409ABA5F99}" destId="{8914DB13-077C-4214-A304-8AE684E22C84}" srcOrd="1" destOrd="0" presId="urn:microsoft.com/office/officeart/2018/2/layout/IconVerticalSolidList"/>
    <dgm:cxn modelId="{B8F39971-9515-4EED-8E27-76AF8B1B2373}" type="presParOf" srcId="{04F0CDD9-2AFD-4FEF-A636-F7409ABA5F99}" destId="{B98EF31A-5856-4488-8C2B-894414A06066}" srcOrd="2" destOrd="0" presId="urn:microsoft.com/office/officeart/2018/2/layout/IconVerticalSolidList"/>
    <dgm:cxn modelId="{921D509A-92C5-46A3-A2A7-6D9FF11F491C}" type="presParOf" srcId="{B98EF31A-5856-4488-8C2B-894414A06066}" destId="{0E309F52-9846-4609-B5A5-6D6952E541EE}" srcOrd="0" destOrd="0" presId="urn:microsoft.com/office/officeart/2018/2/layout/IconVerticalSolidList"/>
    <dgm:cxn modelId="{122FBD82-D1A2-4481-93BA-71C3DC8549D4}" type="presParOf" srcId="{B98EF31A-5856-4488-8C2B-894414A06066}" destId="{417C4BCD-3EE5-42ED-9153-F8DF54E5F451}" srcOrd="1" destOrd="0" presId="urn:microsoft.com/office/officeart/2018/2/layout/IconVerticalSolidList"/>
    <dgm:cxn modelId="{0858383E-09CB-40CB-A4A5-F2C3EF42081B}" type="presParOf" srcId="{B98EF31A-5856-4488-8C2B-894414A06066}" destId="{1B209D5C-C504-4839-A596-2A909631833F}" srcOrd="2" destOrd="0" presId="urn:microsoft.com/office/officeart/2018/2/layout/IconVerticalSolidList"/>
    <dgm:cxn modelId="{9EAD675D-731E-4E53-A09E-EF52AC407776}" type="presParOf" srcId="{B98EF31A-5856-4488-8C2B-894414A06066}" destId="{8A3B08DA-16BE-47F5-8E70-8976590FAAF8}" srcOrd="3" destOrd="0" presId="urn:microsoft.com/office/officeart/2018/2/layout/IconVerticalSolidList"/>
    <dgm:cxn modelId="{7EB2B0CA-A72E-4780-B89C-AD019D1B88DB}" type="presParOf" srcId="{04F0CDD9-2AFD-4FEF-A636-F7409ABA5F99}" destId="{CA1483A2-C23D-443B-A641-D2AC11020764}" srcOrd="3" destOrd="0" presId="urn:microsoft.com/office/officeart/2018/2/layout/IconVerticalSolidList"/>
    <dgm:cxn modelId="{8CB70F55-14AC-4F10-84F4-511B32FF1613}" type="presParOf" srcId="{04F0CDD9-2AFD-4FEF-A636-F7409ABA5F99}" destId="{138BAD60-CA7E-48D8-89BB-8993E543613C}" srcOrd="4" destOrd="0" presId="urn:microsoft.com/office/officeart/2018/2/layout/IconVerticalSolidList"/>
    <dgm:cxn modelId="{15A57D21-5107-4101-93E5-CC9962CDF77B}" type="presParOf" srcId="{138BAD60-CA7E-48D8-89BB-8993E543613C}" destId="{51DE7C03-7718-4D79-BB4D-7814426A305A}" srcOrd="0" destOrd="0" presId="urn:microsoft.com/office/officeart/2018/2/layout/IconVerticalSolidList"/>
    <dgm:cxn modelId="{D6C38C3E-46E2-404E-BD1F-1781009365CF}" type="presParOf" srcId="{138BAD60-CA7E-48D8-89BB-8993E543613C}" destId="{EAAE31AC-1AB1-4B51-8C7E-3A39F65B38D3}" srcOrd="1" destOrd="0" presId="urn:microsoft.com/office/officeart/2018/2/layout/IconVerticalSolidList"/>
    <dgm:cxn modelId="{38F0C83A-6D2B-4199-95D2-26DB87016BBF}" type="presParOf" srcId="{138BAD60-CA7E-48D8-89BB-8993E543613C}" destId="{461213C9-A9D3-43BA-A4E1-98B59DD01159}" srcOrd="2" destOrd="0" presId="urn:microsoft.com/office/officeart/2018/2/layout/IconVerticalSolidList"/>
    <dgm:cxn modelId="{BAF62424-E210-4CF2-98EB-ED1AFE4032EE}" type="presParOf" srcId="{138BAD60-CA7E-48D8-89BB-8993E543613C}" destId="{F65026E4-A34D-4EE4-911B-C78154002973}" srcOrd="3" destOrd="0" presId="urn:microsoft.com/office/officeart/2018/2/layout/IconVerticalSolidList"/>
    <dgm:cxn modelId="{B69B4EFB-D7C5-47BD-9CEF-30C7B3BDD46C}" type="presParOf" srcId="{04F0CDD9-2AFD-4FEF-A636-F7409ABA5F99}" destId="{B1E0A792-44E5-49D3-BD5E-959707A14FE3}" srcOrd="5" destOrd="0" presId="urn:microsoft.com/office/officeart/2018/2/layout/IconVerticalSolidList"/>
    <dgm:cxn modelId="{F11A5B45-B3EC-4D58-8A46-30CEAD5D8A90}" type="presParOf" srcId="{04F0CDD9-2AFD-4FEF-A636-F7409ABA5F99}" destId="{737D80CC-763F-48FF-9247-1F41BA023A99}" srcOrd="6" destOrd="0" presId="urn:microsoft.com/office/officeart/2018/2/layout/IconVerticalSolidList"/>
    <dgm:cxn modelId="{FBA39814-FF47-4F1C-9CA5-302D826C76C8}" type="presParOf" srcId="{737D80CC-763F-48FF-9247-1F41BA023A99}" destId="{9800CF81-885E-4A82-9D31-ABCC372E0395}" srcOrd="0" destOrd="0" presId="urn:microsoft.com/office/officeart/2018/2/layout/IconVerticalSolidList"/>
    <dgm:cxn modelId="{2BA5C682-D9B1-4C87-A3A6-32188B037014}" type="presParOf" srcId="{737D80CC-763F-48FF-9247-1F41BA023A99}" destId="{9E753DFD-9882-458D-942D-864BCC884BD0}" srcOrd="1" destOrd="0" presId="urn:microsoft.com/office/officeart/2018/2/layout/IconVerticalSolidList"/>
    <dgm:cxn modelId="{7183D803-88FE-422D-83BB-05FDB90E26D4}" type="presParOf" srcId="{737D80CC-763F-48FF-9247-1F41BA023A99}" destId="{B5FC2B2D-940F-462A-A39D-BCF38650F953}" srcOrd="2" destOrd="0" presId="urn:microsoft.com/office/officeart/2018/2/layout/IconVerticalSolidList"/>
    <dgm:cxn modelId="{94659378-B1E1-4A71-AFA8-34494CC7978F}" type="presParOf" srcId="{737D80CC-763F-48FF-9247-1F41BA023A99}" destId="{9DD1AB88-E44C-4FEE-885D-88293494F078}" srcOrd="3" destOrd="0" presId="urn:microsoft.com/office/officeart/2018/2/layout/IconVerticalSolidList"/>
    <dgm:cxn modelId="{13DD505F-113C-40F3-8125-5CBE321A04F0}" type="presParOf" srcId="{04F0CDD9-2AFD-4FEF-A636-F7409ABA5F99}" destId="{991AF93F-5D2F-4154-B572-65C817813C3C}" srcOrd="7" destOrd="0" presId="urn:microsoft.com/office/officeart/2018/2/layout/IconVerticalSolidList"/>
    <dgm:cxn modelId="{9F77F622-352E-4431-926D-0C34CEE125FB}" type="presParOf" srcId="{04F0CDD9-2AFD-4FEF-A636-F7409ABA5F99}" destId="{05C07B0C-7F77-4759-80DE-335577B9C585}" srcOrd="8" destOrd="0" presId="urn:microsoft.com/office/officeart/2018/2/layout/IconVerticalSolidList"/>
    <dgm:cxn modelId="{321C4F6E-58E4-4140-B318-BB5AC8D533A5}" type="presParOf" srcId="{05C07B0C-7F77-4759-80DE-335577B9C585}" destId="{DBFA3A71-D58C-4E3E-AD36-86C9611EBEF9}" srcOrd="0" destOrd="0" presId="urn:microsoft.com/office/officeart/2018/2/layout/IconVerticalSolidList"/>
    <dgm:cxn modelId="{8B9764E7-6D89-47B9-8A86-4259355C771C}" type="presParOf" srcId="{05C07B0C-7F77-4759-80DE-335577B9C585}" destId="{CA404C98-7E00-45A4-A906-188E6F4D53B0}" srcOrd="1" destOrd="0" presId="urn:microsoft.com/office/officeart/2018/2/layout/IconVerticalSolidList"/>
    <dgm:cxn modelId="{EB761D25-91EA-491E-9BB9-9F89A327BB2E}" type="presParOf" srcId="{05C07B0C-7F77-4759-80DE-335577B9C585}" destId="{67BC4CD9-9D7A-484C-9103-8C1557E3BD23}" srcOrd="2" destOrd="0" presId="urn:microsoft.com/office/officeart/2018/2/layout/IconVerticalSolidList"/>
    <dgm:cxn modelId="{DBFA8B94-2DB0-4C15-BD17-99033057D860}" type="presParOf" srcId="{05C07B0C-7F77-4759-80DE-335577B9C585}" destId="{F6958EF9-7D97-40F5-9973-BB01CBA1A1E4}" srcOrd="3" destOrd="0" presId="urn:microsoft.com/office/officeart/2018/2/layout/IconVerticalSolidList"/>
    <dgm:cxn modelId="{B2E73B1D-9C93-4FB4-A91A-19D0D15B3592}" type="presParOf" srcId="{04F0CDD9-2AFD-4FEF-A636-F7409ABA5F99}" destId="{AA1768E8-E014-4DA5-A5AC-050D9F79B174}" srcOrd="9" destOrd="0" presId="urn:microsoft.com/office/officeart/2018/2/layout/IconVerticalSolidList"/>
    <dgm:cxn modelId="{62FF4913-010E-4E2F-8F96-53B9954A2462}" type="presParOf" srcId="{04F0CDD9-2AFD-4FEF-A636-F7409ABA5F99}" destId="{16CFF08D-FABF-461A-AD48-AE1EB98FBEBA}" srcOrd="10" destOrd="0" presId="urn:microsoft.com/office/officeart/2018/2/layout/IconVerticalSolidList"/>
    <dgm:cxn modelId="{E0230FBE-1242-4B62-920C-923491E283FF}" type="presParOf" srcId="{16CFF08D-FABF-461A-AD48-AE1EB98FBEBA}" destId="{E71B19C6-6458-41DE-82D8-AB8F3A9B9884}" srcOrd="0" destOrd="0" presId="urn:microsoft.com/office/officeart/2018/2/layout/IconVerticalSolidList"/>
    <dgm:cxn modelId="{ABA2720D-7765-4787-B95F-AF2AD3BDF611}" type="presParOf" srcId="{16CFF08D-FABF-461A-AD48-AE1EB98FBEBA}" destId="{7E1CDA65-3882-4E0C-BA17-6C88E1187E5A}" srcOrd="1" destOrd="0" presId="urn:microsoft.com/office/officeart/2018/2/layout/IconVerticalSolidList"/>
    <dgm:cxn modelId="{10D26507-63F3-42AC-BFBE-FE518DFEBE34}" type="presParOf" srcId="{16CFF08D-FABF-461A-AD48-AE1EB98FBEBA}" destId="{E9B5EAF3-DD49-488F-A6B0-014ED53A2CAC}" srcOrd="2" destOrd="0" presId="urn:microsoft.com/office/officeart/2018/2/layout/IconVerticalSolidList"/>
    <dgm:cxn modelId="{505B5EDE-48F1-41A4-B19E-D6D16B776915}" type="presParOf" srcId="{16CFF08D-FABF-461A-AD48-AE1EB98FBEBA}" destId="{2D097E40-6A0C-4933-9C72-A4050D030C2E}" srcOrd="3" destOrd="0" presId="urn:microsoft.com/office/officeart/2018/2/layout/IconVerticalSolidList"/>
    <dgm:cxn modelId="{EEB1BD07-CC6B-409C-AE14-E5090448FEE9}" type="presParOf" srcId="{04F0CDD9-2AFD-4FEF-A636-F7409ABA5F99}" destId="{BF75C2D3-D2B6-4FCB-9CD5-15E263CA110B}" srcOrd="11" destOrd="0" presId="urn:microsoft.com/office/officeart/2018/2/layout/IconVerticalSolidList"/>
    <dgm:cxn modelId="{9B237328-EC80-490F-946D-2A446E14B11E}" type="presParOf" srcId="{04F0CDD9-2AFD-4FEF-A636-F7409ABA5F99}" destId="{179333EA-AF74-4D36-9FA7-223F3E6284D9}" srcOrd="12" destOrd="0" presId="urn:microsoft.com/office/officeart/2018/2/layout/IconVerticalSolidList"/>
    <dgm:cxn modelId="{D352D5BD-27C4-4E3B-A665-0B8C3E9A9A7F}" type="presParOf" srcId="{179333EA-AF74-4D36-9FA7-223F3E6284D9}" destId="{D913E825-8584-47D4-9B85-FAE691BBEEE1}" srcOrd="0" destOrd="0" presId="urn:microsoft.com/office/officeart/2018/2/layout/IconVerticalSolidList"/>
    <dgm:cxn modelId="{1FE6A52A-EFF2-4B75-B73C-6A08FE46C727}" type="presParOf" srcId="{179333EA-AF74-4D36-9FA7-223F3E6284D9}" destId="{505D1374-C15B-49F0-B66B-C4F1C5F69D01}" srcOrd="1" destOrd="0" presId="urn:microsoft.com/office/officeart/2018/2/layout/IconVerticalSolidList"/>
    <dgm:cxn modelId="{A4D63510-46FD-4DEB-9BF4-BD74320DE9AF}" type="presParOf" srcId="{179333EA-AF74-4D36-9FA7-223F3E6284D9}" destId="{CF708618-7C18-4DCB-B4D4-1A48A336C4C9}" srcOrd="2" destOrd="0" presId="urn:microsoft.com/office/officeart/2018/2/layout/IconVerticalSolidList"/>
    <dgm:cxn modelId="{DA91CA74-8048-42A8-B331-C1AC3F4E5CEA}" type="presParOf" srcId="{179333EA-AF74-4D36-9FA7-223F3E6284D9}" destId="{63C41633-1AB2-4C23-A033-61228D4CC5CC}"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B2A3451-07A0-44C5-919B-04E0B2166E5E}">
      <dsp:nvSpPr>
        <dsp:cNvPr id="0" name=""/>
        <dsp:cNvSpPr/>
      </dsp:nvSpPr>
      <dsp:spPr>
        <a:xfrm>
          <a:off x="0" y="443"/>
          <a:ext cx="6120245" cy="61033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A37C645-57B2-4857-9617-38DDC9A0C1B4}">
      <dsp:nvSpPr>
        <dsp:cNvPr id="0" name=""/>
        <dsp:cNvSpPr/>
      </dsp:nvSpPr>
      <dsp:spPr>
        <a:xfrm>
          <a:off x="184626" y="137769"/>
          <a:ext cx="335685" cy="33568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19FD5B4-7AC5-4B02-BB8A-A5FF993EEF6F}">
      <dsp:nvSpPr>
        <dsp:cNvPr id="0" name=""/>
        <dsp:cNvSpPr/>
      </dsp:nvSpPr>
      <dsp:spPr>
        <a:xfrm>
          <a:off x="704938" y="443"/>
          <a:ext cx="5415306" cy="6103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594" tIns="64594" rIns="64594" bIns="64594" numCol="1" spcCol="1270" anchor="ctr" anchorCtr="0">
          <a:noAutofit/>
        </a:bodyPr>
        <a:lstStyle/>
        <a:p>
          <a:pPr marL="0" lvl="0" indent="0" algn="l" defTabSz="622300">
            <a:lnSpc>
              <a:spcPct val="100000"/>
            </a:lnSpc>
            <a:spcBef>
              <a:spcPct val="0"/>
            </a:spcBef>
            <a:spcAft>
              <a:spcPct val="35000"/>
            </a:spcAft>
            <a:buNone/>
          </a:pPr>
          <a:r>
            <a:rPr lang="en-SG" sz="1400" kern="1200" dirty="0"/>
            <a:t>Sets up an Express server and configures EJS, sessions, flash messages, form handling, static files, and image uploads.</a:t>
          </a:r>
          <a:endParaRPr lang="en-US" sz="1400" kern="1200" dirty="0"/>
        </a:p>
      </dsp:txBody>
      <dsp:txXfrm>
        <a:off x="704938" y="443"/>
        <a:ext cx="5415306" cy="610336"/>
      </dsp:txXfrm>
    </dsp:sp>
    <dsp:sp modelId="{0E309F52-9846-4609-B5A5-6D6952E541EE}">
      <dsp:nvSpPr>
        <dsp:cNvPr id="0" name=""/>
        <dsp:cNvSpPr/>
      </dsp:nvSpPr>
      <dsp:spPr>
        <a:xfrm>
          <a:off x="0" y="763363"/>
          <a:ext cx="6120245" cy="61033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17C4BCD-3EE5-42ED-9153-F8DF54E5F451}">
      <dsp:nvSpPr>
        <dsp:cNvPr id="0" name=""/>
        <dsp:cNvSpPr/>
      </dsp:nvSpPr>
      <dsp:spPr>
        <a:xfrm>
          <a:off x="184626" y="900689"/>
          <a:ext cx="335685" cy="33568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A3B08DA-16BE-47F5-8E70-8976590FAAF8}">
      <dsp:nvSpPr>
        <dsp:cNvPr id="0" name=""/>
        <dsp:cNvSpPr/>
      </dsp:nvSpPr>
      <dsp:spPr>
        <a:xfrm>
          <a:off x="704938" y="763363"/>
          <a:ext cx="5415306" cy="6103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594" tIns="64594" rIns="64594" bIns="64594" numCol="1" spcCol="1270" anchor="ctr" anchorCtr="0">
          <a:noAutofit/>
        </a:bodyPr>
        <a:lstStyle/>
        <a:p>
          <a:pPr marL="0" lvl="0" indent="0" algn="l" defTabSz="622300">
            <a:lnSpc>
              <a:spcPct val="100000"/>
            </a:lnSpc>
            <a:spcBef>
              <a:spcPct val="0"/>
            </a:spcBef>
            <a:spcAft>
              <a:spcPct val="35000"/>
            </a:spcAft>
            <a:buNone/>
          </a:pPr>
          <a:r>
            <a:rPr lang="en-SG" sz="1400" kern="1200"/>
            <a:t>Connects to the MySQL petcare database and hashes passwords with SHA-256.</a:t>
          </a:r>
          <a:endParaRPr lang="en-US" sz="1400" kern="1200"/>
        </a:p>
      </dsp:txBody>
      <dsp:txXfrm>
        <a:off x="704938" y="763363"/>
        <a:ext cx="5415306" cy="610336"/>
      </dsp:txXfrm>
    </dsp:sp>
    <dsp:sp modelId="{51DE7C03-7718-4D79-BB4D-7814426A305A}">
      <dsp:nvSpPr>
        <dsp:cNvPr id="0" name=""/>
        <dsp:cNvSpPr/>
      </dsp:nvSpPr>
      <dsp:spPr>
        <a:xfrm>
          <a:off x="0" y="1526284"/>
          <a:ext cx="6120245" cy="61033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AAE31AC-1AB1-4B51-8C7E-3A39F65B38D3}">
      <dsp:nvSpPr>
        <dsp:cNvPr id="0" name=""/>
        <dsp:cNvSpPr/>
      </dsp:nvSpPr>
      <dsp:spPr>
        <a:xfrm>
          <a:off x="184626" y="1663610"/>
          <a:ext cx="335685" cy="33568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65026E4-A34D-4EE4-911B-C78154002973}">
      <dsp:nvSpPr>
        <dsp:cNvPr id="0" name=""/>
        <dsp:cNvSpPr/>
      </dsp:nvSpPr>
      <dsp:spPr>
        <a:xfrm>
          <a:off x="704938" y="1526284"/>
          <a:ext cx="5415306" cy="6103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594" tIns="64594" rIns="64594" bIns="64594" numCol="1" spcCol="1270" anchor="ctr" anchorCtr="0">
          <a:noAutofit/>
        </a:bodyPr>
        <a:lstStyle/>
        <a:p>
          <a:pPr marL="0" lvl="0" indent="0" algn="l" defTabSz="622300">
            <a:lnSpc>
              <a:spcPct val="100000"/>
            </a:lnSpc>
            <a:spcBef>
              <a:spcPct val="0"/>
            </a:spcBef>
            <a:spcAft>
              <a:spcPct val="35000"/>
            </a:spcAft>
            <a:buNone/>
          </a:pPr>
          <a:r>
            <a:rPr lang="en-SG" sz="1400" kern="1200" dirty="0"/>
            <a:t>Handles routes for authentication, admin user management, pet management, and journal actions.</a:t>
          </a:r>
          <a:endParaRPr lang="en-US" sz="1400" kern="1200" dirty="0"/>
        </a:p>
      </dsp:txBody>
      <dsp:txXfrm>
        <a:off x="704938" y="1526284"/>
        <a:ext cx="5415306" cy="610336"/>
      </dsp:txXfrm>
    </dsp:sp>
    <dsp:sp modelId="{9800CF81-885E-4A82-9D31-ABCC372E0395}">
      <dsp:nvSpPr>
        <dsp:cNvPr id="0" name=""/>
        <dsp:cNvSpPr/>
      </dsp:nvSpPr>
      <dsp:spPr>
        <a:xfrm>
          <a:off x="0" y="2289204"/>
          <a:ext cx="6120245" cy="61033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E753DFD-9882-458D-942D-864BCC884BD0}">
      <dsp:nvSpPr>
        <dsp:cNvPr id="0" name=""/>
        <dsp:cNvSpPr/>
      </dsp:nvSpPr>
      <dsp:spPr>
        <a:xfrm>
          <a:off x="184626" y="2426530"/>
          <a:ext cx="335685" cy="33568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DD1AB88-E44C-4FEE-885D-88293494F078}">
      <dsp:nvSpPr>
        <dsp:cNvPr id="0" name=""/>
        <dsp:cNvSpPr/>
      </dsp:nvSpPr>
      <dsp:spPr>
        <a:xfrm>
          <a:off x="704938" y="2289204"/>
          <a:ext cx="5415306" cy="6103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594" tIns="64594" rIns="64594" bIns="64594" numCol="1" spcCol="1270" anchor="ctr" anchorCtr="0">
          <a:noAutofit/>
        </a:bodyPr>
        <a:lstStyle/>
        <a:p>
          <a:pPr marL="0" lvl="0" indent="0" algn="l" defTabSz="622300">
            <a:lnSpc>
              <a:spcPct val="100000"/>
            </a:lnSpc>
            <a:spcBef>
              <a:spcPct val="0"/>
            </a:spcBef>
            <a:spcAft>
              <a:spcPct val="35000"/>
            </a:spcAft>
            <a:buNone/>
          </a:pPr>
          <a:r>
            <a:rPr lang="en-SG" sz="1400" kern="1200"/>
            <a:t>Runs SQL queries to create, retrieve, update, and delete user, pet, and journal data.</a:t>
          </a:r>
          <a:endParaRPr lang="en-US" sz="1400" kern="1200"/>
        </a:p>
      </dsp:txBody>
      <dsp:txXfrm>
        <a:off x="704938" y="2289204"/>
        <a:ext cx="5415306" cy="610336"/>
      </dsp:txXfrm>
    </dsp:sp>
    <dsp:sp modelId="{DBFA3A71-D58C-4E3E-AD36-86C9611EBEF9}">
      <dsp:nvSpPr>
        <dsp:cNvPr id="0" name=""/>
        <dsp:cNvSpPr/>
      </dsp:nvSpPr>
      <dsp:spPr>
        <a:xfrm>
          <a:off x="0" y="3052125"/>
          <a:ext cx="6120245" cy="61033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A404C98-7E00-45A4-A906-188E6F4D53B0}">
      <dsp:nvSpPr>
        <dsp:cNvPr id="0" name=""/>
        <dsp:cNvSpPr/>
      </dsp:nvSpPr>
      <dsp:spPr>
        <a:xfrm>
          <a:off x="184626" y="3189450"/>
          <a:ext cx="335685" cy="33568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6958EF9-7D97-40F5-9973-BB01CBA1A1E4}">
      <dsp:nvSpPr>
        <dsp:cNvPr id="0" name=""/>
        <dsp:cNvSpPr/>
      </dsp:nvSpPr>
      <dsp:spPr>
        <a:xfrm>
          <a:off x="704938" y="3052125"/>
          <a:ext cx="5415306" cy="6103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594" tIns="64594" rIns="64594" bIns="64594" numCol="1" spcCol="1270" anchor="ctr" anchorCtr="0">
          <a:noAutofit/>
        </a:bodyPr>
        <a:lstStyle/>
        <a:p>
          <a:pPr marL="0" lvl="0" indent="0" algn="l" defTabSz="622300">
            <a:lnSpc>
              <a:spcPct val="100000"/>
            </a:lnSpc>
            <a:spcBef>
              <a:spcPct val="0"/>
            </a:spcBef>
            <a:spcAft>
              <a:spcPct val="35000"/>
            </a:spcAft>
            <a:buNone/>
          </a:pPr>
          <a:r>
            <a:rPr lang="en-SG" sz="1400" kern="1200"/>
            <a:t>Renders EJS pages with relevant database results and session information.</a:t>
          </a:r>
          <a:endParaRPr lang="en-US" sz="1400" kern="1200"/>
        </a:p>
      </dsp:txBody>
      <dsp:txXfrm>
        <a:off x="704938" y="3052125"/>
        <a:ext cx="5415306" cy="610336"/>
      </dsp:txXfrm>
    </dsp:sp>
    <dsp:sp modelId="{E71B19C6-6458-41DE-82D8-AB8F3A9B9884}">
      <dsp:nvSpPr>
        <dsp:cNvPr id="0" name=""/>
        <dsp:cNvSpPr/>
      </dsp:nvSpPr>
      <dsp:spPr>
        <a:xfrm>
          <a:off x="0" y="3815045"/>
          <a:ext cx="6120245" cy="61033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E1CDA65-3882-4E0C-BA17-6C88E1187E5A}">
      <dsp:nvSpPr>
        <dsp:cNvPr id="0" name=""/>
        <dsp:cNvSpPr/>
      </dsp:nvSpPr>
      <dsp:spPr>
        <a:xfrm>
          <a:off x="184626" y="3952371"/>
          <a:ext cx="335685" cy="33568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D097E40-6A0C-4933-9C72-A4050D030C2E}">
      <dsp:nvSpPr>
        <dsp:cNvPr id="0" name=""/>
        <dsp:cNvSpPr/>
      </dsp:nvSpPr>
      <dsp:spPr>
        <a:xfrm>
          <a:off x="704938" y="3815045"/>
          <a:ext cx="5415306" cy="6103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594" tIns="64594" rIns="64594" bIns="64594" numCol="1" spcCol="1270" anchor="ctr" anchorCtr="0">
          <a:noAutofit/>
        </a:bodyPr>
        <a:lstStyle/>
        <a:p>
          <a:pPr marL="0" lvl="0" indent="0" algn="l" defTabSz="622300">
            <a:lnSpc>
              <a:spcPct val="100000"/>
            </a:lnSpc>
            <a:spcBef>
              <a:spcPct val="0"/>
            </a:spcBef>
            <a:spcAft>
              <a:spcPct val="35000"/>
            </a:spcAft>
            <a:buNone/>
          </a:pPr>
          <a:r>
            <a:rPr lang="en-SG" sz="1400" kern="1200"/>
            <a:t>Uses middleware to restrict access to selected routes.</a:t>
          </a:r>
          <a:endParaRPr lang="en-US" sz="1400" kern="1200"/>
        </a:p>
      </dsp:txBody>
      <dsp:txXfrm>
        <a:off x="704938" y="3815045"/>
        <a:ext cx="5415306" cy="610336"/>
      </dsp:txXfrm>
    </dsp:sp>
    <dsp:sp modelId="{D913E825-8584-47D4-9B85-FAE691BBEEE1}">
      <dsp:nvSpPr>
        <dsp:cNvPr id="0" name=""/>
        <dsp:cNvSpPr/>
      </dsp:nvSpPr>
      <dsp:spPr>
        <a:xfrm>
          <a:off x="0" y="4577966"/>
          <a:ext cx="6120245" cy="61033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05D1374-C15B-49F0-B66B-C4F1C5F69D01}">
      <dsp:nvSpPr>
        <dsp:cNvPr id="0" name=""/>
        <dsp:cNvSpPr/>
      </dsp:nvSpPr>
      <dsp:spPr>
        <a:xfrm>
          <a:off x="184626" y="4715291"/>
          <a:ext cx="335685" cy="33568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3C41633-1AB2-4C23-A033-61228D4CC5CC}">
      <dsp:nvSpPr>
        <dsp:cNvPr id="0" name=""/>
        <dsp:cNvSpPr/>
      </dsp:nvSpPr>
      <dsp:spPr>
        <a:xfrm>
          <a:off x="704938" y="4577966"/>
          <a:ext cx="5415306" cy="6103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594" tIns="64594" rIns="64594" bIns="64594" numCol="1" spcCol="1270" anchor="ctr" anchorCtr="0">
          <a:noAutofit/>
        </a:bodyPr>
        <a:lstStyle/>
        <a:p>
          <a:pPr marL="0" lvl="0" indent="0" algn="l" defTabSz="622300">
            <a:lnSpc>
              <a:spcPct val="100000"/>
            </a:lnSpc>
            <a:spcBef>
              <a:spcPct val="0"/>
            </a:spcBef>
            <a:spcAft>
              <a:spcPct val="35000"/>
            </a:spcAft>
            <a:buNone/>
          </a:pPr>
          <a:r>
            <a:rPr lang="en-SG" sz="1400" kern="1200" dirty="0"/>
            <a:t>Starts the server on port 3000.</a:t>
          </a:r>
          <a:endParaRPr lang="en-US" sz="1400" kern="1200" dirty="0"/>
        </a:p>
      </dsp:txBody>
      <dsp:txXfrm>
        <a:off x="704938" y="4577966"/>
        <a:ext cx="5415306" cy="610336"/>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175608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9B7E0B77-9356-40D6-9F82-3A7492D2C710}" type="slidenum">
              <a:rPr lang="en-SG" smtClean="0"/>
              <a:t>5</a:t>
            </a:fld>
            <a:endParaRPr lang="en-SG"/>
          </a:p>
        </p:txBody>
      </p:sp>
    </p:spTree>
    <p:extLst>
      <p:ext uri="{BB962C8B-B14F-4D97-AF65-F5344CB8AC3E}">
        <p14:creationId xmlns:p14="http://schemas.microsoft.com/office/powerpoint/2010/main" val="1039105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37CE77-3C71-F319-FE6C-2C17C5D4F4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575B39-34F1-8282-FC4E-86B50026616C}"/>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6F73763D-5D53-914D-22F8-49419699DDFA}"/>
              </a:ext>
            </a:extLst>
          </p:cNvPr>
          <p:cNvSpPr>
            <a:spLocks noGrp="1"/>
          </p:cNvSpPr>
          <p:nvPr>
            <p:ph type="body" idx="1"/>
          </p:nvPr>
        </p:nvSpPr>
        <p:spPr/>
        <p:txBody>
          <a:bodyPr/>
          <a:lstStyle/>
          <a:p>
            <a:r>
              <a:rPr lang="en-SG" dirty="0"/>
              <a:t>Customer </a:t>
            </a:r>
            <a:r>
              <a:rPr lang="en-SG" dirty="0">
                <a:sym typeface="Wingdings" panose="05000000000000000000" pitchFamily="2" charset="2"/>
              </a:rPr>
              <a:t> who is the one initiate the payment</a:t>
            </a:r>
          </a:p>
          <a:p>
            <a:r>
              <a:rPr lang="en-SG" dirty="0">
                <a:sym typeface="Wingdings" panose="05000000000000000000" pitchFamily="2" charset="2"/>
              </a:rPr>
              <a:t>Merchant  who is the one receive the payment </a:t>
            </a:r>
            <a:br>
              <a:rPr lang="en-SG" dirty="0">
                <a:sym typeface="Wingdings" panose="05000000000000000000" pitchFamily="2" charset="2"/>
              </a:rPr>
            </a:br>
            <a:r>
              <a:rPr lang="en-SG" dirty="0">
                <a:sym typeface="Wingdings" panose="05000000000000000000" pitchFamily="2" charset="2"/>
              </a:rPr>
              <a:t>Gateway  is the third party who connect between the customer and the merchant</a:t>
            </a:r>
          </a:p>
          <a:p>
            <a:r>
              <a:rPr lang="en-SG" dirty="0">
                <a:sym typeface="Wingdings" panose="05000000000000000000" pitchFamily="2" charset="2"/>
              </a:rPr>
              <a:t>Acquirer Validate the transaction </a:t>
            </a:r>
            <a:br>
              <a:rPr lang="en-SG" dirty="0">
                <a:sym typeface="Wingdings" panose="05000000000000000000" pitchFamily="2" charset="2"/>
              </a:rPr>
            </a:br>
            <a:r>
              <a:rPr lang="en-SG" dirty="0">
                <a:sym typeface="Wingdings" panose="05000000000000000000" pitchFamily="2" charset="2"/>
              </a:rPr>
              <a:t>Network  the access of the transaction </a:t>
            </a:r>
            <a:br>
              <a:rPr lang="en-SG" dirty="0">
                <a:sym typeface="Wingdings" panose="05000000000000000000" pitchFamily="2" charset="2"/>
              </a:rPr>
            </a:br>
            <a:r>
              <a:rPr lang="en-SG" dirty="0">
                <a:sym typeface="Wingdings" panose="05000000000000000000" pitchFamily="2" charset="2"/>
              </a:rPr>
              <a:t>Issuer  the provider used by the customer to initiate </a:t>
            </a:r>
            <a:r>
              <a:rPr lang="en-SG">
                <a:sym typeface="Wingdings" panose="05000000000000000000" pitchFamily="2" charset="2"/>
              </a:rPr>
              <a:t>the payment </a:t>
            </a:r>
            <a:endParaRPr lang="en-SG" dirty="0"/>
          </a:p>
        </p:txBody>
      </p:sp>
      <p:sp>
        <p:nvSpPr>
          <p:cNvPr id="4" name="Slide Number Placeholder 3">
            <a:extLst>
              <a:ext uri="{FF2B5EF4-FFF2-40B4-BE49-F238E27FC236}">
                <a16:creationId xmlns:a16="http://schemas.microsoft.com/office/drawing/2014/main" id="{B86C20D0-F7C6-D5E3-AEA8-EE2CCA188DF1}"/>
              </a:ext>
            </a:extLst>
          </p:cNvPr>
          <p:cNvSpPr>
            <a:spLocks noGrp="1"/>
          </p:cNvSpPr>
          <p:nvPr>
            <p:ph type="sldNum" sz="quarter" idx="5"/>
          </p:nvPr>
        </p:nvSpPr>
        <p:spPr/>
        <p:txBody>
          <a:bodyPr/>
          <a:lstStyle/>
          <a:p>
            <a:fld id="{9B7E0B77-9356-40D6-9F82-3A7492D2C710}" type="slidenum">
              <a:rPr lang="en-SG" smtClean="0"/>
              <a:t>6</a:t>
            </a:fld>
            <a:endParaRPr lang="en-SG"/>
          </a:p>
        </p:txBody>
      </p:sp>
    </p:spTree>
    <p:extLst>
      <p:ext uri="{BB962C8B-B14F-4D97-AF65-F5344CB8AC3E}">
        <p14:creationId xmlns:p14="http://schemas.microsoft.com/office/powerpoint/2010/main" val="11872893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9B7E0B77-9356-40D6-9F82-3A7492D2C710}" type="slidenum">
              <a:rPr lang="en-SG" smtClean="0"/>
              <a:t>7</a:t>
            </a:fld>
            <a:endParaRPr lang="en-SG"/>
          </a:p>
        </p:txBody>
      </p:sp>
    </p:spTree>
    <p:extLst>
      <p:ext uri="{BB962C8B-B14F-4D97-AF65-F5344CB8AC3E}">
        <p14:creationId xmlns:p14="http://schemas.microsoft.com/office/powerpoint/2010/main" val="14041605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SG" dirty="0"/>
              <a:t>109</a:t>
            </a:r>
          </a:p>
        </p:txBody>
      </p:sp>
      <p:sp>
        <p:nvSpPr>
          <p:cNvPr id="4" name="Slide Number Placeholder 3"/>
          <p:cNvSpPr>
            <a:spLocks noGrp="1"/>
          </p:cNvSpPr>
          <p:nvPr>
            <p:ph type="sldNum" sz="quarter" idx="5"/>
          </p:nvPr>
        </p:nvSpPr>
        <p:spPr/>
        <p:txBody>
          <a:bodyPr/>
          <a:lstStyle/>
          <a:p>
            <a:fld id="{664186C7-30C3-4A42-A4F6-6DFA6D4E686E}" type="slidenum">
              <a:rPr lang="en-SG" smtClean="0"/>
              <a:t>10</a:t>
            </a:fld>
            <a:endParaRPr lang="en-SG"/>
          </a:p>
        </p:txBody>
      </p:sp>
    </p:spTree>
    <p:extLst>
      <p:ext uri="{BB962C8B-B14F-4D97-AF65-F5344CB8AC3E}">
        <p14:creationId xmlns:p14="http://schemas.microsoft.com/office/powerpoint/2010/main" val="18637639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6542D2-6E6E-5F11-75BA-7229C787A1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DA05FC-3B38-2A5B-6DB0-48CE6864241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575913F-0955-BABE-E986-C5725A84C48C}"/>
              </a:ext>
            </a:extLst>
          </p:cNvPr>
          <p:cNvSpPr>
            <a:spLocks noGrp="1"/>
          </p:cNvSpPr>
          <p:nvPr>
            <p:ph type="body" idx="1"/>
          </p:nvPr>
        </p:nvSpPr>
        <p:spPr/>
        <p:txBody>
          <a:bodyPr/>
          <a:lstStyle/>
          <a:p>
            <a:endParaRPr lang="en-SG" dirty="0"/>
          </a:p>
        </p:txBody>
      </p:sp>
      <p:sp>
        <p:nvSpPr>
          <p:cNvPr id="4" name="Slide Number Placeholder 3">
            <a:extLst>
              <a:ext uri="{FF2B5EF4-FFF2-40B4-BE49-F238E27FC236}">
                <a16:creationId xmlns:a16="http://schemas.microsoft.com/office/drawing/2014/main" id="{DF641F4D-5C2C-4CA5-B577-1699C2E697F3}"/>
              </a:ext>
            </a:extLst>
          </p:cNvPr>
          <p:cNvSpPr>
            <a:spLocks noGrp="1"/>
          </p:cNvSpPr>
          <p:nvPr>
            <p:ph type="sldNum" sz="quarter" idx="5"/>
          </p:nvPr>
        </p:nvSpPr>
        <p:spPr/>
        <p:txBody>
          <a:bodyPr/>
          <a:lstStyle/>
          <a:p>
            <a:fld id="{664186C7-30C3-4A42-A4F6-6DFA6D4E686E}" type="slidenum">
              <a:rPr lang="en-SG" smtClean="0"/>
              <a:t>11</a:t>
            </a:fld>
            <a:endParaRPr lang="en-SG"/>
          </a:p>
        </p:txBody>
      </p:sp>
    </p:spTree>
    <p:extLst>
      <p:ext uri="{BB962C8B-B14F-4D97-AF65-F5344CB8AC3E}">
        <p14:creationId xmlns:p14="http://schemas.microsoft.com/office/powerpoint/2010/main" val="12404344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0D20F9-E968-B1D3-FC88-C13557DF04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CEC0F2-9DF0-7B12-15D1-8D6B44EC30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506095-37C1-A14D-1BCC-7F8A5672257A}"/>
              </a:ext>
            </a:extLst>
          </p:cNvPr>
          <p:cNvSpPr>
            <a:spLocks noGrp="1"/>
          </p:cNvSpPr>
          <p:nvPr>
            <p:ph type="body" idx="1"/>
          </p:nvPr>
        </p:nvSpPr>
        <p:spPr/>
        <p:txBody>
          <a:bodyPr/>
          <a:lstStyle/>
          <a:p>
            <a:endParaRPr lang="en-SG" dirty="0"/>
          </a:p>
        </p:txBody>
      </p:sp>
      <p:sp>
        <p:nvSpPr>
          <p:cNvPr id="4" name="Slide Number Placeholder 3">
            <a:extLst>
              <a:ext uri="{FF2B5EF4-FFF2-40B4-BE49-F238E27FC236}">
                <a16:creationId xmlns:a16="http://schemas.microsoft.com/office/drawing/2014/main" id="{2197E053-E671-7FCB-3190-6A281ADE4656}"/>
              </a:ext>
            </a:extLst>
          </p:cNvPr>
          <p:cNvSpPr>
            <a:spLocks noGrp="1"/>
          </p:cNvSpPr>
          <p:nvPr>
            <p:ph type="sldNum" sz="quarter" idx="5"/>
          </p:nvPr>
        </p:nvSpPr>
        <p:spPr/>
        <p:txBody>
          <a:bodyPr/>
          <a:lstStyle/>
          <a:p>
            <a:fld id="{664186C7-30C3-4A42-A4F6-6DFA6D4E686E}" type="slidenum">
              <a:rPr lang="en-SG" smtClean="0"/>
              <a:t>12</a:t>
            </a:fld>
            <a:endParaRPr lang="en-SG"/>
          </a:p>
        </p:txBody>
      </p:sp>
    </p:spTree>
    <p:extLst>
      <p:ext uri="{BB962C8B-B14F-4D97-AF65-F5344CB8AC3E}">
        <p14:creationId xmlns:p14="http://schemas.microsoft.com/office/powerpoint/2010/main" val="6105258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664186C7-30C3-4A42-A4F6-6DFA6D4E686E}" type="slidenum">
              <a:rPr lang="en-SG" smtClean="0"/>
              <a:t>13</a:t>
            </a:fld>
            <a:endParaRPr lang="en-SG"/>
          </a:p>
        </p:txBody>
      </p:sp>
    </p:spTree>
    <p:extLst>
      <p:ext uri="{BB962C8B-B14F-4D97-AF65-F5344CB8AC3E}">
        <p14:creationId xmlns:p14="http://schemas.microsoft.com/office/powerpoint/2010/main" val="42710827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664186C7-30C3-4A42-A4F6-6DFA6D4E686E}" type="slidenum">
              <a:rPr lang="en-SG" smtClean="0"/>
              <a:t>14</a:t>
            </a:fld>
            <a:endParaRPr lang="en-SG"/>
          </a:p>
        </p:txBody>
      </p:sp>
    </p:spTree>
    <p:extLst>
      <p:ext uri="{BB962C8B-B14F-4D97-AF65-F5344CB8AC3E}">
        <p14:creationId xmlns:p14="http://schemas.microsoft.com/office/powerpoint/2010/main" val="37195176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64186C7-30C3-4A42-A4F6-6DFA6D4E686E}" type="slidenum">
              <a:rPr lang="en-SG" smtClean="0"/>
              <a:t>16</a:t>
            </a:fld>
            <a:endParaRPr lang="en-SG"/>
          </a:p>
        </p:txBody>
      </p:sp>
    </p:spTree>
    <p:extLst>
      <p:ext uri="{BB962C8B-B14F-4D97-AF65-F5344CB8AC3E}">
        <p14:creationId xmlns:p14="http://schemas.microsoft.com/office/powerpoint/2010/main" val="2261963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664186C7-30C3-4A42-A4F6-6DFA6D4E686E}" type="slidenum">
              <a:rPr lang="en-SG" smtClean="0"/>
              <a:t>17</a:t>
            </a:fld>
            <a:endParaRPr lang="en-SG"/>
          </a:p>
        </p:txBody>
      </p:sp>
    </p:spTree>
    <p:extLst>
      <p:ext uri="{BB962C8B-B14F-4D97-AF65-F5344CB8AC3E}">
        <p14:creationId xmlns:p14="http://schemas.microsoft.com/office/powerpoint/2010/main" val="318308527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664186C7-30C3-4A42-A4F6-6DFA6D4E686E}" type="slidenum">
              <a:rPr lang="en-SG" smtClean="0"/>
              <a:t>18</a:t>
            </a:fld>
            <a:endParaRPr lang="en-SG"/>
          </a:p>
        </p:txBody>
      </p:sp>
    </p:spTree>
    <p:extLst>
      <p:ext uri="{BB962C8B-B14F-4D97-AF65-F5344CB8AC3E}">
        <p14:creationId xmlns:p14="http://schemas.microsoft.com/office/powerpoint/2010/main" val="230724753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664186C7-30C3-4A42-A4F6-6DFA6D4E686E}" type="slidenum">
              <a:rPr lang="en-SG" smtClean="0"/>
              <a:t>25</a:t>
            </a:fld>
            <a:endParaRPr lang="en-SG"/>
          </a:p>
        </p:txBody>
      </p:sp>
    </p:spTree>
    <p:extLst>
      <p:ext uri="{BB962C8B-B14F-4D97-AF65-F5344CB8AC3E}">
        <p14:creationId xmlns:p14="http://schemas.microsoft.com/office/powerpoint/2010/main" val="368201660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SG"/>
          </a:p>
        </p:txBody>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5FE7EF41-D5E5-46BF-9206-0EDF59036608}" type="slidenum">
              <a:rPr lang="en-SG" smtClean="0"/>
              <a:t>26</a:t>
            </a:fld>
            <a:endParaRPr lang="en-SG"/>
          </a:p>
        </p:txBody>
      </p:sp>
    </p:spTree>
    <p:extLst>
      <p:ext uri="{BB962C8B-B14F-4D97-AF65-F5344CB8AC3E}">
        <p14:creationId xmlns:p14="http://schemas.microsoft.com/office/powerpoint/2010/main" val="32838325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SG"/>
          </a:p>
        </p:txBody>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5FE7EF41-D5E5-46BF-9206-0EDF59036608}" type="slidenum">
              <a:rPr lang="en-SG" smtClean="0"/>
              <a:t>27</a:t>
            </a:fld>
            <a:endParaRPr lang="en-SG"/>
          </a:p>
        </p:txBody>
      </p:sp>
    </p:spTree>
    <p:extLst>
      <p:ext uri="{BB962C8B-B14F-4D97-AF65-F5344CB8AC3E}">
        <p14:creationId xmlns:p14="http://schemas.microsoft.com/office/powerpoint/2010/main" val="98543457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664186C7-30C3-4A42-A4F6-6DFA6D4E686E}" type="slidenum">
              <a:rPr lang="en-SG" smtClean="0"/>
              <a:t>28</a:t>
            </a:fld>
            <a:endParaRPr lang="en-SG"/>
          </a:p>
        </p:txBody>
      </p:sp>
    </p:spTree>
    <p:extLst>
      <p:ext uri="{BB962C8B-B14F-4D97-AF65-F5344CB8AC3E}">
        <p14:creationId xmlns:p14="http://schemas.microsoft.com/office/powerpoint/2010/main" val="27517591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664186C7-30C3-4A42-A4F6-6DFA6D4E686E}" type="slidenum">
              <a:rPr lang="en-SG" smtClean="0"/>
              <a:t>30</a:t>
            </a:fld>
            <a:endParaRPr lang="en-SG"/>
          </a:p>
        </p:txBody>
      </p:sp>
    </p:spTree>
    <p:extLst>
      <p:ext uri="{BB962C8B-B14F-4D97-AF65-F5344CB8AC3E}">
        <p14:creationId xmlns:p14="http://schemas.microsoft.com/office/powerpoint/2010/main" val="226843610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664186C7-30C3-4A42-A4F6-6DFA6D4E686E}" type="slidenum">
              <a:rPr lang="en-SG" smtClean="0"/>
              <a:t>31</a:t>
            </a:fld>
            <a:endParaRPr lang="en-SG"/>
          </a:p>
        </p:txBody>
      </p:sp>
    </p:spTree>
    <p:extLst>
      <p:ext uri="{BB962C8B-B14F-4D97-AF65-F5344CB8AC3E}">
        <p14:creationId xmlns:p14="http://schemas.microsoft.com/office/powerpoint/2010/main" val="148944196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with Image">
    <p:spTree>
      <p:nvGrpSpPr>
        <p:cNvPr id="1" name=""/>
        <p:cNvGrpSpPr/>
        <p:nvPr/>
      </p:nvGrpSpPr>
      <p:grpSpPr>
        <a:xfrm>
          <a:off x="0" y="0"/>
          <a:ext cx="0" cy="0"/>
          <a:chOff x="0" y="0"/>
          <a:chExt cx="0" cy="0"/>
        </a:xfrm>
      </p:grpSpPr>
      <p:sp>
        <p:nvSpPr>
          <p:cNvPr id="28" name="Picture Placeholder 27">
            <a:extLst>
              <a:ext uri="{FF2B5EF4-FFF2-40B4-BE49-F238E27FC236}">
                <a16:creationId xmlns:a16="http://schemas.microsoft.com/office/drawing/2014/main" id="{B9707F39-F961-3F68-12D7-0024837B5CFA}"/>
              </a:ext>
            </a:extLst>
          </p:cNvPr>
          <p:cNvSpPr>
            <a:spLocks noGrp="1"/>
          </p:cNvSpPr>
          <p:nvPr>
            <p:ph type="pic" sz="quarter" idx="10"/>
          </p:nvPr>
        </p:nvSpPr>
        <p:spPr>
          <a:xfrm>
            <a:off x="642498" y="885069"/>
            <a:ext cx="5196766" cy="5481467"/>
          </a:xfrm>
        </p:spPr>
        <p:txBody>
          <a:bodyPr/>
          <a:lstStyle/>
          <a:p>
            <a:r>
              <a:rPr lang="en-US"/>
              <a:t>Click icon to add picture</a:t>
            </a:r>
            <a:endParaRPr lang="en-SG"/>
          </a:p>
        </p:txBody>
      </p:sp>
      <p:pic>
        <p:nvPicPr>
          <p:cNvPr id="17" name="Picture 16" descr="A black background with white text&#10;&#10;Description automatically generated">
            <a:extLst>
              <a:ext uri="{FF2B5EF4-FFF2-40B4-BE49-F238E27FC236}">
                <a16:creationId xmlns:a16="http://schemas.microsoft.com/office/drawing/2014/main" id="{75440700-97FF-2B8D-E8AE-296B0F9E7043}"/>
              </a:ext>
            </a:extLst>
          </p:cNvPr>
          <p:cNvPicPr>
            <a:picLocks noGrp="1" noRo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Lst>
          </a:blip>
          <a:stretch>
            <a:fillRect/>
          </a:stretch>
        </p:blipFill>
        <p:spPr>
          <a:xfrm>
            <a:off x="9388393" y="211869"/>
            <a:ext cx="2492539" cy="673200"/>
          </a:xfrm>
          <a:prstGeom prst="rect">
            <a:avLst/>
          </a:prstGeom>
        </p:spPr>
      </p:pic>
      <p:pic>
        <p:nvPicPr>
          <p:cNvPr id="21" name="Graphic 20">
            <a:extLst>
              <a:ext uri="{FF2B5EF4-FFF2-40B4-BE49-F238E27FC236}">
                <a16:creationId xmlns:a16="http://schemas.microsoft.com/office/drawing/2014/main" id="{2F563DD8-BF93-F6C9-1513-4EA8F0ACD5B5}"/>
              </a:ext>
            </a:extLst>
          </p:cNvPr>
          <p:cNvPicPr>
            <a:picLocks noGrp="1" noRot="1" noMove="1" noResize="1" noEditPoints="1" noAdjustHandles="1" noChangeArrowheads="1" noChangeShapeType="1" noCrop="1"/>
          </p:cNvPicPr>
          <p:nvPr/>
        </p:nvPicPr>
        <p:blipFill>
          <a:blip>
            <a:extLst>
              <a:ext uri="{96DAC541-7B7A-43D3-8B79-37D633B846F1}">
                <asvg:svgBlip xmlns:asvg="http://schemas.microsoft.com/office/drawing/2016/SVG/main" r:embed="rId3"/>
              </a:ext>
            </a:extLst>
          </a:blip>
          <a:stretch>
            <a:fillRect/>
          </a:stretch>
        </p:blipFill>
        <p:spPr>
          <a:xfrm>
            <a:off x="10168800" y="4834800"/>
            <a:ext cx="2023200" cy="2023200"/>
          </a:xfrm>
          <a:prstGeom prst="rect">
            <a:avLst/>
          </a:prstGeom>
        </p:spPr>
      </p:pic>
      <p:pic>
        <p:nvPicPr>
          <p:cNvPr id="23" name="Picture 22">
            <a:extLst>
              <a:ext uri="{FF2B5EF4-FFF2-40B4-BE49-F238E27FC236}">
                <a16:creationId xmlns:a16="http://schemas.microsoft.com/office/drawing/2014/main" id="{E40C92E1-A8CC-136B-754E-68BB84BA2F5D}"/>
              </a:ext>
            </a:extLst>
          </p:cNvPr>
          <p:cNvPicPr>
            <a:picLocks noGrp="1" noRot="1" noMove="1" noResize="1" noEditPoints="1" noAdjustHandles="1" noChangeArrowheads="1" noChangeShapeType="1" noCrop="1"/>
          </p:cNvPicPr>
          <p:nvPr/>
        </p:nvPicPr>
        <p:blipFill>
          <a:blip r:embed="rId4"/>
          <a:stretch>
            <a:fillRect/>
          </a:stretch>
        </p:blipFill>
        <p:spPr>
          <a:xfrm>
            <a:off x="0" y="6235"/>
            <a:ext cx="1347333" cy="676715"/>
          </a:xfrm>
          <a:prstGeom prst="rect">
            <a:avLst/>
          </a:prstGeom>
        </p:spPr>
      </p:pic>
      <p:sp>
        <p:nvSpPr>
          <p:cNvPr id="51" name="Text Placeholder 50">
            <a:extLst>
              <a:ext uri="{FF2B5EF4-FFF2-40B4-BE49-F238E27FC236}">
                <a16:creationId xmlns:a16="http://schemas.microsoft.com/office/drawing/2014/main" id="{8BAE865C-1AFE-CA8E-5339-8140509959A1}"/>
              </a:ext>
            </a:extLst>
          </p:cNvPr>
          <p:cNvSpPr>
            <a:spLocks noGrp="1"/>
          </p:cNvSpPr>
          <p:nvPr>
            <p:ph type="body" sz="quarter" idx="11" hasCustomPrompt="1"/>
          </p:nvPr>
        </p:nvSpPr>
        <p:spPr>
          <a:xfrm>
            <a:off x="6352738" y="2329265"/>
            <a:ext cx="3744913" cy="303953"/>
          </a:xfrm>
        </p:spPr>
        <p:txBody>
          <a:bodyPr>
            <a:normAutofit/>
          </a:bodyPr>
          <a:lstStyle>
            <a:lvl1pPr marL="0" indent="0">
              <a:buNone/>
              <a:defRPr sz="1800">
                <a:latin typeface="Arial" panose="020B0604020202020204" pitchFamily="34" charset="0"/>
                <a:cs typeface="Arial" panose="020B0604020202020204" pitchFamily="34" charset="0"/>
              </a:defRPr>
            </a:lvl1pPr>
          </a:lstStyle>
          <a:p>
            <a:pPr lvl="0"/>
            <a:r>
              <a:rPr lang="en-US"/>
              <a:t>Date in Arial Regular 18pt</a:t>
            </a:r>
            <a:endParaRPr lang="en-SG"/>
          </a:p>
        </p:txBody>
      </p:sp>
      <p:sp>
        <p:nvSpPr>
          <p:cNvPr id="59" name="Text Placeholder 50">
            <a:extLst>
              <a:ext uri="{FF2B5EF4-FFF2-40B4-BE49-F238E27FC236}">
                <a16:creationId xmlns:a16="http://schemas.microsoft.com/office/drawing/2014/main" id="{C64A83C9-62E3-9875-153B-4A2BE75FBAF9}"/>
              </a:ext>
            </a:extLst>
          </p:cNvPr>
          <p:cNvSpPr>
            <a:spLocks noGrp="1"/>
          </p:cNvSpPr>
          <p:nvPr>
            <p:ph type="body" sz="quarter" idx="13" hasCustomPrompt="1"/>
          </p:nvPr>
        </p:nvSpPr>
        <p:spPr>
          <a:xfrm>
            <a:off x="6352738" y="4426938"/>
            <a:ext cx="4982012" cy="667642"/>
          </a:xfrm>
        </p:spPr>
        <p:txBody>
          <a:bodyPr>
            <a:noAutofit/>
          </a:bodyPr>
          <a:lstStyle>
            <a:lvl1pPr marL="0" indent="0">
              <a:buNone/>
              <a:defRPr sz="2000" b="1">
                <a:latin typeface="Arial" panose="020B0604020202020204" pitchFamily="34" charset="0"/>
                <a:cs typeface="Arial" panose="020B0604020202020204" pitchFamily="34" charset="0"/>
              </a:defRPr>
            </a:lvl1pPr>
          </a:lstStyle>
          <a:p>
            <a:pPr lvl="0"/>
            <a:r>
              <a:rPr lang="en-US"/>
              <a:t>Subtitle Line Arial Bold 20pt</a:t>
            </a:r>
            <a:endParaRPr lang="en-SG"/>
          </a:p>
        </p:txBody>
      </p:sp>
      <p:sp>
        <p:nvSpPr>
          <p:cNvPr id="2" name="Title 1">
            <a:extLst>
              <a:ext uri="{FF2B5EF4-FFF2-40B4-BE49-F238E27FC236}">
                <a16:creationId xmlns:a16="http://schemas.microsoft.com/office/drawing/2014/main" id="{386AA5EF-C6FE-CF6B-69F9-84D1B83289BF}"/>
              </a:ext>
            </a:extLst>
          </p:cNvPr>
          <p:cNvSpPr>
            <a:spLocks noGrp="1"/>
          </p:cNvSpPr>
          <p:nvPr>
            <p:ph type="title" hasCustomPrompt="1"/>
          </p:nvPr>
        </p:nvSpPr>
        <p:spPr>
          <a:xfrm>
            <a:off x="6352738" y="2876590"/>
            <a:ext cx="5528194" cy="1325563"/>
          </a:xfrm>
        </p:spPr>
        <p:txBody>
          <a:bodyPr anchor="b">
            <a:normAutofit/>
          </a:bodyPr>
          <a:lstStyle>
            <a:lvl1pPr>
              <a:defRPr sz="3200"/>
            </a:lvl1pPr>
          </a:lstStyle>
          <a:p>
            <a:pPr lvl="0"/>
            <a:r>
              <a:rPr lang="en-US" dirty="0"/>
              <a:t>Title Slide Headline Text in Arial Black 32pt</a:t>
            </a:r>
            <a:endParaRPr lang="en-SG" dirty="0"/>
          </a:p>
        </p:txBody>
      </p:sp>
    </p:spTree>
    <p:extLst>
      <p:ext uri="{BB962C8B-B14F-4D97-AF65-F5344CB8AC3E}">
        <p14:creationId xmlns:p14="http://schemas.microsoft.com/office/powerpoint/2010/main" val="13102799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with Image No Date">
    <p:spTree>
      <p:nvGrpSpPr>
        <p:cNvPr id="1" name=""/>
        <p:cNvGrpSpPr/>
        <p:nvPr/>
      </p:nvGrpSpPr>
      <p:grpSpPr>
        <a:xfrm>
          <a:off x="0" y="0"/>
          <a:ext cx="0" cy="0"/>
          <a:chOff x="0" y="0"/>
          <a:chExt cx="0" cy="0"/>
        </a:xfrm>
      </p:grpSpPr>
      <p:sp>
        <p:nvSpPr>
          <p:cNvPr id="28" name="Picture Placeholder 27">
            <a:extLst>
              <a:ext uri="{FF2B5EF4-FFF2-40B4-BE49-F238E27FC236}">
                <a16:creationId xmlns:a16="http://schemas.microsoft.com/office/drawing/2014/main" id="{B9707F39-F961-3F68-12D7-0024837B5CFA}"/>
              </a:ext>
            </a:extLst>
          </p:cNvPr>
          <p:cNvSpPr>
            <a:spLocks noGrp="1"/>
          </p:cNvSpPr>
          <p:nvPr>
            <p:ph type="pic" sz="quarter" idx="10"/>
          </p:nvPr>
        </p:nvSpPr>
        <p:spPr>
          <a:xfrm>
            <a:off x="642498" y="885069"/>
            <a:ext cx="5196766" cy="5481467"/>
          </a:xfrm>
        </p:spPr>
        <p:txBody>
          <a:bodyPr/>
          <a:lstStyle/>
          <a:p>
            <a:r>
              <a:rPr lang="en-US"/>
              <a:t>Click icon to add picture</a:t>
            </a:r>
            <a:endParaRPr lang="en-SG"/>
          </a:p>
        </p:txBody>
      </p:sp>
      <p:pic>
        <p:nvPicPr>
          <p:cNvPr id="17" name="Picture 16" descr="A black background with white text&#10;&#10;Description automatically generated">
            <a:extLst>
              <a:ext uri="{FF2B5EF4-FFF2-40B4-BE49-F238E27FC236}">
                <a16:creationId xmlns:a16="http://schemas.microsoft.com/office/drawing/2014/main" id="{75440700-97FF-2B8D-E8AE-296B0F9E7043}"/>
              </a:ext>
            </a:extLst>
          </p:cNvPr>
          <p:cNvPicPr>
            <a:picLocks noGrp="1" noRo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Lst>
          </a:blip>
          <a:stretch>
            <a:fillRect/>
          </a:stretch>
        </p:blipFill>
        <p:spPr>
          <a:xfrm>
            <a:off x="9388393" y="211869"/>
            <a:ext cx="2492539" cy="673200"/>
          </a:xfrm>
          <a:prstGeom prst="rect">
            <a:avLst/>
          </a:prstGeom>
        </p:spPr>
      </p:pic>
      <p:pic>
        <p:nvPicPr>
          <p:cNvPr id="21" name="Graphic 20">
            <a:extLst>
              <a:ext uri="{FF2B5EF4-FFF2-40B4-BE49-F238E27FC236}">
                <a16:creationId xmlns:a16="http://schemas.microsoft.com/office/drawing/2014/main" id="{2F563DD8-BF93-F6C9-1513-4EA8F0ACD5B5}"/>
              </a:ext>
            </a:extLst>
          </p:cNvPr>
          <p:cNvPicPr>
            <a:picLocks noGrp="1" noRot="1" noMove="1" noResize="1" noEditPoints="1" noAdjustHandles="1" noChangeArrowheads="1" noChangeShapeType="1" noCrop="1"/>
          </p:cNvPicPr>
          <p:nvPr/>
        </p:nvPicPr>
        <p:blipFill>
          <a:blip>
            <a:extLst>
              <a:ext uri="{96DAC541-7B7A-43D3-8B79-37D633B846F1}">
                <asvg:svgBlip xmlns:asvg="http://schemas.microsoft.com/office/drawing/2016/SVG/main" r:embed="rId3"/>
              </a:ext>
            </a:extLst>
          </a:blip>
          <a:stretch>
            <a:fillRect/>
          </a:stretch>
        </p:blipFill>
        <p:spPr>
          <a:xfrm>
            <a:off x="10168800" y="4834800"/>
            <a:ext cx="2023200" cy="2023200"/>
          </a:xfrm>
          <a:prstGeom prst="rect">
            <a:avLst/>
          </a:prstGeom>
        </p:spPr>
      </p:pic>
      <p:pic>
        <p:nvPicPr>
          <p:cNvPr id="23" name="Picture 22">
            <a:extLst>
              <a:ext uri="{FF2B5EF4-FFF2-40B4-BE49-F238E27FC236}">
                <a16:creationId xmlns:a16="http://schemas.microsoft.com/office/drawing/2014/main" id="{E40C92E1-A8CC-136B-754E-68BB84BA2F5D}"/>
              </a:ext>
            </a:extLst>
          </p:cNvPr>
          <p:cNvPicPr>
            <a:picLocks noGrp="1" noRot="1" noMove="1" noResize="1" noEditPoints="1" noAdjustHandles="1" noChangeArrowheads="1" noChangeShapeType="1" noCrop="1"/>
          </p:cNvPicPr>
          <p:nvPr/>
        </p:nvPicPr>
        <p:blipFill>
          <a:blip r:embed="rId4"/>
          <a:stretch>
            <a:fillRect/>
          </a:stretch>
        </p:blipFill>
        <p:spPr>
          <a:xfrm>
            <a:off x="0" y="6235"/>
            <a:ext cx="1347333" cy="676715"/>
          </a:xfrm>
          <a:prstGeom prst="rect">
            <a:avLst/>
          </a:prstGeom>
        </p:spPr>
      </p:pic>
      <p:sp>
        <p:nvSpPr>
          <p:cNvPr id="59" name="Text Placeholder 50">
            <a:extLst>
              <a:ext uri="{FF2B5EF4-FFF2-40B4-BE49-F238E27FC236}">
                <a16:creationId xmlns:a16="http://schemas.microsoft.com/office/drawing/2014/main" id="{C64A83C9-62E3-9875-153B-4A2BE75FBAF9}"/>
              </a:ext>
            </a:extLst>
          </p:cNvPr>
          <p:cNvSpPr>
            <a:spLocks noGrp="1"/>
          </p:cNvSpPr>
          <p:nvPr>
            <p:ph type="body" sz="quarter" idx="13" hasCustomPrompt="1"/>
          </p:nvPr>
        </p:nvSpPr>
        <p:spPr>
          <a:xfrm>
            <a:off x="6352738" y="4426938"/>
            <a:ext cx="4982012" cy="667642"/>
          </a:xfrm>
        </p:spPr>
        <p:txBody>
          <a:bodyPr>
            <a:noAutofit/>
          </a:bodyPr>
          <a:lstStyle>
            <a:lvl1pPr marL="0" indent="0">
              <a:buNone/>
              <a:defRPr sz="2000" b="1">
                <a:latin typeface="Arial" panose="020B0604020202020204" pitchFamily="34" charset="0"/>
                <a:cs typeface="Arial" panose="020B0604020202020204" pitchFamily="34" charset="0"/>
              </a:defRPr>
            </a:lvl1pPr>
          </a:lstStyle>
          <a:p>
            <a:pPr lvl="0"/>
            <a:r>
              <a:rPr lang="en-US" dirty="0"/>
              <a:t>Subtitle Line Arial Bold 20pt</a:t>
            </a:r>
            <a:endParaRPr lang="en-SG" dirty="0"/>
          </a:p>
        </p:txBody>
      </p:sp>
      <p:sp>
        <p:nvSpPr>
          <p:cNvPr id="2" name="Title 1">
            <a:extLst>
              <a:ext uri="{FF2B5EF4-FFF2-40B4-BE49-F238E27FC236}">
                <a16:creationId xmlns:a16="http://schemas.microsoft.com/office/drawing/2014/main" id="{386AA5EF-C6FE-CF6B-69F9-84D1B83289BF}"/>
              </a:ext>
            </a:extLst>
          </p:cNvPr>
          <p:cNvSpPr>
            <a:spLocks noGrp="1"/>
          </p:cNvSpPr>
          <p:nvPr>
            <p:ph type="title" hasCustomPrompt="1"/>
          </p:nvPr>
        </p:nvSpPr>
        <p:spPr>
          <a:xfrm>
            <a:off x="6352738" y="2876590"/>
            <a:ext cx="5528194" cy="1325563"/>
          </a:xfrm>
        </p:spPr>
        <p:txBody>
          <a:bodyPr anchor="b">
            <a:normAutofit/>
          </a:bodyPr>
          <a:lstStyle>
            <a:lvl1pPr>
              <a:defRPr sz="3200"/>
            </a:lvl1pPr>
          </a:lstStyle>
          <a:p>
            <a:pPr lvl="0"/>
            <a:r>
              <a:rPr lang="en-US" dirty="0"/>
              <a:t>Title Slide Headline Text in Arial Black 32pt</a:t>
            </a:r>
            <a:endParaRPr lang="en-SG" dirty="0"/>
          </a:p>
        </p:txBody>
      </p:sp>
    </p:spTree>
    <p:extLst>
      <p:ext uri="{BB962C8B-B14F-4D97-AF65-F5344CB8AC3E}">
        <p14:creationId xmlns:p14="http://schemas.microsoft.com/office/powerpoint/2010/main" val="13999662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with Text">
    <p:spTree>
      <p:nvGrpSpPr>
        <p:cNvPr id="1" name=""/>
        <p:cNvGrpSpPr/>
        <p:nvPr/>
      </p:nvGrpSpPr>
      <p:grpSpPr>
        <a:xfrm>
          <a:off x="0" y="0"/>
          <a:ext cx="0" cy="0"/>
          <a:chOff x="0" y="0"/>
          <a:chExt cx="0" cy="0"/>
        </a:xfrm>
      </p:grpSpPr>
      <p:pic>
        <p:nvPicPr>
          <p:cNvPr id="7" name="Picture 6" descr="A black background with white text&#10;&#10;Description automatically generated">
            <a:extLst>
              <a:ext uri="{FF2B5EF4-FFF2-40B4-BE49-F238E27FC236}">
                <a16:creationId xmlns:a16="http://schemas.microsoft.com/office/drawing/2014/main" id="{6B01C842-DD94-8C1B-1FFA-01AF281EEBA5}"/>
              </a:ext>
            </a:extLst>
          </p:cNvPr>
          <p:cNvPicPr>
            <a:picLocks noGrp="1" noRo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Lst>
          </a:blip>
          <a:stretch>
            <a:fillRect/>
          </a:stretch>
        </p:blipFill>
        <p:spPr>
          <a:xfrm>
            <a:off x="9388393" y="211869"/>
            <a:ext cx="2492539" cy="673200"/>
          </a:xfrm>
          <a:prstGeom prst="rect">
            <a:avLst/>
          </a:prstGeom>
        </p:spPr>
      </p:pic>
      <p:pic>
        <p:nvPicPr>
          <p:cNvPr id="9" name="Graphic 8">
            <a:extLst>
              <a:ext uri="{FF2B5EF4-FFF2-40B4-BE49-F238E27FC236}">
                <a16:creationId xmlns:a16="http://schemas.microsoft.com/office/drawing/2014/main" id="{06243834-3EA2-D1DA-BAB7-5B669D505DFD}"/>
              </a:ext>
            </a:extLst>
          </p:cNvPr>
          <p:cNvPicPr>
            <a:picLocks noGrp="1" noRot="1" noMove="1" noResize="1" noEditPoints="1" noAdjustHandles="1" noChangeArrowheads="1" noChangeShapeType="1" noCrop="1"/>
          </p:cNvPicPr>
          <p:nvPr/>
        </p:nvPicPr>
        <p:blipFill>
          <a:blip>
            <a:extLst>
              <a:ext uri="{96DAC541-7B7A-43D3-8B79-37D633B846F1}">
                <asvg:svgBlip xmlns:asvg="http://schemas.microsoft.com/office/drawing/2016/SVG/main" r:embed="rId3"/>
              </a:ext>
            </a:extLst>
          </a:blip>
          <a:stretch>
            <a:fillRect/>
          </a:stretch>
        </p:blipFill>
        <p:spPr>
          <a:xfrm>
            <a:off x="10168800" y="4834800"/>
            <a:ext cx="2023200" cy="2023200"/>
          </a:xfrm>
          <a:prstGeom prst="rect">
            <a:avLst/>
          </a:prstGeom>
        </p:spPr>
      </p:pic>
      <p:pic>
        <p:nvPicPr>
          <p:cNvPr id="12" name="Picture 11">
            <a:extLst>
              <a:ext uri="{FF2B5EF4-FFF2-40B4-BE49-F238E27FC236}">
                <a16:creationId xmlns:a16="http://schemas.microsoft.com/office/drawing/2014/main" id="{D899C2E7-4C7A-CC55-D18D-37CC4CCE56D1}"/>
              </a:ext>
            </a:extLst>
          </p:cNvPr>
          <p:cNvPicPr>
            <a:picLocks noGrp="1" noRot="1" noMove="1" noResize="1" noEditPoints="1" noAdjustHandles="1" noChangeArrowheads="1" noChangeShapeType="1" noCrop="1"/>
          </p:cNvPicPr>
          <p:nvPr/>
        </p:nvPicPr>
        <p:blipFill>
          <a:blip r:embed="rId4"/>
          <a:stretch>
            <a:fillRect/>
          </a:stretch>
        </p:blipFill>
        <p:spPr>
          <a:xfrm>
            <a:off x="0" y="0"/>
            <a:ext cx="1347333" cy="676715"/>
          </a:xfrm>
          <a:prstGeom prst="rect">
            <a:avLst/>
          </a:prstGeom>
        </p:spPr>
      </p:pic>
      <p:sp>
        <p:nvSpPr>
          <p:cNvPr id="15" name="Text Placeholder 50">
            <a:extLst>
              <a:ext uri="{FF2B5EF4-FFF2-40B4-BE49-F238E27FC236}">
                <a16:creationId xmlns:a16="http://schemas.microsoft.com/office/drawing/2014/main" id="{8445F44D-E783-EA66-2FC0-6D07A920F68A}"/>
              </a:ext>
            </a:extLst>
          </p:cNvPr>
          <p:cNvSpPr>
            <a:spLocks noGrp="1"/>
          </p:cNvSpPr>
          <p:nvPr>
            <p:ph type="body" sz="quarter" idx="11" hasCustomPrompt="1"/>
          </p:nvPr>
        </p:nvSpPr>
        <p:spPr>
          <a:xfrm>
            <a:off x="673666" y="2306900"/>
            <a:ext cx="3744913" cy="303953"/>
          </a:xfrm>
        </p:spPr>
        <p:txBody>
          <a:bodyPr>
            <a:normAutofit/>
          </a:bodyPr>
          <a:lstStyle>
            <a:lvl1pPr marL="0" indent="0">
              <a:buNone/>
              <a:defRPr sz="1800">
                <a:latin typeface="Arial" panose="020B0604020202020204" pitchFamily="34" charset="0"/>
                <a:cs typeface="Arial" panose="020B0604020202020204" pitchFamily="34" charset="0"/>
              </a:defRPr>
            </a:lvl1pPr>
          </a:lstStyle>
          <a:p>
            <a:pPr lvl="0"/>
            <a:r>
              <a:rPr lang="en-US"/>
              <a:t>Date in Arial Regular 18pt</a:t>
            </a:r>
            <a:endParaRPr lang="en-SG"/>
          </a:p>
        </p:txBody>
      </p:sp>
      <p:sp>
        <p:nvSpPr>
          <p:cNvPr id="17" name="Text Placeholder 50">
            <a:extLst>
              <a:ext uri="{FF2B5EF4-FFF2-40B4-BE49-F238E27FC236}">
                <a16:creationId xmlns:a16="http://schemas.microsoft.com/office/drawing/2014/main" id="{0654E638-44C0-DC85-43CF-A8F4671CF6D3}"/>
              </a:ext>
            </a:extLst>
          </p:cNvPr>
          <p:cNvSpPr>
            <a:spLocks noGrp="1"/>
          </p:cNvSpPr>
          <p:nvPr>
            <p:ph type="body" sz="quarter" idx="13" hasCustomPrompt="1"/>
          </p:nvPr>
        </p:nvSpPr>
        <p:spPr>
          <a:xfrm>
            <a:off x="673665" y="5205000"/>
            <a:ext cx="10032433" cy="673200"/>
          </a:xfrm>
        </p:spPr>
        <p:txBody>
          <a:bodyPr>
            <a:noAutofit/>
          </a:bodyPr>
          <a:lstStyle>
            <a:lvl1pPr marL="0" indent="0">
              <a:buNone/>
              <a:defRPr sz="2000" b="1">
                <a:latin typeface="Arial" panose="020B0604020202020204" pitchFamily="34" charset="0"/>
                <a:cs typeface="Arial" panose="020B0604020202020204" pitchFamily="34" charset="0"/>
              </a:defRPr>
            </a:lvl1pPr>
          </a:lstStyle>
          <a:p>
            <a:pPr lvl="0"/>
            <a:r>
              <a:rPr lang="en-US"/>
              <a:t>Subtitle Line Goes Here Arial Bold 20pt</a:t>
            </a:r>
            <a:endParaRPr lang="en-SG"/>
          </a:p>
        </p:txBody>
      </p:sp>
      <p:sp>
        <p:nvSpPr>
          <p:cNvPr id="4" name="Title 1">
            <a:extLst>
              <a:ext uri="{FF2B5EF4-FFF2-40B4-BE49-F238E27FC236}">
                <a16:creationId xmlns:a16="http://schemas.microsoft.com/office/drawing/2014/main" id="{A276232F-B7AD-1E77-B4EE-EC4A617C187C}"/>
              </a:ext>
            </a:extLst>
          </p:cNvPr>
          <p:cNvSpPr>
            <a:spLocks noGrp="1"/>
          </p:cNvSpPr>
          <p:nvPr>
            <p:ph type="title" hasCustomPrompt="1"/>
          </p:nvPr>
        </p:nvSpPr>
        <p:spPr>
          <a:xfrm>
            <a:off x="673666" y="3300664"/>
            <a:ext cx="10032434" cy="1633286"/>
          </a:xfrm>
        </p:spPr>
        <p:txBody>
          <a:bodyPr anchor="b">
            <a:noAutofit/>
          </a:bodyPr>
          <a:lstStyle>
            <a:lvl1pPr>
              <a:defRPr sz="5000">
                <a:solidFill>
                  <a:schemeClr val="tx1"/>
                </a:solidFill>
              </a:defRPr>
            </a:lvl1pPr>
          </a:lstStyle>
          <a:p>
            <a:pPr lvl="0"/>
            <a:r>
              <a:rPr lang="en-US" dirty="0"/>
              <a:t>Title Slide without image Arial Black 50pt</a:t>
            </a:r>
            <a:endParaRPr lang="en-SG" dirty="0"/>
          </a:p>
        </p:txBody>
      </p:sp>
    </p:spTree>
    <p:extLst>
      <p:ext uri="{BB962C8B-B14F-4D97-AF65-F5344CB8AC3E}">
        <p14:creationId xmlns:p14="http://schemas.microsoft.com/office/powerpoint/2010/main" val="9503236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Slide with No Date">
    <p:spTree>
      <p:nvGrpSpPr>
        <p:cNvPr id="1" name=""/>
        <p:cNvGrpSpPr/>
        <p:nvPr/>
      </p:nvGrpSpPr>
      <p:grpSpPr>
        <a:xfrm>
          <a:off x="0" y="0"/>
          <a:ext cx="0" cy="0"/>
          <a:chOff x="0" y="0"/>
          <a:chExt cx="0" cy="0"/>
        </a:xfrm>
      </p:grpSpPr>
      <p:pic>
        <p:nvPicPr>
          <p:cNvPr id="7" name="Picture 6" descr="A black background with white text&#10;&#10;Description automatically generated">
            <a:extLst>
              <a:ext uri="{FF2B5EF4-FFF2-40B4-BE49-F238E27FC236}">
                <a16:creationId xmlns:a16="http://schemas.microsoft.com/office/drawing/2014/main" id="{6B01C842-DD94-8C1B-1FFA-01AF281EEBA5}"/>
              </a:ext>
            </a:extLst>
          </p:cNvPr>
          <p:cNvPicPr>
            <a:picLocks noGrp="1" noRo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Lst>
          </a:blip>
          <a:stretch>
            <a:fillRect/>
          </a:stretch>
        </p:blipFill>
        <p:spPr>
          <a:xfrm>
            <a:off x="9388393" y="211869"/>
            <a:ext cx="2492539" cy="673200"/>
          </a:xfrm>
          <a:prstGeom prst="rect">
            <a:avLst/>
          </a:prstGeom>
        </p:spPr>
      </p:pic>
      <p:pic>
        <p:nvPicPr>
          <p:cNvPr id="9" name="Graphic 8">
            <a:extLst>
              <a:ext uri="{FF2B5EF4-FFF2-40B4-BE49-F238E27FC236}">
                <a16:creationId xmlns:a16="http://schemas.microsoft.com/office/drawing/2014/main" id="{06243834-3EA2-D1DA-BAB7-5B669D505DFD}"/>
              </a:ext>
            </a:extLst>
          </p:cNvPr>
          <p:cNvPicPr>
            <a:picLocks noGrp="1" noRot="1" noMove="1" noResize="1" noEditPoints="1" noAdjustHandles="1" noChangeArrowheads="1" noChangeShapeType="1" noCrop="1"/>
          </p:cNvPicPr>
          <p:nvPr/>
        </p:nvPicPr>
        <p:blipFill>
          <a:blip>
            <a:extLst>
              <a:ext uri="{96DAC541-7B7A-43D3-8B79-37D633B846F1}">
                <asvg:svgBlip xmlns:asvg="http://schemas.microsoft.com/office/drawing/2016/SVG/main" r:embed="rId3"/>
              </a:ext>
            </a:extLst>
          </a:blip>
          <a:stretch>
            <a:fillRect/>
          </a:stretch>
        </p:blipFill>
        <p:spPr>
          <a:xfrm>
            <a:off x="10168800" y="4834800"/>
            <a:ext cx="2023200" cy="2023200"/>
          </a:xfrm>
          <a:prstGeom prst="rect">
            <a:avLst/>
          </a:prstGeom>
        </p:spPr>
      </p:pic>
      <p:pic>
        <p:nvPicPr>
          <p:cNvPr id="12" name="Picture 11">
            <a:extLst>
              <a:ext uri="{FF2B5EF4-FFF2-40B4-BE49-F238E27FC236}">
                <a16:creationId xmlns:a16="http://schemas.microsoft.com/office/drawing/2014/main" id="{D899C2E7-4C7A-CC55-D18D-37CC4CCE56D1}"/>
              </a:ext>
            </a:extLst>
          </p:cNvPr>
          <p:cNvPicPr>
            <a:picLocks noGrp="1" noRot="1" noMove="1" noResize="1" noEditPoints="1" noAdjustHandles="1" noChangeArrowheads="1" noChangeShapeType="1" noCrop="1"/>
          </p:cNvPicPr>
          <p:nvPr/>
        </p:nvPicPr>
        <p:blipFill>
          <a:blip r:embed="rId4"/>
          <a:stretch>
            <a:fillRect/>
          </a:stretch>
        </p:blipFill>
        <p:spPr>
          <a:xfrm>
            <a:off x="0" y="0"/>
            <a:ext cx="1347333" cy="676715"/>
          </a:xfrm>
          <a:prstGeom prst="rect">
            <a:avLst/>
          </a:prstGeom>
        </p:spPr>
      </p:pic>
      <p:sp>
        <p:nvSpPr>
          <p:cNvPr id="17" name="Text Placeholder 50">
            <a:extLst>
              <a:ext uri="{FF2B5EF4-FFF2-40B4-BE49-F238E27FC236}">
                <a16:creationId xmlns:a16="http://schemas.microsoft.com/office/drawing/2014/main" id="{0654E638-44C0-DC85-43CF-A8F4671CF6D3}"/>
              </a:ext>
            </a:extLst>
          </p:cNvPr>
          <p:cNvSpPr>
            <a:spLocks noGrp="1"/>
          </p:cNvSpPr>
          <p:nvPr>
            <p:ph type="body" sz="quarter" idx="13" hasCustomPrompt="1"/>
          </p:nvPr>
        </p:nvSpPr>
        <p:spPr>
          <a:xfrm>
            <a:off x="673665" y="5205000"/>
            <a:ext cx="10032433" cy="673200"/>
          </a:xfrm>
        </p:spPr>
        <p:txBody>
          <a:bodyPr>
            <a:noAutofit/>
          </a:bodyPr>
          <a:lstStyle>
            <a:lvl1pPr marL="0" indent="0">
              <a:buNone/>
              <a:defRPr sz="2000" b="1">
                <a:latin typeface="Arial" panose="020B0604020202020204" pitchFamily="34" charset="0"/>
                <a:cs typeface="Arial" panose="020B0604020202020204" pitchFamily="34" charset="0"/>
              </a:defRPr>
            </a:lvl1pPr>
          </a:lstStyle>
          <a:p>
            <a:pPr lvl="0"/>
            <a:r>
              <a:rPr lang="en-US"/>
              <a:t>Subtitle Line Goes Here Arial Bold 20pt</a:t>
            </a:r>
            <a:endParaRPr lang="en-SG"/>
          </a:p>
        </p:txBody>
      </p:sp>
      <p:sp>
        <p:nvSpPr>
          <p:cNvPr id="4" name="Title 1">
            <a:extLst>
              <a:ext uri="{FF2B5EF4-FFF2-40B4-BE49-F238E27FC236}">
                <a16:creationId xmlns:a16="http://schemas.microsoft.com/office/drawing/2014/main" id="{A276232F-B7AD-1E77-B4EE-EC4A617C187C}"/>
              </a:ext>
            </a:extLst>
          </p:cNvPr>
          <p:cNvSpPr>
            <a:spLocks noGrp="1"/>
          </p:cNvSpPr>
          <p:nvPr>
            <p:ph type="title" hasCustomPrompt="1"/>
          </p:nvPr>
        </p:nvSpPr>
        <p:spPr>
          <a:xfrm>
            <a:off x="673666" y="3300664"/>
            <a:ext cx="10032434" cy="1633286"/>
          </a:xfrm>
        </p:spPr>
        <p:txBody>
          <a:bodyPr anchor="b">
            <a:noAutofit/>
          </a:bodyPr>
          <a:lstStyle>
            <a:lvl1pPr>
              <a:defRPr sz="5000">
                <a:solidFill>
                  <a:schemeClr val="tx1"/>
                </a:solidFill>
              </a:defRPr>
            </a:lvl1pPr>
          </a:lstStyle>
          <a:p>
            <a:pPr lvl="0"/>
            <a:r>
              <a:rPr lang="en-US" dirty="0"/>
              <a:t>Title Slide without image Arial Black 50pt</a:t>
            </a:r>
            <a:endParaRPr lang="en-SG" dirty="0"/>
          </a:p>
        </p:txBody>
      </p:sp>
    </p:spTree>
    <p:extLst>
      <p:ext uri="{BB962C8B-B14F-4D97-AF65-F5344CB8AC3E}">
        <p14:creationId xmlns:p14="http://schemas.microsoft.com/office/powerpoint/2010/main" val="39222833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Divider">
    <p:bg>
      <p:bgPr>
        <a:solidFill>
          <a:srgbClr val="6FB01E"/>
        </a:solidFill>
        <a:effectLst/>
      </p:bgPr>
    </p:bg>
    <p:spTree>
      <p:nvGrpSpPr>
        <p:cNvPr id="1" name=""/>
        <p:cNvGrpSpPr/>
        <p:nvPr/>
      </p:nvGrpSpPr>
      <p:grpSpPr>
        <a:xfrm>
          <a:off x="0" y="0"/>
          <a:ext cx="0" cy="0"/>
          <a:chOff x="0" y="0"/>
          <a:chExt cx="0" cy="0"/>
        </a:xfrm>
      </p:grpSpPr>
      <p:pic>
        <p:nvPicPr>
          <p:cNvPr id="13" name="Graphic 12">
            <a:extLst>
              <a:ext uri="{FF2B5EF4-FFF2-40B4-BE49-F238E27FC236}">
                <a16:creationId xmlns:a16="http://schemas.microsoft.com/office/drawing/2014/main" id="{F6C9AFF5-CCCE-B744-D3F6-46766D4A9651}"/>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2"/>
              </a:ext>
            </a:extLst>
          </a:blip>
          <a:stretch>
            <a:fillRect/>
          </a:stretch>
        </p:blipFill>
        <p:spPr>
          <a:xfrm>
            <a:off x="10168800" y="4834800"/>
            <a:ext cx="2023200" cy="2023200"/>
          </a:xfrm>
          <a:prstGeom prst="rect">
            <a:avLst/>
          </a:prstGeom>
        </p:spPr>
      </p:pic>
      <p:grpSp>
        <p:nvGrpSpPr>
          <p:cNvPr id="14" name="Group 13">
            <a:extLst>
              <a:ext uri="{FF2B5EF4-FFF2-40B4-BE49-F238E27FC236}">
                <a16:creationId xmlns:a16="http://schemas.microsoft.com/office/drawing/2014/main" id="{2D37F5E7-014D-FBD4-A876-DF46DFDC25DC}"/>
              </a:ext>
            </a:extLst>
          </p:cNvPr>
          <p:cNvGrpSpPr>
            <a:grpSpLocks/>
          </p:cNvGrpSpPr>
          <p:nvPr/>
        </p:nvGrpSpPr>
        <p:grpSpPr>
          <a:xfrm>
            <a:off x="2201155" y="1487655"/>
            <a:ext cx="1348588" cy="674294"/>
            <a:chOff x="2150941" y="1359318"/>
            <a:chExt cx="1348588" cy="674294"/>
          </a:xfrm>
        </p:grpSpPr>
        <p:sp>
          <p:nvSpPr>
            <p:cNvPr id="15" name="Freeform: Shape 14">
              <a:extLst>
                <a:ext uri="{FF2B5EF4-FFF2-40B4-BE49-F238E27FC236}">
                  <a16:creationId xmlns:a16="http://schemas.microsoft.com/office/drawing/2014/main" id="{D117BA1B-D1C6-7B02-724C-AB0553644084}"/>
                </a:ext>
              </a:extLst>
            </p:cNvPr>
            <p:cNvSpPr>
              <a:spLocks/>
            </p:cNvSpPr>
            <p:nvPr/>
          </p:nvSpPr>
          <p:spPr>
            <a:xfrm>
              <a:off x="2150941" y="1359318"/>
              <a:ext cx="674294" cy="674294"/>
            </a:xfrm>
            <a:custGeom>
              <a:avLst/>
              <a:gdLst>
                <a:gd name="connsiteX0" fmla="*/ 0 w 674294"/>
                <a:gd name="connsiteY0" fmla="*/ 674294 h 674294"/>
                <a:gd name="connsiteX1" fmla="*/ 674294 w 674294"/>
                <a:gd name="connsiteY1" fmla="*/ 0 h 674294"/>
                <a:gd name="connsiteX2" fmla="*/ 0 w 674294"/>
                <a:gd name="connsiteY2" fmla="*/ 0 h 674294"/>
                <a:gd name="connsiteX3" fmla="*/ 0 w 674294"/>
                <a:gd name="connsiteY3" fmla="*/ 674294 h 674294"/>
              </a:gdLst>
              <a:ahLst/>
              <a:cxnLst>
                <a:cxn ang="0">
                  <a:pos x="connsiteX0" y="connsiteY0"/>
                </a:cxn>
                <a:cxn ang="0">
                  <a:pos x="connsiteX1" y="connsiteY1"/>
                </a:cxn>
                <a:cxn ang="0">
                  <a:pos x="connsiteX2" y="connsiteY2"/>
                </a:cxn>
                <a:cxn ang="0">
                  <a:pos x="connsiteX3" y="connsiteY3"/>
                </a:cxn>
              </a:cxnLst>
              <a:rect l="l" t="t" r="r" b="b"/>
              <a:pathLst>
                <a:path w="674294" h="674294">
                  <a:moveTo>
                    <a:pt x="0" y="674294"/>
                  </a:moveTo>
                  <a:cubicBezTo>
                    <a:pt x="372401" y="674294"/>
                    <a:pt x="674294" y="372401"/>
                    <a:pt x="674294" y="0"/>
                  </a:cubicBezTo>
                  <a:lnTo>
                    <a:pt x="0" y="0"/>
                  </a:lnTo>
                  <a:lnTo>
                    <a:pt x="0" y="674294"/>
                  </a:lnTo>
                  <a:close/>
                </a:path>
              </a:pathLst>
            </a:custGeom>
            <a:solidFill>
              <a:schemeClr val="bg1"/>
            </a:solidFill>
            <a:ln w="2369" cap="flat">
              <a:noFill/>
              <a:prstDash val="solid"/>
              <a:miter/>
            </a:ln>
          </p:spPr>
          <p:txBody>
            <a:bodyPr rtlCol="0" anchor="ctr"/>
            <a:lstStyle/>
            <a:p>
              <a:endParaRPr lang="en-SG"/>
            </a:p>
          </p:txBody>
        </p:sp>
        <p:sp>
          <p:nvSpPr>
            <p:cNvPr id="16" name="Freeform: Shape 15">
              <a:extLst>
                <a:ext uri="{FF2B5EF4-FFF2-40B4-BE49-F238E27FC236}">
                  <a16:creationId xmlns:a16="http://schemas.microsoft.com/office/drawing/2014/main" id="{5C0300CD-509A-FD79-CA55-5EB920A35306}"/>
                </a:ext>
              </a:extLst>
            </p:cNvPr>
            <p:cNvSpPr>
              <a:spLocks/>
            </p:cNvSpPr>
            <p:nvPr/>
          </p:nvSpPr>
          <p:spPr>
            <a:xfrm>
              <a:off x="2825235" y="1359318"/>
              <a:ext cx="674294" cy="674294"/>
            </a:xfrm>
            <a:custGeom>
              <a:avLst/>
              <a:gdLst>
                <a:gd name="connsiteX0" fmla="*/ 0 w 674294"/>
                <a:gd name="connsiteY0" fmla="*/ 674294 h 674294"/>
                <a:gd name="connsiteX1" fmla="*/ 674294 w 674294"/>
                <a:gd name="connsiteY1" fmla="*/ 0 h 674294"/>
                <a:gd name="connsiteX2" fmla="*/ 0 w 674294"/>
                <a:gd name="connsiteY2" fmla="*/ 0 h 674294"/>
                <a:gd name="connsiteX3" fmla="*/ 0 w 674294"/>
                <a:gd name="connsiteY3" fmla="*/ 674294 h 674294"/>
              </a:gdLst>
              <a:ahLst/>
              <a:cxnLst>
                <a:cxn ang="0">
                  <a:pos x="connsiteX0" y="connsiteY0"/>
                </a:cxn>
                <a:cxn ang="0">
                  <a:pos x="connsiteX1" y="connsiteY1"/>
                </a:cxn>
                <a:cxn ang="0">
                  <a:pos x="connsiteX2" y="connsiteY2"/>
                </a:cxn>
                <a:cxn ang="0">
                  <a:pos x="connsiteX3" y="connsiteY3"/>
                </a:cxn>
              </a:cxnLst>
              <a:rect l="l" t="t" r="r" b="b"/>
              <a:pathLst>
                <a:path w="674294" h="674294">
                  <a:moveTo>
                    <a:pt x="0" y="674294"/>
                  </a:moveTo>
                  <a:cubicBezTo>
                    <a:pt x="372401" y="674294"/>
                    <a:pt x="674294" y="372401"/>
                    <a:pt x="674294" y="0"/>
                  </a:cubicBezTo>
                  <a:lnTo>
                    <a:pt x="0" y="0"/>
                  </a:lnTo>
                  <a:lnTo>
                    <a:pt x="0" y="674294"/>
                  </a:lnTo>
                  <a:close/>
                </a:path>
              </a:pathLst>
            </a:custGeom>
            <a:solidFill>
              <a:srgbClr val="231F20"/>
            </a:solidFill>
            <a:ln w="2369" cap="flat">
              <a:noFill/>
              <a:prstDash val="solid"/>
              <a:miter/>
            </a:ln>
          </p:spPr>
          <p:txBody>
            <a:bodyPr rtlCol="0" anchor="ctr"/>
            <a:lstStyle/>
            <a:p>
              <a:endParaRPr lang="en-SG"/>
            </a:p>
          </p:txBody>
        </p:sp>
      </p:grpSp>
      <p:sp>
        <p:nvSpPr>
          <p:cNvPr id="2" name="Title 1">
            <a:extLst>
              <a:ext uri="{FF2B5EF4-FFF2-40B4-BE49-F238E27FC236}">
                <a16:creationId xmlns:a16="http://schemas.microsoft.com/office/drawing/2014/main" id="{523F3F66-DB5D-2399-9D19-29ED3370B59D}"/>
              </a:ext>
            </a:extLst>
          </p:cNvPr>
          <p:cNvSpPr>
            <a:spLocks noGrp="1"/>
          </p:cNvSpPr>
          <p:nvPr>
            <p:ph type="title" hasCustomPrompt="1"/>
          </p:nvPr>
        </p:nvSpPr>
        <p:spPr>
          <a:xfrm>
            <a:off x="2201155" y="2619879"/>
            <a:ext cx="7419095" cy="3123696"/>
          </a:xfrm>
        </p:spPr>
        <p:txBody>
          <a:bodyPr anchor="t">
            <a:noAutofit/>
          </a:bodyPr>
          <a:lstStyle>
            <a:lvl1pPr>
              <a:defRPr sz="5400">
                <a:solidFill>
                  <a:schemeClr val="bg1"/>
                </a:solidFill>
              </a:defRPr>
            </a:lvl1pPr>
          </a:lstStyle>
          <a:p>
            <a:pPr lvl="0"/>
            <a:r>
              <a:rPr lang="en-US" dirty="0"/>
              <a:t>Divider Title (Arial Black 54)</a:t>
            </a:r>
            <a:endParaRPr lang="en-SG" dirty="0"/>
          </a:p>
        </p:txBody>
      </p:sp>
    </p:spTree>
    <p:extLst>
      <p:ext uri="{BB962C8B-B14F-4D97-AF65-F5344CB8AC3E}">
        <p14:creationId xmlns:p14="http://schemas.microsoft.com/office/powerpoint/2010/main" val="7680970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ection Divider with Tag">
    <p:bg>
      <p:bgPr>
        <a:solidFill>
          <a:srgbClr val="6FB01E"/>
        </a:solidFill>
        <a:effectLst/>
      </p:bgPr>
    </p:bg>
    <p:spTree>
      <p:nvGrpSpPr>
        <p:cNvPr id="1" name=""/>
        <p:cNvGrpSpPr/>
        <p:nvPr/>
      </p:nvGrpSpPr>
      <p:grpSpPr>
        <a:xfrm>
          <a:off x="0" y="0"/>
          <a:ext cx="0" cy="0"/>
          <a:chOff x="0" y="0"/>
          <a:chExt cx="0" cy="0"/>
        </a:xfrm>
      </p:grpSpPr>
      <p:pic>
        <p:nvPicPr>
          <p:cNvPr id="13" name="Graphic 12">
            <a:extLst>
              <a:ext uri="{FF2B5EF4-FFF2-40B4-BE49-F238E27FC236}">
                <a16:creationId xmlns:a16="http://schemas.microsoft.com/office/drawing/2014/main" id="{F6C9AFF5-CCCE-B744-D3F6-46766D4A9651}"/>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2"/>
              </a:ext>
            </a:extLst>
          </a:blip>
          <a:stretch>
            <a:fillRect/>
          </a:stretch>
        </p:blipFill>
        <p:spPr>
          <a:xfrm>
            <a:off x="10168800" y="4834800"/>
            <a:ext cx="2023200" cy="2023200"/>
          </a:xfrm>
          <a:prstGeom prst="rect">
            <a:avLst/>
          </a:prstGeom>
        </p:spPr>
      </p:pic>
      <p:grpSp>
        <p:nvGrpSpPr>
          <p:cNvPr id="14" name="Group 13">
            <a:extLst>
              <a:ext uri="{FF2B5EF4-FFF2-40B4-BE49-F238E27FC236}">
                <a16:creationId xmlns:a16="http://schemas.microsoft.com/office/drawing/2014/main" id="{2D37F5E7-014D-FBD4-A876-DF46DFDC25DC}"/>
              </a:ext>
            </a:extLst>
          </p:cNvPr>
          <p:cNvGrpSpPr>
            <a:grpSpLocks/>
          </p:cNvGrpSpPr>
          <p:nvPr/>
        </p:nvGrpSpPr>
        <p:grpSpPr>
          <a:xfrm>
            <a:off x="2201155" y="1487655"/>
            <a:ext cx="1348588" cy="674294"/>
            <a:chOff x="2150941" y="1359318"/>
            <a:chExt cx="1348588" cy="674294"/>
          </a:xfrm>
        </p:grpSpPr>
        <p:sp>
          <p:nvSpPr>
            <p:cNvPr id="15" name="Freeform: Shape 14">
              <a:extLst>
                <a:ext uri="{FF2B5EF4-FFF2-40B4-BE49-F238E27FC236}">
                  <a16:creationId xmlns:a16="http://schemas.microsoft.com/office/drawing/2014/main" id="{D117BA1B-D1C6-7B02-724C-AB0553644084}"/>
                </a:ext>
              </a:extLst>
            </p:cNvPr>
            <p:cNvSpPr>
              <a:spLocks/>
            </p:cNvSpPr>
            <p:nvPr/>
          </p:nvSpPr>
          <p:spPr>
            <a:xfrm>
              <a:off x="2150941" y="1359318"/>
              <a:ext cx="674294" cy="674294"/>
            </a:xfrm>
            <a:custGeom>
              <a:avLst/>
              <a:gdLst>
                <a:gd name="connsiteX0" fmla="*/ 0 w 674294"/>
                <a:gd name="connsiteY0" fmla="*/ 674294 h 674294"/>
                <a:gd name="connsiteX1" fmla="*/ 674294 w 674294"/>
                <a:gd name="connsiteY1" fmla="*/ 0 h 674294"/>
                <a:gd name="connsiteX2" fmla="*/ 0 w 674294"/>
                <a:gd name="connsiteY2" fmla="*/ 0 h 674294"/>
                <a:gd name="connsiteX3" fmla="*/ 0 w 674294"/>
                <a:gd name="connsiteY3" fmla="*/ 674294 h 674294"/>
              </a:gdLst>
              <a:ahLst/>
              <a:cxnLst>
                <a:cxn ang="0">
                  <a:pos x="connsiteX0" y="connsiteY0"/>
                </a:cxn>
                <a:cxn ang="0">
                  <a:pos x="connsiteX1" y="connsiteY1"/>
                </a:cxn>
                <a:cxn ang="0">
                  <a:pos x="connsiteX2" y="connsiteY2"/>
                </a:cxn>
                <a:cxn ang="0">
                  <a:pos x="connsiteX3" y="connsiteY3"/>
                </a:cxn>
              </a:cxnLst>
              <a:rect l="l" t="t" r="r" b="b"/>
              <a:pathLst>
                <a:path w="674294" h="674294">
                  <a:moveTo>
                    <a:pt x="0" y="674294"/>
                  </a:moveTo>
                  <a:cubicBezTo>
                    <a:pt x="372401" y="674294"/>
                    <a:pt x="674294" y="372401"/>
                    <a:pt x="674294" y="0"/>
                  </a:cubicBezTo>
                  <a:lnTo>
                    <a:pt x="0" y="0"/>
                  </a:lnTo>
                  <a:lnTo>
                    <a:pt x="0" y="674294"/>
                  </a:lnTo>
                  <a:close/>
                </a:path>
              </a:pathLst>
            </a:custGeom>
            <a:solidFill>
              <a:schemeClr val="bg1"/>
            </a:solidFill>
            <a:ln w="2369" cap="flat">
              <a:noFill/>
              <a:prstDash val="solid"/>
              <a:miter/>
            </a:ln>
          </p:spPr>
          <p:txBody>
            <a:bodyPr rtlCol="0" anchor="ctr"/>
            <a:lstStyle/>
            <a:p>
              <a:endParaRPr lang="en-SG"/>
            </a:p>
          </p:txBody>
        </p:sp>
        <p:sp>
          <p:nvSpPr>
            <p:cNvPr id="16" name="Freeform: Shape 15">
              <a:extLst>
                <a:ext uri="{FF2B5EF4-FFF2-40B4-BE49-F238E27FC236}">
                  <a16:creationId xmlns:a16="http://schemas.microsoft.com/office/drawing/2014/main" id="{5C0300CD-509A-FD79-CA55-5EB920A35306}"/>
                </a:ext>
              </a:extLst>
            </p:cNvPr>
            <p:cNvSpPr>
              <a:spLocks/>
            </p:cNvSpPr>
            <p:nvPr/>
          </p:nvSpPr>
          <p:spPr>
            <a:xfrm>
              <a:off x="2825235" y="1359318"/>
              <a:ext cx="674294" cy="674294"/>
            </a:xfrm>
            <a:custGeom>
              <a:avLst/>
              <a:gdLst>
                <a:gd name="connsiteX0" fmla="*/ 0 w 674294"/>
                <a:gd name="connsiteY0" fmla="*/ 674294 h 674294"/>
                <a:gd name="connsiteX1" fmla="*/ 674294 w 674294"/>
                <a:gd name="connsiteY1" fmla="*/ 0 h 674294"/>
                <a:gd name="connsiteX2" fmla="*/ 0 w 674294"/>
                <a:gd name="connsiteY2" fmla="*/ 0 h 674294"/>
                <a:gd name="connsiteX3" fmla="*/ 0 w 674294"/>
                <a:gd name="connsiteY3" fmla="*/ 674294 h 674294"/>
              </a:gdLst>
              <a:ahLst/>
              <a:cxnLst>
                <a:cxn ang="0">
                  <a:pos x="connsiteX0" y="connsiteY0"/>
                </a:cxn>
                <a:cxn ang="0">
                  <a:pos x="connsiteX1" y="connsiteY1"/>
                </a:cxn>
                <a:cxn ang="0">
                  <a:pos x="connsiteX2" y="connsiteY2"/>
                </a:cxn>
                <a:cxn ang="0">
                  <a:pos x="connsiteX3" y="connsiteY3"/>
                </a:cxn>
              </a:cxnLst>
              <a:rect l="l" t="t" r="r" b="b"/>
              <a:pathLst>
                <a:path w="674294" h="674294">
                  <a:moveTo>
                    <a:pt x="0" y="674294"/>
                  </a:moveTo>
                  <a:cubicBezTo>
                    <a:pt x="372401" y="674294"/>
                    <a:pt x="674294" y="372401"/>
                    <a:pt x="674294" y="0"/>
                  </a:cubicBezTo>
                  <a:lnTo>
                    <a:pt x="0" y="0"/>
                  </a:lnTo>
                  <a:lnTo>
                    <a:pt x="0" y="674294"/>
                  </a:lnTo>
                  <a:close/>
                </a:path>
              </a:pathLst>
            </a:custGeom>
            <a:solidFill>
              <a:srgbClr val="231F20"/>
            </a:solidFill>
            <a:ln w="2369" cap="flat">
              <a:noFill/>
              <a:prstDash val="solid"/>
              <a:miter/>
            </a:ln>
          </p:spPr>
          <p:txBody>
            <a:bodyPr rtlCol="0" anchor="ctr"/>
            <a:lstStyle/>
            <a:p>
              <a:endParaRPr lang="en-SG"/>
            </a:p>
          </p:txBody>
        </p:sp>
      </p:grpSp>
      <p:sp>
        <p:nvSpPr>
          <p:cNvPr id="2" name="Title 1">
            <a:extLst>
              <a:ext uri="{FF2B5EF4-FFF2-40B4-BE49-F238E27FC236}">
                <a16:creationId xmlns:a16="http://schemas.microsoft.com/office/drawing/2014/main" id="{523F3F66-DB5D-2399-9D19-29ED3370B59D}"/>
              </a:ext>
            </a:extLst>
          </p:cNvPr>
          <p:cNvSpPr>
            <a:spLocks noGrp="1"/>
          </p:cNvSpPr>
          <p:nvPr>
            <p:ph type="title" hasCustomPrompt="1"/>
          </p:nvPr>
        </p:nvSpPr>
        <p:spPr>
          <a:xfrm>
            <a:off x="2201155" y="2256679"/>
            <a:ext cx="8600195" cy="2124822"/>
          </a:xfrm>
        </p:spPr>
        <p:txBody>
          <a:bodyPr anchor="b">
            <a:noAutofit/>
          </a:bodyPr>
          <a:lstStyle>
            <a:lvl1pPr>
              <a:defRPr sz="5400">
                <a:solidFill>
                  <a:schemeClr val="bg1"/>
                </a:solidFill>
              </a:defRPr>
            </a:lvl1pPr>
          </a:lstStyle>
          <a:p>
            <a:pPr lvl="0"/>
            <a:r>
              <a:rPr lang="en-US" dirty="0"/>
              <a:t>Divider Title (Arial Black 54)</a:t>
            </a:r>
            <a:endParaRPr lang="en-SG" dirty="0"/>
          </a:p>
        </p:txBody>
      </p:sp>
      <p:sp>
        <p:nvSpPr>
          <p:cNvPr id="4" name="Text Placeholder 3">
            <a:extLst>
              <a:ext uri="{FF2B5EF4-FFF2-40B4-BE49-F238E27FC236}">
                <a16:creationId xmlns:a16="http://schemas.microsoft.com/office/drawing/2014/main" id="{CD367598-08DB-AD63-286E-6143E7F4EA01}"/>
              </a:ext>
            </a:extLst>
          </p:cNvPr>
          <p:cNvSpPr>
            <a:spLocks noGrp="1"/>
          </p:cNvSpPr>
          <p:nvPr>
            <p:ph type="body" sz="quarter" idx="10" hasCustomPrompt="1"/>
          </p:nvPr>
        </p:nvSpPr>
        <p:spPr>
          <a:xfrm>
            <a:off x="2201863" y="4438131"/>
            <a:ext cx="8609012" cy="914400"/>
          </a:xfrm>
        </p:spPr>
        <p:txBody>
          <a:bodyPr/>
          <a:lstStyle>
            <a:lvl1pPr marL="0" indent="0">
              <a:buNone/>
              <a:defRPr/>
            </a:lvl1pPr>
          </a:lstStyle>
          <a:p>
            <a:pPr lvl="0"/>
            <a:r>
              <a:rPr lang="en-US" dirty="0"/>
              <a:t>Tag line here</a:t>
            </a:r>
          </a:p>
        </p:txBody>
      </p:sp>
    </p:spTree>
    <p:extLst>
      <p:ext uri="{BB962C8B-B14F-4D97-AF65-F5344CB8AC3E}">
        <p14:creationId xmlns:p14="http://schemas.microsoft.com/office/powerpoint/2010/main" val="32331819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ontent Slide">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9A444EB-22CC-5683-D628-07C117591D34}"/>
              </a:ext>
            </a:extLst>
          </p:cNvPr>
          <p:cNvPicPr>
            <a:picLocks noGrp="1" noRot="1" noMove="1" noResize="1" noEditPoints="1" noAdjustHandles="1" noChangeArrowheads="1" noChangeShapeType="1" noCrop="1"/>
          </p:cNvPicPr>
          <p:nvPr/>
        </p:nvPicPr>
        <p:blipFill>
          <a:blip r:embed="rId2"/>
          <a:stretch>
            <a:fillRect/>
          </a:stretch>
        </p:blipFill>
        <p:spPr>
          <a:xfrm rot="10800000">
            <a:off x="11788800" y="6454800"/>
            <a:ext cx="403200" cy="403200"/>
          </a:xfrm>
          <a:prstGeom prst="rect">
            <a:avLst/>
          </a:prstGeom>
        </p:spPr>
      </p:pic>
      <p:pic>
        <p:nvPicPr>
          <p:cNvPr id="6" name="Picture 5">
            <a:extLst>
              <a:ext uri="{FF2B5EF4-FFF2-40B4-BE49-F238E27FC236}">
                <a16:creationId xmlns:a16="http://schemas.microsoft.com/office/drawing/2014/main" id="{02E5B020-C0F9-1062-4599-469CF2939C01}"/>
              </a:ext>
            </a:extLst>
          </p:cNvPr>
          <p:cNvPicPr>
            <a:picLocks noGrp="1" noRot="1" noMove="1" noResize="1" noEditPoints="1" noAdjustHandles="1" noChangeArrowheads="1" noChangeShapeType="1" noCrop="1"/>
          </p:cNvPicPr>
          <p:nvPr/>
        </p:nvPicPr>
        <p:blipFill>
          <a:blip r:embed="rId3"/>
          <a:stretch>
            <a:fillRect/>
          </a:stretch>
        </p:blipFill>
        <p:spPr>
          <a:xfrm>
            <a:off x="10313260" y="382613"/>
            <a:ext cx="1475540" cy="403200"/>
          </a:xfrm>
          <a:prstGeom prst="rect">
            <a:avLst/>
          </a:prstGeom>
        </p:spPr>
      </p:pic>
      <p:sp>
        <p:nvSpPr>
          <p:cNvPr id="11" name="Text Placeholder 50">
            <a:extLst>
              <a:ext uri="{FF2B5EF4-FFF2-40B4-BE49-F238E27FC236}">
                <a16:creationId xmlns:a16="http://schemas.microsoft.com/office/drawing/2014/main" id="{C9EDE493-3022-83F2-C631-A5B57EB94A17}"/>
              </a:ext>
            </a:extLst>
          </p:cNvPr>
          <p:cNvSpPr>
            <a:spLocks noGrp="1"/>
          </p:cNvSpPr>
          <p:nvPr>
            <p:ph type="body" sz="quarter" idx="14" hasCustomPrompt="1"/>
          </p:nvPr>
        </p:nvSpPr>
        <p:spPr>
          <a:xfrm>
            <a:off x="730033" y="1593023"/>
            <a:ext cx="10899991" cy="4741102"/>
          </a:xfrm>
        </p:spPr>
        <p:txBody>
          <a:bodyPr>
            <a:noAutofit/>
          </a:bodyPr>
          <a:lstStyle>
            <a:lvl1pPr marL="342900" indent="-342900">
              <a:buFont typeface="Arial" panose="020B0604020202020204" pitchFamily="34" charset="0"/>
              <a:buChar char="•"/>
              <a:defRPr sz="2000" b="0">
                <a:solidFill>
                  <a:schemeClr val="tx1"/>
                </a:solidFill>
                <a:latin typeface="Arial" panose="020B0604020202020204" pitchFamily="34" charset="0"/>
                <a:cs typeface="Arial" panose="020B0604020202020204" pitchFamily="34" charset="0"/>
              </a:defRPr>
            </a:lvl1pPr>
            <a:lvl2pPr>
              <a:defRPr sz="1600"/>
            </a:lvl2pPr>
          </a:lstStyle>
          <a:p>
            <a:pPr lvl="0"/>
            <a:r>
              <a:rPr lang="en-US" dirty="0"/>
              <a:t>Include bullet content here (Arial regular 20)</a:t>
            </a:r>
          </a:p>
          <a:p>
            <a:pPr lvl="1"/>
            <a:r>
              <a:rPr lang="en-US" dirty="0"/>
              <a:t>Second Level</a:t>
            </a:r>
            <a:endParaRPr lang="en-SG" dirty="0"/>
          </a:p>
        </p:txBody>
      </p:sp>
      <p:sp>
        <p:nvSpPr>
          <p:cNvPr id="4" name="Slide Number Placeholder 5">
            <a:extLst>
              <a:ext uri="{FF2B5EF4-FFF2-40B4-BE49-F238E27FC236}">
                <a16:creationId xmlns:a16="http://schemas.microsoft.com/office/drawing/2014/main" id="{4C0153BF-37E7-BB4A-6CD7-8A6DE0A636D1}"/>
              </a:ext>
            </a:extLst>
          </p:cNvPr>
          <p:cNvSpPr>
            <a:spLocks noGrp="1"/>
          </p:cNvSpPr>
          <p:nvPr>
            <p:ph type="sldNum" sz="quarter" idx="19"/>
          </p:nvPr>
        </p:nvSpPr>
        <p:spPr>
          <a:xfrm>
            <a:off x="11780174" y="6518753"/>
            <a:ext cx="403200" cy="365125"/>
          </a:xfrm>
        </p:spPr>
        <p:txBody>
          <a:bodyPr/>
          <a:lstStyle>
            <a:lvl1pPr>
              <a:defRPr b="1">
                <a:solidFill>
                  <a:schemeClr val="bg1"/>
                </a:solidFill>
              </a:defRPr>
            </a:lvl1pPr>
          </a:lstStyle>
          <a:p>
            <a:fld id="{37634704-B76A-4521-980F-F9A17D805460}" type="slidenum">
              <a:rPr lang="en-SG" smtClean="0"/>
              <a:t>‹#›</a:t>
            </a:fld>
            <a:endParaRPr lang="en-SG"/>
          </a:p>
        </p:txBody>
      </p:sp>
      <p:sp>
        <p:nvSpPr>
          <p:cNvPr id="5" name="Title 1">
            <a:extLst>
              <a:ext uri="{FF2B5EF4-FFF2-40B4-BE49-F238E27FC236}">
                <a16:creationId xmlns:a16="http://schemas.microsoft.com/office/drawing/2014/main" id="{69195C67-87E9-0E13-7387-CA211EF5B0AB}"/>
              </a:ext>
            </a:extLst>
          </p:cNvPr>
          <p:cNvSpPr>
            <a:spLocks noGrp="1"/>
          </p:cNvSpPr>
          <p:nvPr>
            <p:ph type="title" hasCustomPrompt="1"/>
          </p:nvPr>
        </p:nvSpPr>
        <p:spPr>
          <a:xfrm>
            <a:off x="546165" y="785814"/>
            <a:ext cx="10531410" cy="623667"/>
          </a:xfrm>
        </p:spPr>
        <p:txBody>
          <a:bodyPr>
            <a:normAutofit/>
          </a:bodyPr>
          <a:lstStyle>
            <a:lvl1pPr>
              <a:defRPr sz="3200"/>
            </a:lvl1pPr>
          </a:lstStyle>
          <a:p>
            <a:pPr lvl="0"/>
            <a:r>
              <a:rPr lang="en-US" dirty="0"/>
              <a:t>Slide Title in Arial Black 32pt</a:t>
            </a:r>
            <a:endParaRPr lang="en-SG" dirty="0"/>
          </a:p>
        </p:txBody>
      </p:sp>
    </p:spTree>
    <p:extLst>
      <p:ext uri="{BB962C8B-B14F-4D97-AF65-F5344CB8AC3E}">
        <p14:creationId xmlns:p14="http://schemas.microsoft.com/office/powerpoint/2010/main" val="6923823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9A444EB-22CC-5683-D628-07C117591D34}"/>
              </a:ext>
            </a:extLst>
          </p:cNvPr>
          <p:cNvPicPr>
            <a:picLocks noGrp="1" noRot="1" noMove="1" noResize="1" noEditPoints="1" noAdjustHandles="1" noChangeArrowheads="1" noChangeShapeType="1" noCrop="1"/>
          </p:cNvPicPr>
          <p:nvPr/>
        </p:nvPicPr>
        <p:blipFill>
          <a:blip r:embed="rId2"/>
          <a:stretch>
            <a:fillRect/>
          </a:stretch>
        </p:blipFill>
        <p:spPr>
          <a:xfrm rot="10800000">
            <a:off x="11788800" y="6454800"/>
            <a:ext cx="403200" cy="403200"/>
          </a:xfrm>
          <a:prstGeom prst="rect">
            <a:avLst/>
          </a:prstGeom>
        </p:spPr>
      </p:pic>
      <p:pic>
        <p:nvPicPr>
          <p:cNvPr id="6" name="Picture 5">
            <a:extLst>
              <a:ext uri="{FF2B5EF4-FFF2-40B4-BE49-F238E27FC236}">
                <a16:creationId xmlns:a16="http://schemas.microsoft.com/office/drawing/2014/main" id="{02E5B020-C0F9-1062-4599-469CF2939C01}"/>
              </a:ext>
            </a:extLst>
          </p:cNvPr>
          <p:cNvPicPr>
            <a:picLocks noGrp="1" noRot="1" noMove="1" noResize="1" noEditPoints="1" noAdjustHandles="1" noChangeArrowheads="1" noChangeShapeType="1" noCrop="1"/>
          </p:cNvPicPr>
          <p:nvPr/>
        </p:nvPicPr>
        <p:blipFill>
          <a:blip r:embed="rId3"/>
          <a:stretch>
            <a:fillRect/>
          </a:stretch>
        </p:blipFill>
        <p:spPr>
          <a:xfrm>
            <a:off x="10313260" y="382613"/>
            <a:ext cx="1475540" cy="403200"/>
          </a:xfrm>
          <a:prstGeom prst="rect">
            <a:avLst/>
          </a:prstGeom>
        </p:spPr>
      </p:pic>
      <p:sp>
        <p:nvSpPr>
          <p:cNvPr id="4" name="Slide Number Placeholder 5">
            <a:extLst>
              <a:ext uri="{FF2B5EF4-FFF2-40B4-BE49-F238E27FC236}">
                <a16:creationId xmlns:a16="http://schemas.microsoft.com/office/drawing/2014/main" id="{4C0153BF-37E7-BB4A-6CD7-8A6DE0A636D1}"/>
              </a:ext>
            </a:extLst>
          </p:cNvPr>
          <p:cNvSpPr>
            <a:spLocks noGrp="1"/>
          </p:cNvSpPr>
          <p:nvPr>
            <p:ph type="sldNum" sz="quarter" idx="19"/>
          </p:nvPr>
        </p:nvSpPr>
        <p:spPr>
          <a:xfrm>
            <a:off x="11780174" y="6518753"/>
            <a:ext cx="403200" cy="365125"/>
          </a:xfrm>
        </p:spPr>
        <p:txBody>
          <a:bodyPr/>
          <a:lstStyle>
            <a:lvl1pPr>
              <a:defRPr b="1">
                <a:solidFill>
                  <a:schemeClr val="bg1"/>
                </a:solidFill>
              </a:defRPr>
            </a:lvl1pPr>
          </a:lstStyle>
          <a:p>
            <a:fld id="{37634704-B76A-4521-980F-F9A17D805460}" type="slidenum">
              <a:rPr lang="en-SG" smtClean="0"/>
              <a:t>‹#›</a:t>
            </a:fld>
            <a:endParaRPr lang="en-SG"/>
          </a:p>
        </p:txBody>
      </p:sp>
      <p:sp>
        <p:nvSpPr>
          <p:cNvPr id="7" name="Title 1">
            <a:extLst>
              <a:ext uri="{FF2B5EF4-FFF2-40B4-BE49-F238E27FC236}">
                <a16:creationId xmlns:a16="http://schemas.microsoft.com/office/drawing/2014/main" id="{1CEED80B-937D-10B4-F03F-AF4BE7EFA304}"/>
              </a:ext>
            </a:extLst>
          </p:cNvPr>
          <p:cNvSpPr>
            <a:spLocks noGrp="1"/>
          </p:cNvSpPr>
          <p:nvPr>
            <p:ph type="title" hasCustomPrompt="1"/>
          </p:nvPr>
        </p:nvSpPr>
        <p:spPr>
          <a:xfrm>
            <a:off x="546165" y="785814"/>
            <a:ext cx="10531410" cy="623667"/>
          </a:xfrm>
        </p:spPr>
        <p:txBody>
          <a:bodyPr>
            <a:normAutofit/>
          </a:bodyPr>
          <a:lstStyle>
            <a:lvl1pPr>
              <a:defRPr sz="3200"/>
            </a:lvl1pPr>
          </a:lstStyle>
          <a:p>
            <a:pPr lvl="0"/>
            <a:r>
              <a:rPr lang="en-US" dirty="0"/>
              <a:t>Slide Title in Arial Black 32pt</a:t>
            </a:r>
            <a:endParaRPr lang="en-SG" dirty="0"/>
          </a:p>
        </p:txBody>
      </p:sp>
    </p:spTree>
    <p:extLst>
      <p:ext uri="{BB962C8B-B14F-4D97-AF65-F5344CB8AC3E}">
        <p14:creationId xmlns:p14="http://schemas.microsoft.com/office/powerpoint/2010/main" val="22238209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wo-Column Layout 1">
    <p:spTree>
      <p:nvGrpSpPr>
        <p:cNvPr id="1" name=""/>
        <p:cNvGrpSpPr/>
        <p:nvPr/>
      </p:nvGrpSpPr>
      <p:grpSpPr>
        <a:xfrm>
          <a:off x="0" y="0"/>
          <a:ext cx="0" cy="0"/>
          <a:chOff x="0" y="0"/>
          <a:chExt cx="0" cy="0"/>
        </a:xfrm>
      </p:grpSpPr>
      <p:sp>
        <p:nvSpPr>
          <p:cNvPr id="15" name="Picture Placeholder 14">
            <a:extLst>
              <a:ext uri="{FF2B5EF4-FFF2-40B4-BE49-F238E27FC236}">
                <a16:creationId xmlns:a16="http://schemas.microsoft.com/office/drawing/2014/main" id="{C17D2C55-815E-9B4F-C350-98157CF8B8B9}"/>
              </a:ext>
            </a:extLst>
          </p:cNvPr>
          <p:cNvSpPr>
            <a:spLocks noGrp="1"/>
          </p:cNvSpPr>
          <p:nvPr>
            <p:ph type="pic" sz="quarter" idx="10"/>
          </p:nvPr>
        </p:nvSpPr>
        <p:spPr>
          <a:xfrm>
            <a:off x="871538" y="1758951"/>
            <a:ext cx="4886325" cy="3798888"/>
          </a:xfrm>
        </p:spPr>
        <p:txBody>
          <a:bodyPr/>
          <a:lstStyle/>
          <a:p>
            <a:r>
              <a:rPr lang="en-US"/>
              <a:t>Click icon to add picture</a:t>
            </a:r>
            <a:endParaRPr lang="en-SG"/>
          </a:p>
        </p:txBody>
      </p:sp>
      <p:pic>
        <p:nvPicPr>
          <p:cNvPr id="2" name="Picture 1">
            <a:extLst>
              <a:ext uri="{FF2B5EF4-FFF2-40B4-BE49-F238E27FC236}">
                <a16:creationId xmlns:a16="http://schemas.microsoft.com/office/drawing/2014/main" id="{17BF720A-26F6-8E36-6B81-4A4A7E5DB602}"/>
              </a:ext>
            </a:extLst>
          </p:cNvPr>
          <p:cNvPicPr>
            <a:picLocks noGrp="1" noRot="1" noMove="1" noResize="1" noEditPoints="1" noAdjustHandles="1" noChangeArrowheads="1" noChangeShapeType="1" noCrop="1"/>
          </p:cNvPicPr>
          <p:nvPr/>
        </p:nvPicPr>
        <p:blipFill>
          <a:blip r:embed="rId2"/>
          <a:stretch>
            <a:fillRect/>
          </a:stretch>
        </p:blipFill>
        <p:spPr>
          <a:xfrm>
            <a:off x="10313260" y="382613"/>
            <a:ext cx="1475540" cy="403200"/>
          </a:xfrm>
          <a:prstGeom prst="rect">
            <a:avLst/>
          </a:prstGeom>
        </p:spPr>
      </p:pic>
      <p:pic>
        <p:nvPicPr>
          <p:cNvPr id="3" name="Picture 2">
            <a:extLst>
              <a:ext uri="{FF2B5EF4-FFF2-40B4-BE49-F238E27FC236}">
                <a16:creationId xmlns:a16="http://schemas.microsoft.com/office/drawing/2014/main" id="{6AB0E5FD-D6F5-C20D-27BA-CAB42634B79A}"/>
              </a:ext>
            </a:extLst>
          </p:cNvPr>
          <p:cNvPicPr>
            <a:picLocks noGrp="1" noRot="1" noMove="1" noResize="1" noEditPoints="1" noAdjustHandles="1" noChangeArrowheads="1" noChangeShapeType="1" noCrop="1"/>
          </p:cNvPicPr>
          <p:nvPr/>
        </p:nvPicPr>
        <p:blipFill>
          <a:blip r:embed="rId3"/>
          <a:stretch>
            <a:fillRect/>
          </a:stretch>
        </p:blipFill>
        <p:spPr>
          <a:xfrm rot="10800000">
            <a:off x="11788800" y="6454800"/>
            <a:ext cx="403200" cy="403200"/>
          </a:xfrm>
          <a:prstGeom prst="rect">
            <a:avLst/>
          </a:prstGeom>
        </p:spPr>
      </p:pic>
      <p:sp>
        <p:nvSpPr>
          <p:cNvPr id="23" name="Text Placeholder 50">
            <a:extLst>
              <a:ext uri="{FF2B5EF4-FFF2-40B4-BE49-F238E27FC236}">
                <a16:creationId xmlns:a16="http://schemas.microsoft.com/office/drawing/2014/main" id="{9B715452-E53F-B5B6-859C-312AD8BD67B8}"/>
              </a:ext>
            </a:extLst>
          </p:cNvPr>
          <p:cNvSpPr>
            <a:spLocks noGrp="1"/>
          </p:cNvSpPr>
          <p:nvPr>
            <p:ph type="body" sz="quarter" idx="14" hasCustomPrompt="1"/>
          </p:nvPr>
        </p:nvSpPr>
        <p:spPr>
          <a:xfrm>
            <a:off x="6759157" y="1758951"/>
            <a:ext cx="4561305" cy="3798888"/>
          </a:xfrm>
        </p:spPr>
        <p:txBody>
          <a:bodyPr>
            <a:noAutofit/>
          </a:bodyPr>
          <a:lstStyle>
            <a:lvl1pPr marL="0" indent="0">
              <a:buNone/>
              <a:defRPr sz="1800" b="0">
                <a:latin typeface="Arial" panose="020B0604020202020204" pitchFamily="34" charset="0"/>
                <a:cs typeface="Arial" panose="020B0604020202020204" pitchFamily="34" charset="0"/>
              </a:defRPr>
            </a:lvl1pPr>
          </a:lstStyle>
          <a:p>
            <a:pPr lvl="0"/>
            <a:r>
              <a:rPr lang="en-US"/>
              <a:t>Include body text here (Arial Regular 18)</a:t>
            </a:r>
          </a:p>
        </p:txBody>
      </p:sp>
      <p:sp>
        <p:nvSpPr>
          <p:cNvPr id="4" name="Slide Number Placeholder 5">
            <a:extLst>
              <a:ext uri="{FF2B5EF4-FFF2-40B4-BE49-F238E27FC236}">
                <a16:creationId xmlns:a16="http://schemas.microsoft.com/office/drawing/2014/main" id="{BE00B3FF-B498-68D3-6FCA-BCAEAC55B319}"/>
              </a:ext>
            </a:extLst>
          </p:cNvPr>
          <p:cNvSpPr>
            <a:spLocks noGrp="1"/>
          </p:cNvSpPr>
          <p:nvPr>
            <p:ph type="sldNum" sz="quarter" idx="19"/>
          </p:nvPr>
        </p:nvSpPr>
        <p:spPr>
          <a:xfrm>
            <a:off x="11780174" y="6518753"/>
            <a:ext cx="403200" cy="365125"/>
          </a:xfrm>
        </p:spPr>
        <p:txBody>
          <a:bodyPr/>
          <a:lstStyle>
            <a:lvl1pPr>
              <a:defRPr b="1">
                <a:solidFill>
                  <a:schemeClr val="bg1"/>
                </a:solidFill>
              </a:defRPr>
            </a:lvl1pPr>
          </a:lstStyle>
          <a:p>
            <a:fld id="{37634704-B76A-4521-980F-F9A17D805460}" type="slidenum">
              <a:rPr lang="en-SG" smtClean="0"/>
              <a:t>‹#›</a:t>
            </a:fld>
            <a:endParaRPr lang="en-SG"/>
          </a:p>
        </p:txBody>
      </p:sp>
      <p:sp>
        <p:nvSpPr>
          <p:cNvPr id="5" name="Title 1">
            <a:extLst>
              <a:ext uri="{FF2B5EF4-FFF2-40B4-BE49-F238E27FC236}">
                <a16:creationId xmlns:a16="http://schemas.microsoft.com/office/drawing/2014/main" id="{603767C9-5451-2BDE-520A-EB57A6D550DF}"/>
              </a:ext>
            </a:extLst>
          </p:cNvPr>
          <p:cNvSpPr>
            <a:spLocks noGrp="1"/>
          </p:cNvSpPr>
          <p:nvPr>
            <p:ph type="title" hasCustomPrompt="1"/>
          </p:nvPr>
        </p:nvSpPr>
        <p:spPr>
          <a:xfrm>
            <a:off x="546165" y="785814"/>
            <a:ext cx="10531410" cy="623667"/>
          </a:xfrm>
        </p:spPr>
        <p:txBody>
          <a:bodyPr>
            <a:normAutofit/>
          </a:bodyPr>
          <a:lstStyle>
            <a:lvl1pPr>
              <a:defRPr sz="3200"/>
            </a:lvl1pPr>
          </a:lstStyle>
          <a:p>
            <a:pPr lvl="0"/>
            <a:r>
              <a:rPr lang="en-US" dirty="0"/>
              <a:t>Slide Title in Arial Black 32pt</a:t>
            </a:r>
            <a:endParaRPr lang="en-SG" dirty="0"/>
          </a:p>
        </p:txBody>
      </p:sp>
    </p:spTree>
    <p:extLst>
      <p:ext uri="{BB962C8B-B14F-4D97-AF65-F5344CB8AC3E}">
        <p14:creationId xmlns:p14="http://schemas.microsoft.com/office/powerpoint/2010/main" val="1144501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wo-Column layout 2">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C0BC46A-7012-40EB-2F7B-3D5141B76B81}"/>
              </a:ext>
            </a:extLst>
          </p:cNvPr>
          <p:cNvPicPr>
            <a:picLocks noGrp="1" noRot="1" noMove="1" noResize="1" noEditPoints="1" noAdjustHandles="1" noChangeArrowheads="1" noChangeShapeType="1" noCrop="1"/>
          </p:cNvPicPr>
          <p:nvPr/>
        </p:nvPicPr>
        <p:blipFill>
          <a:blip r:embed="rId2"/>
          <a:stretch>
            <a:fillRect/>
          </a:stretch>
        </p:blipFill>
        <p:spPr>
          <a:xfrm>
            <a:off x="10313260" y="382613"/>
            <a:ext cx="1475540" cy="403200"/>
          </a:xfrm>
          <a:prstGeom prst="rect">
            <a:avLst/>
          </a:prstGeom>
        </p:spPr>
      </p:pic>
      <p:pic>
        <p:nvPicPr>
          <p:cNvPr id="3" name="Picture 2">
            <a:extLst>
              <a:ext uri="{FF2B5EF4-FFF2-40B4-BE49-F238E27FC236}">
                <a16:creationId xmlns:a16="http://schemas.microsoft.com/office/drawing/2014/main" id="{92961DFF-2383-8027-7F67-4DA323228006}"/>
              </a:ext>
            </a:extLst>
          </p:cNvPr>
          <p:cNvPicPr>
            <a:picLocks noGrp="1" noRot="1" noMove="1" noResize="1" noEditPoints="1" noAdjustHandles="1" noChangeArrowheads="1" noChangeShapeType="1" noCrop="1"/>
          </p:cNvPicPr>
          <p:nvPr/>
        </p:nvPicPr>
        <p:blipFill>
          <a:blip r:embed="rId3"/>
          <a:stretch>
            <a:fillRect/>
          </a:stretch>
        </p:blipFill>
        <p:spPr>
          <a:xfrm rot="10800000">
            <a:off x="11788800" y="6454800"/>
            <a:ext cx="403200" cy="403200"/>
          </a:xfrm>
          <a:prstGeom prst="rect">
            <a:avLst/>
          </a:prstGeom>
        </p:spPr>
      </p:pic>
      <p:sp>
        <p:nvSpPr>
          <p:cNvPr id="13" name="Text Placeholder 50">
            <a:extLst>
              <a:ext uri="{FF2B5EF4-FFF2-40B4-BE49-F238E27FC236}">
                <a16:creationId xmlns:a16="http://schemas.microsoft.com/office/drawing/2014/main" id="{7A1356C5-4D12-9F92-9C49-F66588AFCFE5}"/>
              </a:ext>
            </a:extLst>
          </p:cNvPr>
          <p:cNvSpPr>
            <a:spLocks noGrp="1"/>
          </p:cNvSpPr>
          <p:nvPr>
            <p:ph type="body" sz="quarter" idx="14" hasCustomPrompt="1"/>
          </p:nvPr>
        </p:nvSpPr>
        <p:spPr>
          <a:xfrm>
            <a:off x="776346" y="1868655"/>
            <a:ext cx="6221105" cy="4586145"/>
          </a:xfrm>
        </p:spPr>
        <p:txBody>
          <a:bodyPr>
            <a:noAutofit/>
          </a:bodyPr>
          <a:lstStyle>
            <a:lvl1pPr marL="0" indent="0">
              <a:buNone/>
              <a:defRPr sz="3000" b="0">
                <a:solidFill>
                  <a:srgbClr val="6FB01E"/>
                </a:solidFill>
                <a:latin typeface="Arial" panose="020B0604020202020204" pitchFamily="34" charset="0"/>
                <a:cs typeface="Arial" panose="020B0604020202020204" pitchFamily="34" charset="0"/>
              </a:defRPr>
            </a:lvl1pPr>
          </a:lstStyle>
          <a:p>
            <a:pPr lvl="0"/>
            <a:r>
              <a:rPr lang="en-US" dirty="0"/>
              <a:t>Include paragraph here (Arial Regular 30)</a:t>
            </a:r>
            <a:endParaRPr lang="en-SG" dirty="0"/>
          </a:p>
        </p:txBody>
      </p:sp>
      <p:sp>
        <p:nvSpPr>
          <p:cNvPr id="14" name="Text Placeholder 50">
            <a:extLst>
              <a:ext uri="{FF2B5EF4-FFF2-40B4-BE49-F238E27FC236}">
                <a16:creationId xmlns:a16="http://schemas.microsoft.com/office/drawing/2014/main" id="{56DF607B-D9F4-1154-0EB1-1F853BB6469D}"/>
              </a:ext>
            </a:extLst>
          </p:cNvPr>
          <p:cNvSpPr>
            <a:spLocks noGrp="1"/>
          </p:cNvSpPr>
          <p:nvPr>
            <p:ph type="body" sz="quarter" idx="15" hasCustomPrompt="1"/>
          </p:nvPr>
        </p:nvSpPr>
        <p:spPr>
          <a:xfrm>
            <a:off x="7908758" y="1868654"/>
            <a:ext cx="3506896" cy="4586145"/>
          </a:xfrm>
        </p:spPr>
        <p:txBody>
          <a:bodyPr>
            <a:noAutofit/>
          </a:bodyPr>
          <a:lstStyle>
            <a:lvl1pPr marL="0" indent="0">
              <a:buNone/>
              <a:defRPr sz="1800" b="0">
                <a:latin typeface="Arial" panose="020B0604020202020204" pitchFamily="34" charset="0"/>
                <a:cs typeface="Arial" panose="020B0604020202020204" pitchFamily="34" charset="0"/>
              </a:defRPr>
            </a:lvl1pPr>
          </a:lstStyle>
          <a:p>
            <a:pPr lvl="0"/>
            <a:r>
              <a:rPr lang="en-US" dirty="0"/>
              <a:t>Include body text here (Arial Regular 18)</a:t>
            </a:r>
            <a:endParaRPr lang="en-SG" dirty="0"/>
          </a:p>
        </p:txBody>
      </p:sp>
      <p:sp>
        <p:nvSpPr>
          <p:cNvPr id="4" name="Slide Number Placeholder 5">
            <a:extLst>
              <a:ext uri="{FF2B5EF4-FFF2-40B4-BE49-F238E27FC236}">
                <a16:creationId xmlns:a16="http://schemas.microsoft.com/office/drawing/2014/main" id="{95D4C76E-5EA7-E7B3-1001-642C0680EAB6}"/>
              </a:ext>
            </a:extLst>
          </p:cNvPr>
          <p:cNvSpPr>
            <a:spLocks noGrp="1"/>
          </p:cNvSpPr>
          <p:nvPr>
            <p:ph type="sldNum" sz="quarter" idx="19"/>
          </p:nvPr>
        </p:nvSpPr>
        <p:spPr>
          <a:xfrm>
            <a:off x="11780174" y="6518753"/>
            <a:ext cx="403200" cy="365125"/>
          </a:xfrm>
        </p:spPr>
        <p:txBody>
          <a:bodyPr/>
          <a:lstStyle>
            <a:lvl1pPr>
              <a:defRPr b="1">
                <a:solidFill>
                  <a:schemeClr val="bg1"/>
                </a:solidFill>
              </a:defRPr>
            </a:lvl1pPr>
          </a:lstStyle>
          <a:p>
            <a:fld id="{37634704-B76A-4521-980F-F9A17D805460}" type="slidenum">
              <a:rPr lang="en-SG" smtClean="0"/>
              <a:t>‹#›</a:t>
            </a:fld>
            <a:endParaRPr lang="en-SG"/>
          </a:p>
        </p:txBody>
      </p:sp>
      <p:sp>
        <p:nvSpPr>
          <p:cNvPr id="6" name="Title 1">
            <a:extLst>
              <a:ext uri="{FF2B5EF4-FFF2-40B4-BE49-F238E27FC236}">
                <a16:creationId xmlns:a16="http://schemas.microsoft.com/office/drawing/2014/main" id="{EB1E6C82-76CA-B913-1096-A75AF49210B5}"/>
              </a:ext>
            </a:extLst>
          </p:cNvPr>
          <p:cNvSpPr>
            <a:spLocks noGrp="1"/>
          </p:cNvSpPr>
          <p:nvPr>
            <p:ph type="title" hasCustomPrompt="1"/>
          </p:nvPr>
        </p:nvSpPr>
        <p:spPr>
          <a:xfrm>
            <a:off x="546165" y="785814"/>
            <a:ext cx="10531410" cy="623667"/>
          </a:xfrm>
        </p:spPr>
        <p:txBody>
          <a:bodyPr>
            <a:normAutofit/>
          </a:bodyPr>
          <a:lstStyle>
            <a:lvl1pPr>
              <a:defRPr sz="3200"/>
            </a:lvl1pPr>
          </a:lstStyle>
          <a:p>
            <a:pPr lvl="0"/>
            <a:r>
              <a:rPr lang="en-US" dirty="0"/>
              <a:t>Slide Title in Arial Black 32pt</a:t>
            </a:r>
            <a:endParaRPr lang="en-SG" dirty="0"/>
          </a:p>
        </p:txBody>
      </p:sp>
    </p:spTree>
    <p:extLst>
      <p:ext uri="{BB962C8B-B14F-4D97-AF65-F5344CB8AC3E}">
        <p14:creationId xmlns:p14="http://schemas.microsoft.com/office/powerpoint/2010/main" val="5675759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hree-Column Layout ">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CC5A3A1-50CE-5942-F47A-2B2384F3E82E}"/>
              </a:ext>
            </a:extLst>
          </p:cNvPr>
          <p:cNvPicPr>
            <a:picLocks noGrp="1" noRot="1" noMove="1" noResize="1" noEditPoints="1" noAdjustHandles="1" noChangeArrowheads="1" noChangeShapeType="1" noCrop="1"/>
          </p:cNvPicPr>
          <p:nvPr/>
        </p:nvPicPr>
        <p:blipFill>
          <a:blip r:embed="rId2"/>
          <a:stretch>
            <a:fillRect/>
          </a:stretch>
        </p:blipFill>
        <p:spPr>
          <a:xfrm rot="10800000">
            <a:off x="11788800" y="6454800"/>
            <a:ext cx="403200" cy="403200"/>
          </a:xfrm>
          <a:prstGeom prst="rect">
            <a:avLst/>
          </a:prstGeom>
        </p:spPr>
      </p:pic>
      <p:pic>
        <p:nvPicPr>
          <p:cNvPr id="8" name="Picture 7">
            <a:extLst>
              <a:ext uri="{FF2B5EF4-FFF2-40B4-BE49-F238E27FC236}">
                <a16:creationId xmlns:a16="http://schemas.microsoft.com/office/drawing/2014/main" id="{31B7C0CB-EA13-9E14-290E-996A679769EE}"/>
              </a:ext>
            </a:extLst>
          </p:cNvPr>
          <p:cNvPicPr>
            <a:picLocks noGrp="1" noRot="1" noMove="1" noResize="1" noEditPoints="1" noAdjustHandles="1" noChangeArrowheads="1" noChangeShapeType="1" noCrop="1"/>
          </p:cNvPicPr>
          <p:nvPr/>
        </p:nvPicPr>
        <p:blipFill>
          <a:blip r:embed="rId3"/>
          <a:stretch>
            <a:fillRect/>
          </a:stretch>
        </p:blipFill>
        <p:spPr>
          <a:xfrm>
            <a:off x="10313260" y="382613"/>
            <a:ext cx="1475540" cy="403200"/>
          </a:xfrm>
          <a:prstGeom prst="rect">
            <a:avLst/>
          </a:prstGeom>
        </p:spPr>
      </p:pic>
      <p:sp>
        <p:nvSpPr>
          <p:cNvPr id="12" name="Text Placeholder 50">
            <a:extLst>
              <a:ext uri="{FF2B5EF4-FFF2-40B4-BE49-F238E27FC236}">
                <a16:creationId xmlns:a16="http://schemas.microsoft.com/office/drawing/2014/main" id="{E7ECDA8E-9819-1094-88BC-C24F570CE556}"/>
              </a:ext>
            </a:extLst>
          </p:cNvPr>
          <p:cNvSpPr>
            <a:spLocks noGrp="1"/>
          </p:cNvSpPr>
          <p:nvPr>
            <p:ph type="body" sz="quarter" idx="15" hasCustomPrompt="1"/>
          </p:nvPr>
        </p:nvSpPr>
        <p:spPr>
          <a:xfrm>
            <a:off x="8325855" y="1868654"/>
            <a:ext cx="3092270" cy="4586145"/>
          </a:xfrm>
        </p:spPr>
        <p:txBody>
          <a:bodyPr>
            <a:noAutofit/>
          </a:bodyPr>
          <a:lstStyle>
            <a:lvl1pPr marL="0" indent="0">
              <a:buNone/>
              <a:defRPr sz="1800" b="0">
                <a:latin typeface="Arial" panose="020B0604020202020204" pitchFamily="34" charset="0"/>
                <a:cs typeface="Arial" panose="020B0604020202020204" pitchFamily="34" charset="0"/>
              </a:defRPr>
            </a:lvl1pPr>
          </a:lstStyle>
          <a:p>
            <a:pPr lvl="0"/>
            <a:r>
              <a:rPr lang="en-US"/>
              <a:t>Include body text here (Arial Regular 18)</a:t>
            </a:r>
            <a:endParaRPr lang="en-SG"/>
          </a:p>
        </p:txBody>
      </p:sp>
      <p:sp>
        <p:nvSpPr>
          <p:cNvPr id="13" name="Text Placeholder 50">
            <a:extLst>
              <a:ext uri="{FF2B5EF4-FFF2-40B4-BE49-F238E27FC236}">
                <a16:creationId xmlns:a16="http://schemas.microsoft.com/office/drawing/2014/main" id="{3DE16804-2BF1-6D35-32C1-EB67C6642E1E}"/>
              </a:ext>
            </a:extLst>
          </p:cNvPr>
          <p:cNvSpPr>
            <a:spLocks noGrp="1"/>
          </p:cNvSpPr>
          <p:nvPr>
            <p:ph type="body" sz="quarter" idx="16" hasCustomPrompt="1"/>
          </p:nvPr>
        </p:nvSpPr>
        <p:spPr>
          <a:xfrm>
            <a:off x="773877" y="1868653"/>
            <a:ext cx="3092270" cy="4586145"/>
          </a:xfrm>
        </p:spPr>
        <p:txBody>
          <a:bodyPr>
            <a:noAutofit/>
          </a:bodyPr>
          <a:lstStyle>
            <a:lvl1pPr marL="0" indent="0">
              <a:buNone/>
              <a:defRPr sz="2000" b="1">
                <a:solidFill>
                  <a:srgbClr val="6FB01E"/>
                </a:solidFill>
                <a:latin typeface="Arial" panose="020B0604020202020204" pitchFamily="34" charset="0"/>
                <a:cs typeface="Arial" panose="020B0604020202020204" pitchFamily="34" charset="0"/>
              </a:defRPr>
            </a:lvl1pPr>
          </a:lstStyle>
          <a:p>
            <a:pPr lvl="0"/>
            <a:r>
              <a:rPr lang="en-US"/>
              <a:t>Include header paragraph here (Arial Bold 20)</a:t>
            </a:r>
            <a:endParaRPr lang="en-SG"/>
          </a:p>
        </p:txBody>
      </p:sp>
      <p:sp>
        <p:nvSpPr>
          <p:cNvPr id="14" name="Text Placeholder 50">
            <a:extLst>
              <a:ext uri="{FF2B5EF4-FFF2-40B4-BE49-F238E27FC236}">
                <a16:creationId xmlns:a16="http://schemas.microsoft.com/office/drawing/2014/main" id="{036EC7F8-4081-9C7E-0EF8-AA007EF752CC}"/>
              </a:ext>
            </a:extLst>
          </p:cNvPr>
          <p:cNvSpPr>
            <a:spLocks noGrp="1"/>
          </p:cNvSpPr>
          <p:nvPr>
            <p:ph type="body" sz="quarter" idx="17" hasCustomPrompt="1"/>
          </p:nvPr>
        </p:nvSpPr>
        <p:spPr>
          <a:xfrm>
            <a:off x="4549866" y="1868653"/>
            <a:ext cx="3092270" cy="4586145"/>
          </a:xfrm>
        </p:spPr>
        <p:txBody>
          <a:bodyPr>
            <a:noAutofit/>
          </a:bodyPr>
          <a:lstStyle>
            <a:lvl1pPr marL="0" indent="0">
              <a:buNone/>
              <a:defRPr sz="1800" b="0">
                <a:latin typeface="Arial" panose="020B0604020202020204" pitchFamily="34" charset="0"/>
                <a:cs typeface="Arial" panose="020B0604020202020204" pitchFamily="34" charset="0"/>
              </a:defRPr>
            </a:lvl1pPr>
          </a:lstStyle>
          <a:p>
            <a:pPr lvl="0"/>
            <a:r>
              <a:rPr lang="en-US" dirty="0"/>
              <a:t>Include body text here (Arial Regular 18)</a:t>
            </a:r>
            <a:endParaRPr lang="en-SG" dirty="0"/>
          </a:p>
        </p:txBody>
      </p:sp>
      <p:sp>
        <p:nvSpPr>
          <p:cNvPr id="3" name="Slide Number Placeholder 5">
            <a:extLst>
              <a:ext uri="{FF2B5EF4-FFF2-40B4-BE49-F238E27FC236}">
                <a16:creationId xmlns:a16="http://schemas.microsoft.com/office/drawing/2014/main" id="{8E25EC81-2655-02F1-38C9-02A0001E18D1}"/>
              </a:ext>
            </a:extLst>
          </p:cNvPr>
          <p:cNvSpPr>
            <a:spLocks noGrp="1"/>
          </p:cNvSpPr>
          <p:nvPr>
            <p:ph type="sldNum" sz="quarter" idx="19"/>
          </p:nvPr>
        </p:nvSpPr>
        <p:spPr>
          <a:xfrm>
            <a:off x="11780174" y="6518753"/>
            <a:ext cx="403200" cy="365125"/>
          </a:xfrm>
        </p:spPr>
        <p:txBody>
          <a:bodyPr/>
          <a:lstStyle>
            <a:lvl1pPr>
              <a:defRPr b="1">
                <a:solidFill>
                  <a:schemeClr val="bg1"/>
                </a:solidFill>
              </a:defRPr>
            </a:lvl1pPr>
          </a:lstStyle>
          <a:p>
            <a:fld id="{37634704-B76A-4521-980F-F9A17D805460}" type="slidenum">
              <a:rPr lang="en-SG" smtClean="0"/>
              <a:t>‹#›</a:t>
            </a:fld>
            <a:endParaRPr lang="en-SG"/>
          </a:p>
        </p:txBody>
      </p:sp>
      <p:sp>
        <p:nvSpPr>
          <p:cNvPr id="5" name="Title 1">
            <a:extLst>
              <a:ext uri="{FF2B5EF4-FFF2-40B4-BE49-F238E27FC236}">
                <a16:creationId xmlns:a16="http://schemas.microsoft.com/office/drawing/2014/main" id="{F2C4B17D-08C6-E815-412C-936D9BD54590}"/>
              </a:ext>
            </a:extLst>
          </p:cNvPr>
          <p:cNvSpPr>
            <a:spLocks noGrp="1"/>
          </p:cNvSpPr>
          <p:nvPr>
            <p:ph type="title" hasCustomPrompt="1"/>
          </p:nvPr>
        </p:nvSpPr>
        <p:spPr>
          <a:xfrm>
            <a:off x="546165" y="785814"/>
            <a:ext cx="10531410" cy="623667"/>
          </a:xfrm>
        </p:spPr>
        <p:txBody>
          <a:bodyPr>
            <a:normAutofit/>
          </a:bodyPr>
          <a:lstStyle>
            <a:lvl1pPr>
              <a:defRPr sz="3200"/>
            </a:lvl1pPr>
          </a:lstStyle>
          <a:p>
            <a:pPr lvl="0"/>
            <a:r>
              <a:rPr lang="en-US" dirty="0"/>
              <a:t>Slide Title in Arial Black 32pt</a:t>
            </a:r>
            <a:endParaRPr lang="en-SG" dirty="0"/>
          </a:p>
        </p:txBody>
      </p:sp>
    </p:spTree>
    <p:extLst>
      <p:ext uri="{BB962C8B-B14F-4D97-AF65-F5344CB8AC3E}">
        <p14:creationId xmlns:p14="http://schemas.microsoft.com/office/powerpoint/2010/main" val="18009105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Image Slide">
    <p:spTree>
      <p:nvGrpSpPr>
        <p:cNvPr id="1" name=""/>
        <p:cNvGrpSpPr/>
        <p:nvPr/>
      </p:nvGrpSpPr>
      <p:grpSpPr>
        <a:xfrm>
          <a:off x="0" y="0"/>
          <a:ext cx="0" cy="0"/>
          <a:chOff x="0" y="0"/>
          <a:chExt cx="0" cy="0"/>
        </a:xfrm>
      </p:grpSpPr>
      <p:sp>
        <p:nvSpPr>
          <p:cNvPr id="15" name="Picture Placeholder 14">
            <a:extLst>
              <a:ext uri="{FF2B5EF4-FFF2-40B4-BE49-F238E27FC236}">
                <a16:creationId xmlns:a16="http://schemas.microsoft.com/office/drawing/2014/main" id="{487D4D4E-A120-0899-9647-77A34C5BB68D}"/>
              </a:ext>
            </a:extLst>
          </p:cNvPr>
          <p:cNvSpPr>
            <a:spLocks noGrp="1"/>
          </p:cNvSpPr>
          <p:nvPr>
            <p:ph type="pic" sz="quarter" idx="10"/>
          </p:nvPr>
        </p:nvSpPr>
        <p:spPr>
          <a:xfrm>
            <a:off x="871538" y="1758167"/>
            <a:ext cx="4886325" cy="3798888"/>
          </a:xfrm>
        </p:spPr>
        <p:txBody>
          <a:bodyPr/>
          <a:lstStyle/>
          <a:p>
            <a:r>
              <a:rPr lang="en-US"/>
              <a:t>Click icon to add picture</a:t>
            </a:r>
            <a:endParaRPr lang="en-SG"/>
          </a:p>
        </p:txBody>
      </p:sp>
      <p:pic>
        <p:nvPicPr>
          <p:cNvPr id="4" name="Picture 3">
            <a:extLst>
              <a:ext uri="{FF2B5EF4-FFF2-40B4-BE49-F238E27FC236}">
                <a16:creationId xmlns:a16="http://schemas.microsoft.com/office/drawing/2014/main" id="{DC19F52D-133D-44D7-17A1-A13DAFCA8858}"/>
              </a:ext>
            </a:extLst>
          </p:cNvPr>
          <p:cNvPicPr>
            <a:picLocks noGrp="1" noRot="1" noMove="1" noResize="1" noEditPoints="1" noAdjustHandles="1" noChangeArrowheads="1" noChangeShapeType="1" noCrop="1"/>
          </p:cNvPicPr>
          <p:nvPr/>
        </p:nvPicPr>
        <p:blipFill>
          <a:blip r:embed="rId2"/>
          <a:stretch>
            <a:fillRect/>
          </a:stretch>
        </p:blipFill>
        <p:spPr>
          <a:xfrm rot="10800000">
            <a:off x="11788800" y="6454800"/>
            <a:ext cx="403200" cy="403200"/>
          </a:xfrm>
          <a:prstGeom prst="rect">
            <a:avLst/>
          </a:prstGeom>
        </p:spPr>
      </p:pic>
      <p:pic>
        <p:nvPicPr>
          <p:cNvPr id="11" name="Picture 10">
            <a:extLst>
              <a:ext uri="{FF2B5EF4-FFF2-40B4-BE49-F238E27FC236}">
                <a16:creationId xmlns:a16="http://schemas.microsoft.com/office/drawing/2014/main" id="{5D7C486F-4111-D8FC-6490-2A98BE38D17A}"/>
              </a:ext>
            </a:extLst>
          </p:cNvPr>
          <p:cNvPicPr>
            <a:picLocks noGrp="1" noRot="1" noMove="1" noResize="1" noEditPoints="1" noAdjustHandles="1" noChangeArrowheads="1" noChangeShapeType="1" noCrop="1"/>
          </p:cNvPicPr>
          <p:nvPr/>
        </p:nvPicPr>
        <p:blipFill>
          <a:blip r:embed="rId3"/>
          <a:stretch>
            <a:fillRect/>
          </a:stretch>
        </p:blipFill>
        <p:spPr>
          <a:xfrm>
            <a:off x="10313260" y="382613"/>
            <a:ext cx="1475540" cy="403200"/>
          </a:xfrm>
          <a:prstGeom prst="rect">
            <a:avLst/>
          </a:prstGeom>
        </p:spPr>
      </p:pic>
      <p:sp>
        <p:nvSpPr>
          <p:cNvPr id="17" name="Picture Placeholder 16">
            <a:extLst>
              <a:ext uri="{FF2B5EF4-FFF2-40B4-BE49-F238E27FC236}">
                <a16:creationId xmlns:a16="http://schemas.microsoft.com/office/drawing/2014/main" id="{2AAA8302-379E-8A58-FEE2-5127A504B8C8}"/>
              </a:ext>
            </a:extLst>
          </p:cNvPr>
          <p:cNvSpPr>
            <a:spLocks noGrp="1"/>
          </p:cNvSpPr>
          <p:nvPr>
            <p:ph type="pic" sz="quarter" idx="11"/>
          </p:nvPr>
        </p:nvSpPr>
        <p:spPr>
          <a:xfrm>
            <a:off x="6002338" y="1758167"/>
            <a:ext cx="5359400" cy="3798888"/>
          </a:xfrm>
        </p:spPr>
        <p:txBody>
          <a:bodyPr/>
          <a:lstStyle/>
          <a:p>
            <a:r>
              <a:rPr lang="en-US"/>
              <a:t>Click icon to add picture</a:t>
            </a:r>
            <a:endParaRPr lang="en-SG"/>
          </a:p>
        </p:txBody>
      </p:sp>
      <p:sp>
        <p:nvSpPr>
          <p:cNvPr id="3" name="Slide Number Placeholder 5">
            <a:extLst>
              <a:ext uri="{FF2B5EF4-FFF2-40B4-BE49-F238E27FC236}">
                <a16:creationId xmlns:a16="http://schemas.microsoft.com/office/drawing/2014/main" id="{4105EC29-A247-1526-790D-1CE1302EFC11}"/>
              </a:ext>
            </a:extLst>
          </p:cNvPr>
          <p:cNvSpPr>
            <a:spLocks noGrp="1"/>
          </p:cNvSpPr>
          <p:nvPr>
            <p:ph type="sldNum" sz="quarter" idx="19"/>
          </p:nvPr>
        </p:nvSpPr>
        <p:spPr>
          <a:xfrm>
            <a:off x="11780174" y="6518753"/>
            <a:ext cx="403200" cy="365125"/>
          </a:xfrm>
        </p:spPr>
        <p:txBody>
          <a:bodyPr/>
          <a:lstStyle>
            <a:lvl1pPr>
              <a:defRPr b="1">
                <a:solidFill>
                  <a:schemeClr val="bg1"/>
                </a:solidFill>
              </a:defRPr>
            </a:lvl1pPr>
          </a:lstStyle>
          <a:p>
            <a:fld id="{37634704-B76A-4521-980F-F9A17D805460}" type="slidenum">
              <a:rPr lang="en-SG" smtClean="0"/>
              <a:t>‹#›</a:t>
            </a:fld>
            <a:endParaRPr lang="en-SG"/>
          </a:p>
        </p:txBody>
      </p:sp>
      <p:sp>
        <p:nvSpPr>
          <p:cNvPr id="5" name="Title 1">
            <a:extLst>
              <a:ext uri="{FF2B5EF4-FFF2-40B4-BE49-F238E27FC236}">
                <a16:creationId xmlns:a16="http://schemas.microsoft.com/office/drawing/2014/main" id="{285A6E41-D69C-7AC0-C5B5-35DD164F29DF}"/>
              </a:ext>
            </a:extLst>
          </p:cNvPr>
          <p:cNvSpPr>
            <a:spLocks noGrp="1"/>
          </p:cNvSpPr>
          <p:nvPr>
            <p:ph type="title" hasCustomPrompt="1"/>
          </p:nvPr>
        </p:nvSpPr>
        <p:spPr>
          <a:xfrm>
            <a:off x="546165" y="785814"/>
            <a:ext cx="10531410" cy="623667"/>
          </a:xfrm>
        </p:spPr>
        <p:txBody>
          <a:bodyPr>
            <a:normAutofit/>
          </a:bodyPr>
          <a:lstStyle>
            <a:lvl1pPr>
              <a:defRPr sz="3200"/>
            </a:lvl1pPr>
          </a:lstStyle>
          <a:p>
            <a:pPr lvl="0"/>
            <a:r>
              <a:rPr lang="en-US" dirty="0"/>
              <a:t>Slide Title in Arial Black 32pt</a:t>
            </a:r>
            <a:endParaRPr lang="en-SG" dirty="0"/>
          </a:p>
        </p:txBody>
      </p:sp>
    </p:spTree>
    <p:extLst>
      <p:ext uri="{BB962C8B-B14F-4D97-AF65-F5344CB8AC3E}">
        <p14:creationId xmlns:p14="http://schemas.microsoft.com/office/powerpoint/2010/main" val="131649250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2 Columns">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C19F52D-133D-44D7-17A1-A13DAFCA8858}"/>
              </a:ext>
            </a:extLst>
          </p:cNvPr>
          <p:cNvPicPr>
            <a:picLocks noGrp="1" noRot="1" noMove="1" noResize="1" noEditPoints="1" noAdjustHandles="1" noChangeArrowheads="1" noChangeShapeType="1" noCrop="1"/>
          </p:cNvPicPr>
          <p:nvPr/>
        </p:nvPicPr>
        <p:blipFill>
          <a:blip r:embed="rId2"/>
          <a:stretch>
            <a:fillRect/>
          </a:stretch>
        </p:blipFill>
        <p:spPr>
          <a:xfrm rot="10800000">
            <a:off x="11788800" y="6454800"/>
            <a:ext cx="403200" cy="403200"/>
          </a:xfrm>
          <a:prstGeom prst="rect">
            <a:avLst/>
          </a:prstGeom>
        </p:spPr>
      </p:pic>
      <p:pic>
        <p:nvPicPr>
          <p:cNvPr id="11" name="Picture 10">
            <a:extLst>
              <a:ext uri="{FF2B5EF4-FFF2-40B4-BE49-F238E27FC236}">
                <a16:creationId xmlns:a16="http://schemas.microsoft.com/office/drawing/2014/main" id="{5D7C486F-4111-D8FC-6490-2A98BE38D17A}"/>
              </a:ext>
            </a:extLst>
          </p:cNvPr>
          <p:cNvPicPr>
            <a:picLocks noGrp="1" noRot="1" noMove="1" noResize="1" noEditPoints="1" noAdjustHandles="1" noChangeArrowheads="1" noChangeShapeType="1" noCrop="1"/>
          </p:cNvPicPr>
          <p:nvPr/>
        </p:nvPicPr>
        <p:blipFill>
          <a:blip r:embed="rId3"/>
          <a:stretch>
            <a:fillRect/>
          </a:stretch>
        </p:blipFill>
        <p:spPr>
          <a:xfrm>
            <a:off x="10313260" y="382613"/>
            <a:ext cx="1475540" cy="403200"/>
          </a:xfrm>
          <a:prstGeom prst="rect">
            <a:avLst/>
          </a:prstGeom>
        </p:spPr>
      </p:pic>
      <p:sp>
        <p:nvSpPr>
          <p:cNvPr id="3" name="Slide Number Placeholder 5">
            <a:extLst>
              <a:ext uri="{FF2B5EF4-FFF2-40B4-BE49-F238E27FC236}">
                <a16:creationId xmlns:a16="http://schemas.microsoft.com/office/drawing/2014/main" id="{4105EC29-A247-1526-790D-1CE1302EFC11}"/>
              </a:ext>
            </a:extLst>
          </p:cNvPr>
          <p:cNvSpPr>
            <a:spLocks noGrp="1"/>
          </p:cNvSpPr>
          <p:nvPr>
            <p:ph type="sldNum" sz="quarter" idx="19"/>
          </p:nvPr>
        </p:nvSpPr>
        <p:spPr>
          <a:xfrm>
            <a:off x="11780174" y="6518753"/>
            <a:ext cx="403200" cy="365125"/>
          </a:xfrm>
        </p:spPr>
        <p:txBody>
          <a:bodyPr/>
          <a:lstStyle>
            <a:lvl1pPr>
              <a:defRPr b="1">
                <a:solidFill>
                  <a:schemeClr val="bg1"/>
                </a:solidFill>
                <a:latin typeface="Arial" panose="020B0604020202020204" pitchFamily="34" charset="0"/>
                <a:cs typeface="Arial" panose="020B0604020202020204" pitchFamily="34" charset="0"/>
              </a:defRPr>
            </a:lvl1pPr>
          </a:lstStyle>
          <a:p>
            <a:fld id="{37634704-B76A-4521-980F-F9A17D805460}" type="slidenum">
              <a:rPr lang="en-SG" smtClean="0"/>
              <a:t>‹#›</a:t>
            </a:fld>
            <a:endParaRPr lang="en-SG"/>
          </a:p>
        </p:txBody>
      </p:sp>
      <p:sp>
        <p:nvSpPr>
          <p:cNvPr id="6" name="Content Placeholder 6">
            <a:extLst>
              <a:ext uri="{FF2B5EF4-FFF2-40B4-BE49-F238E27FC236}">
                <a16:creationId xmlns:a16="http://schemas.microsoft.com/office/drawing/2014/main" id="{6E470DD7-07D5-B794-1797-AD7EAB7410C3}"/>
              </a:ext>
            </a:extLst>
          </p:cNvPr>
          <p:cNvSpPr>
            <a:spLocks noGrp="1"/>
          </p:cNvSpPr>
          <p:nvPr>
            <p:ph sz="quarter" idx="21"/>
          </p:nvPr>
        </p:nvSpPr>
        <p:spPr>
          <a:xfrm>
            <a:off x="5988307" y="1758950"/>
            <a:ext cx="5089268" cy="4489450"/>
          </a:xfrm>
        </p:spPr>
        <p:txBody>
          <a:bodyPr>
            <a:normAutofit/>
          </a:bodyPr>
          <a:lstStyle>
            <a:lvl1pPr>
              <a:defRPr sz="2000"/>
            </a:lvl1pPr>
            <a:lvl2pPr>
              <a:defRPr sz="2000"/>
            </a:lvl2pPr>
            <a:lvl3pPr>
              <a:defRPr sz="20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Content Placeholder 6">
            <a:extLst>
              <a:ext uri="{FF2B5EF4-FFF2-40B4-BE49-F238E27FC236}">
                <a16:creationId xmlns:a16="http://schemas.microsoft.com/office/drawing/2014/main" id="{C9196EC4-A7D7-8920-9041-E9BAD0ACDE4C}"/>
              </a:ext>
            </a:extLst>
          </p:cNvPr>
          <p:cNvSpPr>
            <a:spLocks noGrp="1"/>
          </p:cNvSpPr>
          <p:nvPr>
            <p:ph sz="quarter" idx="20"/>
          </p:nvPr>
        </p:nvSpPr>
        <p:spPr>
          <a:xfrm>
            <a:off x="546100" y="1758950"/>
            <a:ext cx="5089268" cy="4489450"/>
          </a:xfrm>
        </p:spPr>
        <p:txBody>
          <a:bodyPr>
            <a:normAutofit/>
          </a:bodyPr>
          <a:lstStyle>
            <a:lvl1pPr>
              <a:defRPr sz="2000"/>
            </a:lvl1pPr>
            <a:lvl2pPr>
              <a:defRPr sz="2000"/>
            </a:lvl2pPr>
            <a:lvl3pPr>
              <a:defRPr sz="20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7" name="Title 1">
            <a:extLst>
              <a:ext uri="{FF2B5EF4-FFF2-40B4-BE49-F238E27FC236}">
                <a16:creationId xmlns:a16="http://schemas.microsoft.com/office/drawing/2014/main" id="{E10C38FC-A1CD-861C-73B2-89912DB936F1}"/>
              </a:ext>
            </a:extLst>
          </p:cNvPr>
          <p:cNvSpPr>
            <a:spLocks noGrp="1"/>
          </p:cNvSpPr>
          <p:nvPr>
            <p:ph type="title" hasCustomPrompt="1"/>
          </p:nvPr>
        </p:nvSpPr>
        <p:spPr>
          <a:xfrm>
            <a:off x="546165" y="785814"/>
            <a:ext cx="10531410" cy="623667"/>
          </a:xfrm>
        </p:spPr>
        <p:txBody>
          <a:bodyPr>
            <a:normAutofit/>
          </a:bodyPr>
          <a:lstStyle>
            <a:lvl1pPr>
              <a:defRPr sz="3200"/>
            </a:lvl1pPr>
          </a:lstStyle>
          <a:p>
            <a:pPr lvl="0"/>
            <a:r>
              <a:rPr lang="en-US" dirty="0"/>
              <a:t>Slide Title in Arial Black 32pt</a:t>
            </a:r>
            <a:endParaRPr lang="en-SG" dirty="0"/>
          </a:p>
        </p:txBody>
      </p:sp>
    </p:spTree>
    <p:extLst>
      <p:ext uri="{BB962C8B-B14F-4D97-AF65-F5344CB8AC3E}">
        <p14:creationId xmlns:p14="http://schemas.microsoft.com/office/powerpoint/2010/main" val="28370166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0EB298-0B02-FA07-92E7-D0E58F2592B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SG"/>
          </a:p>
        </p:txBody>
      </p:sp>
      <p:sp>
        <p:nvSpPr>
          <p:cNvPr id="3" name="Subtitle 2">
            <a:extLst>
              <a:ext uri="{FF2B5EF4-FFF2-40B4-BE49-F238E27FC236}">
                <a16:creationId xmlns:a16="http://schemas.microsoft.com/office/drawing/2014/main" id="{1CE42805-48E1-504D-EEB4-F5DB10D58E7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SG"/>
          </a:p>
        </p:txBody>
      </p:sp>
      <p:sp>
        <p:nvSpPr>
          <p:cNvPr id="4" name="Date Placeholder 3">
            <a:extLst>
              <a:ext uri="{FF2B5EF4-FFF2-40B4-BE49-F238E27FC236}">
                <a16:creationId xmlns:a16="http://schemas.microsoft.com/office/drawing/2014/main" id="{DF54B4B4-5151-FD92-D6DC-7B0162A60524}"/>
              </a:ext>
            </a:extLst>
          </p:cNvPr>
          <p:cNvSpPr>
            <a:spLocks noGrp="1"/>
          </p:cNvSpPr>
          <p:nvPr>
            <p:ph type="dt" sz="half" idx="10"/>
          </p:nvPr>
        </p:nvSpPr>
        <p:spPr/>
        <p:txBody>
          <a:bodyPr/>
          <a:lstStyle/>
          <a:p>
            <a:fld id="{06932915-0CD0-47F7-8E0E-CBA38867E052}" type="datetimeFigureOut">
              <a:rPr lang="en-SG" smtClean="0"/>
              <a:t>20/10/2026</a:t>
            </a:fld>
            <a:endParaRPr lang="en-SG"/>
          </a:p>
        </p:txBody>
      </p:sp>
      <p:sp>
        <p:nvSpPr>
          <p:cNvPr id="5" name="Footer Placeholder 4">
            <a:extLst>
              <a:ext uri="{FF2B5EF4-FFF2-40B4-BE49-F238E27FC236}">
                <a16:creationId xmlns:a16="http://schemas.microsoft.com/office/drawing/2014/main" id="{0EA84BB4-24C4-899F-06ED-94953B934956}"/>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5256AAFC-9E01-83FF-B259-3701621DEC2D}"/>
              </a:ext>
            </a:extLst>
          </p:cNvPr>
          <p:cNvSpPr>
            <a:spLocks noGrp="1"/>
          </p:cNvSpPr>
          <p:nvPr>
            <p:ph type="sldNum" sz="quarter" idx="12"/>
          </p:nvPr>
        </p:nvSpPr>
        <p:spPr/>
        <p:txBody>
          <a:bodyPr/>
          <a:lstStyle/>
          <a:p>
            <a:fld id="{37634704-B76A-4521-980F-F9A17D805460}" type="slidenum">
              <a:rPr lang="en-SG" smtClean="0"/>
              <a:t>‹#›</a:t>
            </a:fld>
            <a:endParaRPr lang="en-SG"/>
          </a:p>
        </p:txBody>
      </p:sp>
    </p:spTree>
    <p:extLst>
      <p:ext uri="{BB962C8B-B14F-4D97-AF65-F5344CB8AC3E}">
        <p14:creationId xmlns:p14="http://schemas.microsoft.com/office/powerpoint/2010/main" val="137421124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1_Content Slide">
    <p:spTree>
      <p:nvGrpSpPr>
        <p:cNvPr id="1" name=""/>
        <p:cNvGrpSpPr/>
        <p:nvPr/>
      </p:nvGrpSpPr>
      <p:grpSpPr>
        <a:xfrm>
          <a:off x="0" y="0"/>
          <a:ext cx="0" cy="0"/>
          <a:chOff x="0" y="0"/>
          <a:chExt cx="0" cy="0"/>
        </a:xfrm>
      </p:grpSpPr>
      <p:sp>
        <p:nvSpPr>
          <p:cNvPr id="11" name="Text Placeholder 50">
            <a:extLst>
              <a:ext uri="{FF2B5EF4-FFF2-40B4-BE49-F238E27FC236}">
                <a16:creationId xmlns:a16="http://schemas.microsoft.com/office/drawing/2014/main" id="{C9EDE493-3022-83F2-C631-A5B57EB94A17}"/>
              </a:ext>
            </a:extLst>
          </p:cNvPr>
          <p:cNvSpPr>
            <a:spLocks noGrp="1"/>
          </p:cNvSpPr>
          <p:nvPr>
            <p:ph type="body" sz="quarter" idx="14" hasCustomPrompt="1"/>
          </p:nvPr>
        </p:nvSpPr>
        <p:spPr>
          <a:xfrm>
            <a:off x="730035" y="1593025"/>
            <a:ext cx="7339144" cy="3671953"/>
          </a:xfrm>
        </p:spPr>
        <p:txBody>
          <a:bodyPr>
            <a:noAutofit/>
          </a:bodyPr>
          <a:lstStyle>
            <a:lvl1pPr marL="257175" indent="-257175">
              <a:buFont typeface="Arial" panose="020B0604020202020204" pitchFamily="34" charset="0"/>
              <a:buChar char="•"/>
              <a:defRPr sz="1500" b="0">
                <a:solidFill>
                  <a:schemeClr val="tx1"/>
                </a:solidFill>
                <a:latin typeface="Arial" panose="020B0604020202020204" pitchFamily="34" charset="0"/>
                <a:cs typeface="Arial" panose="020B0604020202020204" pitchFamily="34" charset="0"/>
              </a:defRPr>
            </a:lvl1pPr>
          </a:lstStyle>
          <a:p>
            <a:pPr lvl="0"/>
            <a:r>
              <a:rPr lang="en-US"/>
              <a:t>Include bullet content here (Arial regular 20)</a:t>
            </a:r>
            <a:endParaRPr lang="en-SG"/>
          </a:p>
        </p:txBody>
      </p:sp>
      <p:sp>
        <p:nvSpPr>
          <p:cNvPr id="12" name="Text Placeholder 50">
            <a:extLst>
              <a:ext uri="{FF2B5EF4-FFF2-40B4-BE49-F238E27FC236}">
                <a16:creationId xmlns:a16="http://schemas.microsoft.com/office/drawing/2014/main" id="{E65D6370-7DD6-349A-1411-08C3CD222FED}"/>
              </a:ext>
            </a:extLst>
          </p:cNvPr>
          <p:cNvSpPr>
            <a:spLocks noGrp="1" noRot="1" noMove="1" noResize="1" noEditPoints="1" noAdjustHandles="1" noChangeArrowheads="1" noChangeShapeType="1"/>
          </p:cNvSpPr>
          <p:nvPr>
            <p:ph type="body" sz="quarter" idx="15" hasCustomPrompt="1"/>
          </p:nvPr>
        </p:nvSpPr>
        <p:spPr>
          <a:xfrm>
            <a:off x="11843781" y="6619460"/>
            <a:ext cx="348219" cy="238540"/>
          </a:xfrm>
        </p:spPr>
        <p:txBody>
          <a:bodyPr>
            <a:noAutofit/>
          </a:bodyPr>
          <a:lstStyle>
            <a:lvl1pPr marL="0" indent="0" algn="ctr">
              <a:buNone/>
              <a:defRPr sz="825" b="0">
                <a:solidFill>
                  <a:schemeClr val="bg1"/>
                </a:solidFill>
                <a:latin typeface="Arial" panose="020B0604020202020204" pitchFamily="34" charset="0"/>
                <a:cs typeface="Arial" panose="020B0604020202020204" pitchFamily="34" charset="0"/>
              </a:defRPr>
            </a:lvl1pPr>
          </a:lstStyle>
          <a:p>
            <a:pPr lvl="0"/>
            <a:r>
              <a:rPr lang="en-US"/>
              <a:t>00</a:t>
            </a:r>
            <a:endParaRPr lang="en-SG"/>
          </a:p>
        </p:txBody>
      </p:sp>
      <p:sp>
        <p:nvSpPr>
          <p:cNvPr id="3" name="Text Placeholder 50">
            <a:extLst>
              <a:ext uri="{FF2B5EF4-FFF2-40B4-BE49-F238E27FC236}">
                <a16:creationId xmlns:a16="http://schemas.microsoft.com/office/drawing/2014/main" id="{E4470E7A-B67B-5220-2D90-13D5AB1496DE}"/>
              </a:ext>
            </a:extLst>
          </p:cNvPr>
          <p:cNvSpPr>
            <a:spLocks noGrp="1"/>
          </p:cNvSpPr>
          <p:nvPr>
            <p:ph type="body" sz="quarter" idx="16" hasCustomPrompt="1"/>
          </p:nvPr>
        </p:nvSpPr>
        <p:spPr>
          <a:xfrm>
            <a:off x="730035" y="692681"/>
            <a:ext cx="9216072" cy="623667"/>
          </a:xfrm>
        </p:spPr>
        <p:txBody>
          <a:bodyPr>
            <a:noAutofit/>
          </a:bodyPr>
          <a:lstStyle>
            <a:lvl1pPr marL="0" indent="0">
              <a:buNone/>
              <a:defRPr sz="3200" b="0">
                <a:latin typeface="Arial Black" panose="020B0A04020102020204" pitchFamily="34" charset="0"/>
                <a:cs typeface="Arial" panose="020B0604020202020204" pitchFamily="34" charset="0"/>
              </a:defRPr>
            </a:lvl1pPr>
          </a:lstStyle>
          <a:p>
            <a:pPr lvl="0"/>
            <a:r>
              <a:rPr lang="en-US"/>
              <a:t>Slide Title in Arial Black 32pt</a:t>
            </a:r>
            <a:endParaRPr lang="en-SG"/>
          </a:p>
        </p:txBody>
      </p:sp>
      <p:pic>
        <p:nvPicPr>
          <p:cNvPr id="5" name="Picture 4" descr="A black background with a black square&#10;&#10;Description automatically generated with medium confidence">
            <a:extLst>
              <a:ext uri="{FF2B5EF4-FFF2-40B4-BE49-F238E27FC236}">
                <a16:creationId xmlns:a16="http://schemas.microsoft.com/office/drawing/2014/main" id="{54485791-BFA0-0C7F-6E21-DA8ECECD96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18605" y="229565"/>
            <a:ext cx="1825176" cy="403201"/>
          </a:xfrm>
          <a:prstGeom prst="rect">
            <a:avLst/>
          </a:prstGeom>
        </p:spPr>
      </p:pic>
      <p:pic>
        <p:nvPicPr>
          <p:cNvPr id="7" name="Picture 6">
            <a:extLst>
              <a:ext uri="{FF2B5EF4-FFF2-40B4-BE49-F238E27FC236}">
                <a16:creationId xmlns:a16="http://schemas.microsoft.com/office/drawing/2014/main" id="{D511219F-5C18-0CB9-9A0C-B12AD094BF24}"/>
              </a:ext>
            </a:extLst>
          </p:cNvPr>
          <p:cNvPicPr/>
          <p:nvPr/>
        </p:nvPicPr>
        <p:blipFill>
          <a:blip r:embed="rId3"/>
          <a:stretch>
            <a:fillRect/>
          </a:stretch>
        </p:blipFill>
        <p:spPr>
          <a:xfrm rot="10800000">
            <a:off x="11654400" y="6454800"/>
            <a:ext cx="537600" cy="403200"/>
          </a:xfrm>
          <a:prstGeom prst="rect">
            <a:avLst/>
          </a:prstGeom>
        </p:spPr>
      </p:pic>
    </p:spTree>
    <p:extLst>
      <p:ext uri="{BB962C8B-B14F-4D97-AF65-F5344CB8AC3E}">
        <p14:creationId xmlns:p14="http://schemas.microsoft.com/office/powerpoint/2010/main" val="314357635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cSld name="1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709877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304F90C-6A25-7B45-4D40-4AF6365F31E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SG"/>
          </a:p>
        </p:txBody>
      </p:sp>
      <p:sp>
        <p:nvSpPr>
          <p:cNvPr id="3" name="Text Placeholder 2">
            <a:extLst>
              <a:ext uri="{FF2B5EF4-FFF2-40B4-BE49-F238E27FC236}">
                <a16:creationId xmlns:a16="http://schemas.microsoft.com/office/drawing/2014/main" id="{387C91A6-E80A-E271-1A2A-66F1BFA6410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dirty="0"/>
          </a:p>
        </p:txBody>
      </p:sp>
      <p:sp>
        <p:nvSpPr>
          <p:cNvPr id="4" name="Date Placeholder 3">
            <a:extLst>
              <a:ext uri="{FF2B5EF4-FFF2-40B4-BE49-F238E27FC236}">
                <a16:creationId xmlns:a16="http://schemas.microsoft.com/office/drawing/2014/main" id="{4EE94A59-448E-11D4-4086-32DAF36552A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6932915-0CD0-47F7-8E0E-CBA38867E052}" type="datetimeFigureOut">
              <a:rPr lang="en-SG" smtClean="0"/>
              <a:t>20/10/2026</a:t>
            </a:fld>
            <a:endParaRPr lang="en-SG"/>
          </a:p>
        </p:txBody>
      </p:sp>
      <p:sp>
        <p:nvSpPr>
          <p:cNvPr id="5" name="Footer Placeholder 4">
            <a:extLst>
              <a:ext uri="{FF2B5EF4-FFF2-40B4-BE49-F238E27FC236}">
                <a16:creationId xmlns:a16="http://schemas.microsoft.com/office/drawing/2014/main" id="{AE35392C-91E6-369E-D0BC-1388ADF1056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SG"/>
          </a:p>
        </p:txBody>
      </p:sp>
      <p:sp>
        <p:nvSpPr>
          <p:cNvPr id="6" name="Slide Number Placeholder 5">
            <a:extLst>
              <a:ext uri="{FF2B5EF4-FFF2-40B4-BE49-F238E27FC236}">
                <a16:creationId xmlns:a16="http://schemas.microsoft.com/office/drawing/2014/main" id="{F6975CD6-1D19-30A9-A10A-87EC3E46763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latin typeface="Arial" panose="020B0604020202020204" pitchFamily="34" charset="0"/>
                <a:cs typeface="Arial" panose="020B0604020202020204" pitchFamily="34" charset="0"/>
              </a:defRPr>
            </a:lvl1pPr>
          </a:lstStyle>
          <a:p>
            <a:fld id="{37634704-B76A-4521-980F-F9A17D805460}" type="slidenum">
              <a:rPr lang="en-SG" smtClean="0"/>
              <a:t>‹#›</a:t>
            </a:fld>
            <a:endParaRPr lang="en-SG"/>
          </a:p>
        </p:txBody>
      </p:sp>
      <p:sp>
        <p:nvSpPr>
          <p:cNvPr id="11" name="TextBox 10">
            <a:extLst>
              <a:ext uri="{FF2B5EF4-FFF2-40B4-BE49-F238E27FC236}">
                <a16:creationId xmlns:a16="http://schemas.microsoft.com/office/drawing/2014/main" id="{255A56C8-5334-C4ED-C577-FCA7D7C68E1C}"/>
              </a:ext>
            </a:extLst>
          </p:cNvPr>
          <p:cNvSpPr txBox="1"/>
          <p:nvPr>
            <p:extLst>
              <p:ext uri="{1162E1C5-73C7-4A58-AE30-91384D911F3F}">
                <p184:classification xmlns:p184="http://schemas.microsoft.com/office/powerpoint/2018/4/main" val="hdr"/>
              </p:ext>
            </p:extLst>
          </p:nvPr>
        </p:nvSpPr>
        <p:spPr>
          <a:xfrm>
            <a:off x="5139500" y="63500"/>
            <a:ext cx="1938337" cy="152400"/>
          </a:xfrm>
          <a:prstGeom prst="rect">
            <a:avLst/>
          </a:prstGeom>
        </p:spPr>
        <p:txBody>
          <a:bodyPr horzOverflow="overflow" lIns="0" tIns="0" rIns="0" bIns="0">
            <a:spAutoFit/>
          </a:bodyPr>
          <a:lstStyle/>
          <a:p>
            <a:pPr algn="l"/>
            <a:r>
              <a:rPr lang="en-SG" sz="1000">
                <a:solidFill>
                  <a:srgbClr val="000000">
                    <a:alpha val="50000"/>
                  </a:srgbClr>
                </a:solidFill>
                <a:latin typeface="Aptos" panose="020B0004020202020204" pitchFamily="34" charset="0"/>
              </a:rPr>
              <a:t>Official (Closed) \ Sensitive Normal</a:t>
            </a:r>
          </a:p>
        </p:txBody>
      </p:sp>
    </p:spTree>
    <p:extLst>
      <p:ext uri="{BB962C8B-B14F-4D97-AF65-F5344CB8AC3E}">
        <p14:creationId xmlns:p14="http://schemas.microsoft.com/office/powerpoint/2010/main" val="184371775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914400" rtl="0" eaLnBrk="1" latinLnBrk="0" hangingPunct="1">
        <a:lnSpc>
          <a:spcPct val="90000"/>
        </a:lnSpc>
        <a:spcBef>
          <a:spcPct val="0"/>
        </a:spcBef>
        <a:buNone/>
        <a:defRPr sz="4400" kern="1200">
          <a:solidFill>
            <a:schemeClr val="tx1"/>
          </a:solidFill>
          <a:latin typeface="Arial Black" panose="020B0A0402010202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hyperlink" Target="https://x.com/alexxubyte/status/1755992712229368299" TargetMode="Externa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8" Type="http://schemas.openxmlformats.org/officeDocument/2006/relationships/image" Target="../media/image30.gif"/><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8.xml"/><Relationship Id="rId1" Type="http://schemas.openxmlformats.org/officeDocument/2006/relationships/slideLayout" Target="../slideLayouts/slideLayout1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0.xml"/><Relationship Id="rId1" Type="http://schemas.openxmlformats.org/officeDocument/2006/relationships/slideLayout" Target="../slideLayouts/slideLayout7.xml"/><Relationship Id="rId5" Type="http://schemas.openxmlformats.org/officeDocument/2006/relationships/image" Target="../media/image34.png"/><Relationship Id="rId4" Type="http://schemas.openxmlformats.org/officeDocument/2006/relationships/image" Target="../media/image33.png"/></Relationships>
</file>

<file path=ppt/slides/_rels/slide2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37.jpg"/><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95196DFB-4C15-58A6-A7C5-386451CB9A61}"/>
              </a:ext>
            </a:extLst>
          </p:cNvPr>
          <p:cNvSpPr>
            <a:spLocks noGrp="1"/>
          </p:cNvSpPr>
          <p:nvPr>
            <p:ph type="body" sz="quarter" idx="13"/>
          </p:nvPr>
        </p:nvSpPr>
        <p:spPr/>
        <p:txBody>
          <a:bodyPr/>
          <a:lstStyle/>
          <a:p>
            <a:r>
              <a:rPr lang="en-US" dirty="0"/>
              <a:t>Week 01</a:t>
            </a:r>
          </a:p>
          <a:p>
            <a:r>
              <a:rPr lang="en-US" dirty="0"/>
              <a:t>Lesson 02 Revisiting </a:t>
            </a:r>
            <a:r>
              <a:rPr lang="en-US" dirty="0" err="1"/>
              <a:t>PetCareApp</a:t>
            </a:r>
            <a:endParaRPr lang="en-US" dirty="0"/>
          </a:p>
        </p:txBody>
      </p:sp>
      <p:sp>
        <p:nvSpPr>
          <p:cNvPr id="4" name="Title 3">
            <a:extLst>
              <a:ext uri="{FF2B5EF4-FFF2-40B4-BE49-F238E27FC236}">
                <a16:creationId xmlns:a16="http://schemas.microsoft.com/office/drawing/2014/main" id="{AE2917B0-3A4A-502C-A94F-AF202601EDCB}"/>
              </a:ext>
            </a:extLst>
          </p:cNvPr>
          <p:cNvSpPr>
            <a:spLocks noGrp="1"/>
          </p:cNvSpPr>
          <p:nvPr>
            <p:ph type="title"/>
          </p:nvPr>
        </p:nvSpPr>
        <p:spPr/>
        <p:txBody>
          <a:bodyPr/>
          <a:lstStyle/>
          <a:p>
            <a:r>
              <a:rPr lang="en-US" dirty="0"/>
              <a:t>C372 Payment Technologies</a:t>
            </a:r>
            <a:endParaRPr lang="en-SG" dirty="0"/>
          </a:p>
        </p:txBody>
      </p:sp>
    </p:spTree>
    <p:extLst>
      <p:ext uri="{BB962C8B-B14F-4D97-AF65-F5344CB8AC3E}">
        <p14:creationId xmlns:p14="http://schemas.microsoft.com/office/powerpoint/2010/main" val="21004536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D1C2D7F-3675-170B-DBB7-EDA9D9C47F78}"/>
              </a:ext>
            </a:extLst>
          </p:cNvPr>
          <p:cNvSpPr>
            <a:spLocks noGrp="1"/>
          </p:cNvSpPr>
          <p:nvPr>
            <p:ph type="body" sz="quarter" idx="14"/>
          </p:nvPr>
        </p:nvSpPr>
        <p:spPr/>
        <p:txBody>
          <a:bodyPr/>
          <a:lstStyle/>
          <a:p>
            <a:r>
              <a:rPr lang="en-US" dirty="0"/>
              <a:t>As you go through the day with your lecturer, there will be activities for you to work on. </a:t>
            </a:r>
          </a:p>
          <a:p>
            <a:r>
              <a:rPr lang="en-US" dirty="0"/>
              <a:t>Some activities are meant to help you take notes, while others are for you to delve deeper into the topics. </a:t>
            </a:r>
          </a:p>
          <a:p>
            <a:r>
              <a:rPr lang="en-US" dirty="0"/>
              <a:t>These activities will be mapped in both the slides and worksheet. You should put your answers in the worksheet. </a:t>
            </a:r>
          </a:p>
          <a:p>
            <a:r>
              <a:rPr lang="en-US" dirty="0"/>
              <a:t>Below are some icons to guide you on what an activity will require you to do. </a:t>
            </a:r>
            <a:endParaRPr lang="en-SG" dirty="0"/>
          </a:p>
          <a:p>
            <a:endParaRPr lang="en-SG" dirty="0"/>
          </a:p>
        </p:txBody>
      </p:sp>
      <p:sp>
        <p:nvSpPr>
          <p:cNvPr id="3" name="Title 2">
            <a:extLst>
              <a:ext uri="{FF2B5EF4-FFF2-40B4-BE49-F238E27FC236}">
                <a16:creationId xmlns:a16="http://schemas.microsoft.com/office/drawing/2014/main" id="{92E30E96-3A4D-EC3B-4721-0C8CC0CAB386}"/>
              </a:ext>
            </a:extLst>
          </p:cNvPr>
          <p:cNvSpPr>
            <a:spLocks noGrp="1"/>
          </p:cNvSpPr>
          <p:nvPr>
            <p:ph type="title"/>
          </p:nvPr>
        </p:nvSpPr>
        <p:spPr/>
        <p:txBody>
          <a:bodyPr/>
          <a:lstStyle/>
          <a:p>
            <a:r>
              <a:rPr lang="en-US" dirty="0"/>
              <a:t>Administrative matters</a:t>
            </a:r>
            <a:endParaRPr lang="en-SG" dirty="0"/>
          </a:p>
        </p:txBody>
      </p:sp>
      <p:pic>
        <p:nvPicPr>
          <p:cNvPr id="11" name="Picture 10">
            <a:extLst>
              <a:ext uri="{FF2B5EF4-FFF2-40B4-BE49-F238E27FC236}">
                <a16:creationId xmlns:a16="http://schemas.microsoft.com/office/drawing/2014/main" id="{DA1193DD-27D5-C389-C226-D592BDA13642}"/>
              </a:ext>
            </a:extLst>
          </p:cNvPr>
          <p:cNvPicPr>
            <a:picLocks noChangeAspect="1"/>
          </p:cNvPicPr>
          <p:nvPr/>
        </p:nvPicPr>
        <p:blipFill>
          <a:blip r:embed="rId2"/>
          <a:stretch>
            <a:fillRect/>
          </a:stretch>
        </p:blipFill>
        <p:spPr>
          <a:xfrm>
            <a:off x="1822482" y="3998202"/>
            <a:ext cx="477441" cy="508423"/>
          </a:xfrm>
          <a:prstGeom prst="rect">
            <a:avLst/>
          </a:prstGeom>
        </p:spPr>
      </p:pic>
      <p:pic>
        <p:nvPicPr>
          <p:cNvPr id="12" name="Picture 11">
            <a:extLst>
              <a:ext uri="{FF2B5EF4-FFF2-40B4-BE49-F238E27FC236}">
                <a16:creationId xmlns:a16="http://schemas.microsoft.com/office/drawing/2014/main" id="{FE33C4B5-7BA9-68DA-4DD6-C7F81D592F2E}"/>
              </a:ext>
            </a:extLst>
          </p:cNvPr>
          <p:cNvPicPr>
            <a:picLocks noChangeAspect="1"/>
          </p:cNvPicPr>
          <p:nvPr/>
        </p:nvPicPr>
        <p:blipFill>
          <a:blip r:embed="rId3"/>
          <a:stretch>
            <a:fillRect/>
          </a:stretch>
        </p:blipFill>
        <p:spPr>
          <a:xfrm>
            <a:off x="1441325" y="4660966"/>
            <a:ext cx="1239752" cy="619876"/>
          </a:xfrm>
          <a:prstGeom prst="rect">
            <a:avLst/>
          </a:prstGeom>
        </p:spPr>
      </p:pic>
      <p:sp>
        <p:nvSpPr>
          <p:cNvPr id="13" name="TextBox 12">
            <a:extLst>
              <a:ext uri="{FF2B5EF4-FFF2-40B4-BE49-F238E27FC236}">
                <a16:creationId xmlns:a16="http://schemas.microsoft.com/office/drawing/2014/main" id="{9285E1C6-A137-B18C-853B-ED28E1854ED0}"/>
              </a:ext>
            </a:extLst>
          </p:cNvPr>
          <p:cNvSpPr txBox="1"/>
          <p:nvPr/>
        </p:nvSpPr>
        <p:spPr>
          <a:xfrm>
            <a:off x="2897885" y="4014637"/>
            <a:ext cx="3198116" cy="646331"/>
          </a:xfrm>
          <a:prstGeom prst="rect">
            <a:avLst/>
          </a:prstGeom>
          <a:noFill/>
        </p:spPr>
        <p:txBody>
          <a:bodyPr wrap="square" rtlCol="0">
            <a:spAutoFit/>
          </a:bodyPr>
          <a:lstStyle/>
          <a:p>
            <a:r>
              <a:rPr lang="en-US" sz="1200" dirty="0">
                <a:latin typeface="Arial" panose="020B0604020202020204" pitchFamily="34" charset="0"/>
                <a:cs typeface="Arial" panose="020B0604020202020204" pitchFamily="34" charset="0"/>
              </a:rPr>
              <a:t>Answer some questions on your own as you watch a video or listen to your lecturer.</a:t>
            </a:r>
            <a:endParaRPr lang="en-SG" sz="1200" dirty="0">
              <a:latin typeface="Arial" panose="020B0604020202020204" pitchFamily="34" charset="0"/>
              <a:cs typeface="Arial" panose="020B0604020202020204" pitchFamily="34" charset="0"/>
            </a:endParaRPr>
          </a:p>
          <a:p>
            <a:endParaRPr lang="en-SG" sz="1200" dirty="0">
              <a:latin typeface="Arial" panose="020B0604020202020204" pitchFamily="34" charset="0"/>
              <a:cs typeface="Arial" panose="020B0604020202020204" pitchFamily="34" charset="0"/>
            </a:endParaRPr>
          </a:p>
        </p:txBody>
      </p:sp>
      <p:sp>
        <p:nvSpPr>
          <p:cNvPr id="14" name="TextBox 13">
            <a:extLst>
              <a:ext uri="{FF2B5EF4-FFF2-40B4-BE49-F238E27FC236}">
                <a16:creationId xmlns:a16="http://schemas.microsoft.com/office/drawing/2014/main" id="{7DA4DA63-136A-0ED6-7FAD-2E070D13FFD0}"/>
              </a:ext>
            </a:extLst>
          </p:cNvPr>
          <p:cNvSpPr txBox="1"/>
          <p:nvPr/>
        </p:nvSpPr>
        <p:spPr>
          <a:xfrm>
            <a:off x="2941267" y="4728529"/>
            <a:ext cx="3111351" cy="276999"/>
          </a:xfrm>
          <a:prstGeom prst="rect">
            <a:avLst/>
          </a:prstGeom>
          <a:noFill/>
        </p:spPr>
        <p:txBody>
          <a:bodyPr wrap="square" rtlCol="0">
            <a:spAutoFit/>
          </a:bodyPr>
          <a:lstStyle/>
          <a:p>
            <a:r>
              <a:rPr lang="en-US" sz="1200" dirty="0">
                <a:latin typeface="Arial" panose="020B0604020202020204" pitchFamily="34" charset="0"/>
                <a:cs typeface="Arial" panose="020B0604020202020204" pitchFamily="34" charset="0"/>
              </a:rPr>
              <a:t>Team discussions</a:t>
            </a:r>
            <a:endParaRPr lang="en-SG" sz="1200" dirty="0">
              <a:latin typeface="Arial" panose="020B0604020202020204" pitchFamily="34" charset="0"/>
              <a:cs typeface="Arial" panose="020B0604020202020204" pitchFamily="34" charset="0"/>
            </a:endParaRPr>
          </a:p>
        </p:txBody>
      </p:sp>
      <p:pic>
        <p:nvPicPr>
          <p:cNvPr id="15" name="Picture 14">
            <a:extLst>
              <a:ext uri="{FF2B5EF4-FFF2-40B4-BE49-F238E27FC236}">
                <a16:creationId xmlns:a16="http://schemas.microsoft.com/office/drawing/2014/main" id="{6E7CC6E6-862A-C77D-0ECF-D48C16732469}"/>
              </a:ext>
            </a:extLst>
          </p:cNvPr>
          <p:cNvPicPr/>
          <p:nvPr/>
        </p:nvPicPr>
        <p:blipFill>
          <a:blip r:embed="rId4"/>
          <a:stretch>
            <a:fillRect/>
          </a:stretch>
        </p:blipFill>
        <p:spPr>
          <a:xfrm>
            <a:off x="1822482" y="5393173"/>
            <a:ext cx="544839" cy="499081"/>
          </a:xfrm>
          <a:prstGeom prst="rect">
            <a:avLst/>
          </a:prstGeom>
        </p:spPr>
      </p:pic>
      <p:sp>
        <p:nvSpPr>
          <p:cNvPr id="16" name="TextBox 15">
            <a:extLst>
              <a:ext uri="{FF2B5EF4-FFF2-40B4-BE49-F238E27FC236}">
                <a16:creationId xmlns:a16="http://schemas.microsoft.com/office/drawing/2014/main" id="{24F1C35C-D9CD-FAF0-94C0-22D902E8E08D}"/>
              </a:ext>
            </a:extLst>
          </p:cNvPr>
          <p:cNvSpPr txBox="1"/>
          <p:nvPr/>
        </p:nvSpPr>
        <p:spPr>
          <a:xfrm>
            <a:off x="2897884" y="5331089"/>
            <a:ext cx="3154733" cy="646331"/>
          </a:xfrm>
          <a:prstGeom prst="rect">
            <a:avLst/>
          </a:prstGeom>
          <a:noFill/>
        </p:spPr>
        <p:txBody>
          <a:bodyPr wrap="square" rtlCol="0">
            <a:spAutoFit/>
          </a:bodyPr>
          <a:lstStyle/>
          <a:p>
            <a:r>
              <a:rPr lang="en-US" sz="1200" dirty="0">
                <a:latin typeface="Arial" panose="020B0604020202020204" pitchFamily="34" charset="0"/>
                <a:cs typeface="Arial" panose="020B0604020202020204" pitchFamily="34" charset="0"/>
              </a:rPr>
              <a:t>This is a lecturer-led activity. Your lecturer will guide you through an activity step-by-step. Pay close attention!</a:t>
            </a:r>
            <a:endParaRPr lang="en-SG" sz="1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179980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9252675-CCE8-D924-851F-E5DDD8BFE94A}"/>
              </a:ext>
            </a:extLst>
          </p:cNvPr>
          <p:cNvSpPr>
            <a:spLocks noGrp="1"/>
          </p:cNvSpPr>
          <p:nvPr>
            <p:ph type="body" sz="quarter" idx="14"/>
          </p:nvPr>
        </p:nvSpPr>
        <p:spPr/>
        <p:txBody>
          <a:bodyPr/>
          <a:lstStyle/>
          <a:p>
            <a:pPr marL="0" indent="0">
              <a:lnSpc>
                <a:spcPct val="120000"/>
              </a:lnSpc>
              <a:buNone/>
            </a:pPr>
            <a:r>
              <a:rPr lang="en-SG" b="1" dirty="0"/>
              <a:t>In this lesson, we will revise</a:t>
            </a:r>
            <a:endParaRPr lang="en-SG" dirty="0"/>
          </a:p>
          <a:p>
            <a:pPr>
              <a:lnSpc>
                <a:spcPct val="120000"/>
              </a:lnSpc>
            </a:pPr>
            <a:r>
              <a:rPr lang="en-SG" dirty="0"/>
              <a:t>JavaScript conditions, arrays and loops using payment-related examples. </a:t>
            </a:r>
          </a:p>
          <a:p>
            <a:pPr>
              <a:lnSpc>
                <a:spcPct val="120000"/>
              </a:lnSpc>
            </a:pPr>
            <a:r>
              <a:rPr lang="en-SG" dirty="0"/>
              <a:t>How app.js, MySQL and EJS templates work together in </a:t>
            </a:r>
            <a:r>
              <a:rPr lang="en-SG" dirty="0" err="1"/>
              <a:t>PetCareApp</a:t>
            </a:r>
            <a:r>
              <a:rPr lang="en-SG" dirty="0"/>
              <a:t>. </a:t>
            </a:r>
          </a:p>
          <a:p>
            <a:pPr>
              <a:lnSpc>
                <a:spcPct val="120000"/>
              </a:lnSpc>
            </a:pPr>
            <a:r>
              <a:rPr lang="en-SG" dirty="0"/>
              <a:t>How to trace GET and POST requests, from browser actions through route handlers and database operations to the displayed response. </a:t>
            </a:r>
          </a:p>
          <a:p>
            <a:endParaRPr lang="en-SG" dirty="0"/>
          </a:p>
        </p:txBody>
      </p:sp>
      <p:sp>
        <p:nvSpPr>
          <p:cNvPr id="3" name="Title 2">
            <a:extLst>
              <a:ext uri="{FF2B5EF4-FFF2-40B4-BE49-F238E27FC236}">
                <a16:creationId xmlns:a16="http://schemas.microsoft.com/office/drawing/2014/main" id="{8080F052-FA85-249F-6C36-9D2481B18CBC}"/>
              </a:ext>
            </a:extLst>
          </p:cNvPr>
          <p:cNvSpPr>
            <a:spLocks noGrp="1"/>
          </p:cNvSpPr>
          <p:nvPr>
            <p:ph type="title"/>
          </p:nvPr>
        </p:nvSpPr>
        <p:spPr/>
        <p:txBody>
          <a:bodyPr/>
          <a:lstStyle/>
          <a:p>
            <a:r>
              <a:rPr lang="en-US" dirty="0"/>
              <a:t>Lesson Objectives</a:t>
            </a:r>
            <a:endParaRPr lang="en-SG" dirty="0"/>
          </a:p>
        </p:txBody>
      </p:sp>
      <p:sp>
        <p:nvSpPr>
          <p:cNvPr id="4" name="TextBox 3">
            <a:extLst>
              <a:ext uri="{FF2B5EF4-FFF2-40B4-BE49-F238E27FC236}">
                <a16:creationId xmlns:a16="http://schemas.microsoft.com/office/drawing/2014/main" id="{43AA8AFE-D247-DA22-6498-BE04717CCAEE}"/>
              </a:ext>
            </a:extLst>
          </p:cNvPr>
          <p:cNvSpPr txBox="1"/>
          <p:nvPr/>
        </p:nvSpPr>
        <p:spPr>
          <a:xfrm>
            <a:off x="584728" y="4739734"/>
            <a:ext cx="7974543" cy="954107"/>
          </a:xfrm>
          <a:prstGeom prst="rect">
            <a:avLst/>
          </a:prstGeom>
          <a:noFill/>
        </p:spPr>
        <p:txBody>
          <a:bodyPr wrap="square">
            <a:spAutoFit/>
          </a:bodyPr>
          <a:lstStyle/>
          <a:p>
            <a:pPr marL="0" indent="0">
              <a:buNone/>
            </a:pPr>
            <a:r>
              <a:rPr lang="en-US" sz="2000" b="1" dirty="0">
                <a:solidFill>
                  <a:srgbClr val="FF0000"/>
                </a:solidFill>
                <a:highlight>
                  <a:srgbClr val="FFFF00"/>
                </a:highlight>
                <a:latin typeface="Arial" panose="020B0604020202020204" pitchFamily="34" charset="0"/>
                <a:cs typeface="Arial" panose="020B0604020202020204" pitchFamily="34" charset="0"/>
              </a:rPr>
              <a:t>Note:</a:t>
            </a:r>
          </a:p>
          <a:p>
            <a:r>
              <a:rPr lang="en-US" b="1" dirty="0">
                <a:solidFill>
                  <a:srgbClr val="FF0000"/>
                </a:solidFill>
                <a:highlight>
                  <a:srgbClr val="FFFF00"/>
                </a:highlight>
                <a:latin typeface="Arial" panose="020B0604020202020204" pitchFamily="34" charset="0"/>
                <a:cs typeface="Arial" panose="020B0604020202020204" pitchFamily="34" charset="0"/>
              </a:rPr>
              <a:t>Record your responses to all activity questions in your worksheet.</a:t>
            </a:r>
          </a:p>
          <a:p>
            <a:pPr marL="285750" indent="-285750">
              <a:buFont typeface="Arial" panose="020B0604020202020204" pitchFamily="34" charset="0"/>
              <a:buChar char="•"/>
            </a:pPr>
            <a:endParaRPr lang="en-US" dirty="0">
              <a:solidFill>
                <a:srgbClr val="FF0000"/>
              </a:solidFill>
              <a:highlight>
                <a:srgbClr val="FFFF00"/>
              </a:highlight>
              <a:latin typeface="Arial" panose="020B0604020202020204" pitchFamily="34" charset="0"/>
              <a:cs typeface="Arial" panose="020B0604020202020204" pitchFamily="34" charset="0"/>
            </a:endParaRPr>
          </a:p>
        </p:txBody>
      </p:sp>
      <p:grpSp>
        <p:nvGrpSpPr>
          <p:cNvPr id="5" name="Group 4">
            <a:extLst>
              <a:ext uri="{FF2B5EF4-FFF2-40B4-BE49-F238E27FC236}">
                <a16:creationId xmlns:a16="http://schemas.microsoft.com/office/drawing/2014/main" id="{7540220E-3150-26AA-1F0C-E038C2A6EE4C}"/>
              </a:ext>
            </a:extLst>
          </p:cNvPr>
          <p:cNvGrpSpPr/>
          <p:nvPr/>
        </p:nvGrpSpPr>
        <p:grpSpPr>
          <a:xfrm>
            <a:off x="584728" y="5420295"/>
            <a:ext cx="5456424" cy="488397"/>
            <a:chOff x="996966" y="4289055"/>
            <a:chExt cx="5456424" cy="488397"/>
          </a:xfrm>
        </p:grpSpPr>
        <p:pic>
          <p:nvPicPr>
            <p:cNvPr id="6" name="Picture 5">
              <a:extLst>
                <a:ext uri="{FF2B5EF4-FFF2-40B4-BE49-F238E27FC236}">
                  <a16:creationId xmlns:a16="http://schemas.microsoft.com/office/drawing/2014/main" id="{89A12611-228A-A40A-50F9-04A0512873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6966" y="4289055"/>
              <a:ext cx="488397" cy="488397"/>
            </a:xfrm>
            <a:prstGeom prst="rect">
              <a:avLst/>
            </a:prstGeom>
          </p:spPr>
        </p:pic>
        <p:sp>
          <p:nvSpPr>
            <p:cNvPr id="7" name="TextBox 6">
              <a:extLst>
                <a:ext uri="{FF2B5EF4-FFF2-40B4-BE49-F238E27FC236}">
                  <a16:creationId xmlns:a16="http://schemas.microsoft.com/office/drawing/2014/main" id="{DD726DA0-17E8-9789-E98C-B0A25D548554}"/>
                </a:ext>
              </a:extLst>
            </p:cNvPr>
            <p:cNvSpPr txBox="1"/>
            <p:nvPr/>
          </p:nvSpPr>
          <p:spPr>
            <a:xfrm>
              <a:off x="1485363" y="4348587"/>
              <a:ext cx="4968027" cy="369332"/>
            </a:xfrm>
            <a:prstGeom prst="rect">
              <a:avLst/>
            </a:prstGeom>
            <a:noFill/>
          </p:spPr>
          <p:txBody>
            <a:bodyPr wrap="none" rtlCol="0">
              <a:spAutoFit/>
            </a:bodyPr>
            <a:lstStyle/>
            <a:p>
              <a:r>
                <a:rPr lang="en-US" b="1" dirty="0">
                  <a:highlight>
                    <a:srgbClr val="FFFF00"/>
                  </a:highlight>
                  <a:latin typeface="Arial" panose="020B0604020202020204" pitchFamily="34" charset="0"/>
                  <a:cs typeface="Arial" panose="020B0604020202020204" pitchFamily="34" charset="0"/>
                </a:rPr>
                <a:t>Slides with this icon is for your self-reading</a:t>
              </a:r>
              <a:endParaRPr lang="en-SG" b="1" dirty="0">
                <a:highlight>
                  <a:srgbClr val="FFFF00"/>
                </a:highlight>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10816809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C84226-283B-A714-430A-FC3F0B9A0CA0}"/>
              </a:ext>
            </a:extLst>
          </p:cNvPr>
          <p:cNvSpPr>
            <a:spLocks noGrp="1"/>
          </p:cNvSpPr>
          <p:nvPr>
            <p:ph type="title"/>
          </p:nvPr>
        </p:nvSpPr>
        <p:spPr/>
        <p:txBody>
          <a:bodyPr/>
          <a:lstStyle/>
          <a:p>
            <a:r>
              <a:rPr lang="en-US" dirty="0"/>
              <a:t>Recap</a:t>
            </a:r>
            <a:endParaRPr lang="en-SG" dirty="0"/>
          </a:p>
        </p:txBody>
      </p:sp>
    </p:spTree>
    <p:extLst>
      <p:ext uri="{BB962C8B-B14F-4D97-AF65-F5344CB8AC3E}">
        <p14:creationId xmlns:p14="http://schemas.microsoft.com/office/powerpoint/2010/main" val="41047551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481D9F-E151-6DB4-7F94-8C7A1FD5DD72}"/>
              </a:ext>
            </a:extLst>
          </p:cNvPr>
          <p:cNvSpPr>
            <a:spLocks noGrp="1"/>
          </p:cNvSpPr>
          <p:nvPr>
            <p:ph type="title"/>
          </p:nvPr>
        </p:nvSpPr>
        <p:spPr/>
        <p:txBody>
          <a:bodyPr>
            <a:normAutofit fontScale="90000"/>
          </a:bodyPr>
          <a:lstStyle/>
          <a:p>
            <a:r>
              <a:rPr lang="en-SG" b="1" dirty="0"/>
              <a:t>How Digital Payments Move: Three Architectures</a:t>
            </a:r>
            <a:endParaRPr lang="en-SG" dirty="0"/>
          </a:p>
        </p:txBody>
      </p:sp>
      <p:graphicFrame>
        <p:nvGraphicFramePr>
          <p:cNvPr id="4" name="Table 3">
            <a:extLst>
              <a:ext uri="{FF2B5EF4-FFF2-40B4-BE49-F238E27FC236}">
                <a16:creationId xmlns:a16="http://schemas.microsoft.com/office/drawing/2014/main" id="{ECDA0E8F-742C-2E61-B294-564666C71CB6}"/>
              </a:ext>
            </a:extLst>
          </p:cNvPr>
          <p:cNvGraphicFramePr>
            <a:graphicFrameLocks noGrp="1"/>
          </p:cNvGraphicFramePr>
          <p:nvPr/>
        </p:nvGraphicFramePr>
        <p:xfrm>
          <a:off x="838200" y="1672389"/>
          <a:ext cx="10515600" cy="3789946"/>
        </p:xfrm>
        <a:graphic>
          <a:graphicData uri="http://schemas.openxmlformats.org/drawingml/2006/table">
            <a:tbl>
              <a:tblPr>
                <a:tableStyleId>{E8B1032C-EA38-4F05-BA0D-38AFFFC7BED3}</a:tableStyleId>
              </a:tblPr>
              <a:tblGrid>
                <a:gridCol w="3505200">
                  <a:extLst>
                    <a:ext uri="{9D8B030D-6E8A-4147-A177-3AD203B41FA5}">
                      <a16:colId xmlns:a16="http://schemas.microsoft.com/office/drawing/2014/main" val="3041682873"/>
                    </a:ext>
                  </a:extLst>
                </a:gridCol>
                <a:gridCol w="3505200">
                  <a:extLst>
                    <a:ext uri="{9D8B030D-6E8A-4147-A177-3AD203B41FA5}">
                      <a16:colId xmlns:a16="http://schemas.microsoft.com/office/drawing/2014/main" val="569581980"/>
                    </a:ext>
                  </a:extLst>
                </a:gridCol>
                <a:gridCol w="3505200">
                  <a:extLst>
                    <a:ext uri="{9D8B030D-6E8A-4147-A177-3AD203B41FA5}">
                      <a16:colId xmlns:a16="http://schemas.microsoft.com/office/drawing/2014/main" val="69398028"/>
                    </a:ext>
                  </a:extLst>
                </a:gridCol>
              </a:tblGrid>
              <a:tr h="579940">
                <a:tc>
                  <a:txBody>
                    <a:bodyPr/>
                    <a:lstStyle/>
                    <a:p>
                      <a:pPr algn="ctr">
                        <a:buNone/>
                      </a:pPr>
                      <a:r>
                        <a:rPr lang="en-SG" b="1" dirty="0">
                          <a:effectLst/>
                        </a:rPr>
                        <a:t>Architecture</a:t>
                      </a:r>
                    </a:p>
                  </a:txBody>
                  <a:tcPr anchor="ctr"/>
                </a:tc>
                <a:tc>
                  <a:txBody>
                    <a:bodyPr/>
                    <a:lstStyle/>
                    <a:p>
                      <a:pPr algn="ctr">
                        <a:buNone/>
                      </a:pPr>
                      <a:r>
                        <a:rPr lang="en-SG" b="1" dirty="0">
                          <a:effectLst/>
                        </a:rPr>
                        <a:t>Example</a:t>
                      </a:r>
                    </a:p>
                  </a:txBody>
                  <a:tcPr anchor="ctr"/>
                </a:tc>
                <a:tc>
                  <a:txBody>
                    <a:bodyPr/>
                    <a:lstStyle/>
                    <a:p>
                      <a:pPr algn="ctr">
                        <a:buNone/>
                      </a:pPr>
                      <a:r>
                        <a:rPr lang="en-SG" b="1" dirty="0">
                          <a:effectLst/>
                        </a:rPr>
                        <a:t>Simplified movement</a:t>
                      </a:r>
                    </a:p>
                  </a:txBody>
                  <a:tcPr anchor="ctr"/>
                </a:tc>
                <a:extLst>
                  <a:ext uri="{0D108BD9-81ED-4DB2-BD59-A6C34878D82A}">
                    <a16:rowId xmlns:a16="http://schemas.microsoft.com/office/drawing/2014/main" val="1023853965"/>
                  </a:ext>
                </a:extLst>
              </a:tr>
              <a:tr h="1014894">
                <a:tc>
                  <a:txBody>
                    <a:bodyPr/>
                    <a:lstStyle/>
                    <a:p>
                      <a:pPr algn="ctr">
                        <a:buNone/>
                      </a:pPr>
                      <a:r>
                        <a:rPr lang="en-SG">
                          <a:effectLst/>
                        </a:rPr>
                        <a:t>Card-based</a:t>
                      </a:r>
                    </a:p>
                  </a:txBody>
                  <a:tcPr anchor="ctr"/>
                </a:tc>
                <a:tc>
                  <a:txBody>
                    <a:bodyPr/>
                    <a:lstStyle/>
                    <a:p>
                      <a:pPr algn="ctr">
                        <a:buNone/>
                      </a:pPr>
                      <a:r>
                        <a:rPr lang="en-SG" dirty="0">
                          <a:effectLst/>
                        </a:rPr>
                        <a:t>Visa or Mastercard card</a:t>
                      </a:r>
                    </a:p>
                  </a:txBody>
                  <a:tcPr anchor="ctr"/>
                </a:tc>
                <a:tc>
                  <a:txBody>
                    <a:bodyPr/>
                    <a:lstStyle/>
                    <a:p>
                      <a:pPr algn="ctr">
                        <a:buNone/>
                      </a:pPr>
                      <a:r>
                        <a:rPr lang="en-SG">
                          <a:effectLst/>
                        </a:rPr>
                        <a:t>Merchant → card network → issuing bank</a:t>
                      </a:r>
                    </a:p>
                  </a:txBody>
                  <a:tcPr anchor="ctr"/>
                </a:tc>
                <a:extLst>
                  <a:ext uri="{0D108BD9-81ED-4DB2-BD59-A6C34878D82A}">
                    <a16:rowId xmlns:a16="http://schemas.microsoft.com/office/drawing/2014/main" val="3443563864"/>
                  </a:ext>
                </a:extLst>
              </a:tr>
              <a:tr h="1014894">
                <a:tc>
                  <a:txBody>
                    <a:bodyPr/>
                    <a:lstStyle/>
                    <a:p>
                      <a:pPr algn="ctr">
                        <a:buNone/>
                      </a:pPr>
                      <a:r>
                        <a:rPr lang="en-SG" dirty="0">
                          <a:effectLst/>
                        </a:rPr>
                        <a:t>Account-to-account(A2A)</a:t>
                      </a:r>
                    </a:p>
                  </a:txBody>
                  <a:tcPr anchor="ctr"/>
                </a:tc>
                <a:tc>
                  <a:txBody>
                    <a:bodyPr/>
                    <a:lstStyle/>
                    <a:p>
                      <a:pPr algn="ctr">
                        <a:buNone/>
                      </a:pPr>
                      <a:r>
                        <a:rPr lang="en-SG" dirty="0" err="1">
                          <a:effectLst/>
                        </a:rPr>
                        <a:t>PayNow</a:t>
                      </a:r>
                      <a:endParaRPr lang="en-SG" dirty="0">
                        <a:effectLst/>
                      </a:endParaRPr>
                    </a:p>
                  </a:txBody>
                  <a:tcPr anchor="ctr"/>
                </a:tc>
                <a:tc>
                  <a:txBody>
                    <a:bodyPr/>
                    <a:lstStyle/>
                    <a:p>
                      <a:pPr algn="ctr">
                        <a:buNone/>
                      </a:pPr>
                      <a:r>
                        <a:rPr lang="en-SG">
                          <a:effectLst/>
                        </a:rPr>
                        <a:t>Payer account → payment infrastructure → recipient account</a:t>
                      </a:r>
                    </a:p>
                  </a:txBody>
                  <a:tcPr anchor="ctr"/>
                </a:tc>
                <a:extLst>
                  <a:ext uri="{0D108BD9-81ED-4DB2-BD59-A6C34878D82A}">
                    <a16:rowId xmlns:a16="http://schemas.microsoft.com/office/drawing/2014/main" val="3008868863"/>
                  </a:ext>
                </a:extLst>
              </a:tr>
              <a:tr h="1180218">
                <a:tc>
                  <a:txBody>
                    <a:bodyPr/>
                    <a:lstStyle/>
                    <a:p>
                      <a:pPr algn="ctr">
                        <a:buNone/>
                      </a:pPr>
                      <a:r>
                        <a:rPr lang="en-SG" dirty="0">
                          <a:effectLst/>
                        </a:rPr>
                        <a:t>Wallet-based</a:t>
                      </a:r>
                    </a:p>
                  </a:txBody>
                  <a:tcPr anchor="ctr"/>
                </a:tc>
                <a:tc>
                  <a:txBody>
                    <a:bodyPr/>
                    <a:lstStyle/>
                    <a:p>
                      <a:pPr algn="ctr">
                        <a:buNone/>
                      </a:pPr>
                      <a:r>
                        <a:rPr lang="en-SG" dirty="0" err="1">
                          <a:effectLst/>
                        </a:rPr>
                        <a:t>GrabPay</a:t>
                      </a:r>
                      <a:r>
                        <a:rPr lang="en-SG" dirty="0">
                          <a:effectLst/>
                        </a:rPr>
                        <a:t> or stored-value wallet</a:t>
                      </a:r>
                    </a:p>
                  </a:txBody>
                  <a:tcPr anchor="ctr"/>
                </a:tc>
                <a:tc>
                  <a:txBody>
                    <a:bodyPr/>
                    <a:lstStyle/>
                    <a:p>
                      <a:pPr algn="ctr" fontAlgn="t">
                        <a:lnSpc>
                          <a:spcPct val="119048"/>
                        </a:lnSpc>
                        <a:buNone/>
                      </a:pPr>
                      <a:r>
                        <a:rPr lang="en-SG" dirty="0">
                          <a:effectLst/>
                        </a:rPr>
                        <a:t>Wallet balance or linked funding source → merchant</a:t>
                      </a:r>
                      <a:endParaRPr lang="en-SG" sz="1050" b="0" i="0" dirty="0">
                        <a:effectLst/>
                        <a:latin typeface="Segoe UI" panose="020B0502040204020203" pitchFamily="34" charset="0"/>
                      </a:endParaRPr>
                    </a:p>
                  </a:txBody>
                  <a:tcPr anchor="ctr"/>
                </a:tc>
                <a:extLst>
                  <a:ext uri="{0D108BD9-81ED-4DB2-BD59-A6C34878D82A}">
                    <a16:rowId xmlns:a16="http://schemas.microsoft.com/office/drawing/2014/main" val="1147302894"/>
                  </a:ext>
                </a:extLst>
              </a:tr>
            </a:tbl>
          </a:graphicData>
        </a:graphic>
      </p:graphicFrame>
      <p:sp>
        <p:nvSpPr>
          <p:cNvPr id="5" name="TextBox 4">
            <a:extLst>
              <a:ext uri="{FF2B5EF4-FFF2-40B4-BE49-F238E27FC236}">
                <a16:creationId xmlns:a16="http://schemas.microsoft.com/office/drawing/2014/main" id="{D11DEF6C-A472-D0C5-A669-9A992A53919E}"/>
              </a:ext>
            </a:extLst>
          </p:cNvPr>
          <p:cNvSpPr txBox="1"/>
          <p:nvPr/>
        </p:nvSpPr>
        <p:spPr>
          <a:xfrm>
            <a:off x="943665" y="5817876"/>
            <a:ext cx="8861310" cy="923330"/>
          </a:xfrm>
          <a:prstGeom prst="rect">
            <a:avLst/>
          </a:prstGeom>
          <a:noFill/>
        </p:spPr>
        <p:txBody>
          <a:bodyPr wrap="square" rtlCol="0">
            <a:spAutoFit/>
          </a:bodyPr>
          <a:lstStyle/>
          <a:p>
            <a:r>
              <a:rPr lang="en-SG" dirty="0"/>
              <a:t>*NFC and QR codes describe how payment information may be presented or exchanged. They do not always identify the underlying payment rail.</a:t>
            </a:r>
          </a:p>
          <a:p>
            <a:endParaRPr lang="en-SG" dirty="0"/>
          </a:p>
        </p:txBody>
      </p:sp>
    </p:spTree>
    <p:extLst>
      <p:ext uri="{BB962C8B-B14F-4D97-AF65-F5344CB8AC3E}">
        <p14:creationId xmlns:p14="http://schemas.microsoft.com/office/powerpoint/2010/main" val="4183907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19AA0D-FE29-089E-C310-DBD7EE69DFF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26BE9EA-9D44-2547-9F6F-225EDA0479AB}"/>
              </a:ext>
            </a:extLst>
          </p:cNvPr>
          <p:cNvSpPr>
            <a:spLocks noGrp="1"/>
          </p:cNvSpPr>
          <p:nvPr>
            <p:ph type="body" sz="quarter" idx="14"/>
          </p:nvPr>
        </p:nvSpPr>
        <p:spPr>
          <a:xfrm>
            <a:off x="730036" y="1593024"/>
            <a:ext cx="5250650" cy="4572296"/>
          </a:xfrm>
        </p:spPr>
        <p:txBody>
          <a:bodyPr>
            <a:normAutofit/>
          </a:bodyPr>
          <a:lstStyle/>
          <a:p>
            <a:pPr marL="0" lvl="0" indent="0" fontAlgn="t">
              <a:buNone/>
            </a:pPr>
            <a:r>
              <a:rPr lang="en-US" sz="2400" dirty="0"/>
              <a:t>Six roles commonly found in a card-based transaction.</a:t>
            </a:r>
          </a:p>
          <a:p>
            <a:pPr marL="342900" lvl="0" indent="-342900" fontAlgn="t"/>
            <a:r>
              <a:rPr lang="en-SG" sz="1800" b="1" dirty="0"/>
              <a:t>Customer/Payer:</a:t>
            </a:r>
            <a:r>
              <a:rPr lang="en-SG" sz="1800" dirty="0"/>
              <a:t> initiates the payment</a:t>
            </a:r>
          </a:p>
          <a:p>
            <a:pPr marL="342900" lvl="0" indent="-342900" fontAlgn="t"/>
            <a:r>
              <a:rPr lang="en-SG" sz="1800" b="1" dirty="0"/>
              <a:t>Merchant/Payee:</a:t>
            </a:r>
            <a:r>
              <a:rPr lang="en-SG" sz="1800" dirty="0"/>
              <a:t> accepts payment</a:t>
            </a:r>
          </a:p>
          <a:p>
            <a:pPr marL="342900" lvl="0" indent="-342900" fontAlgn="t"/>
            <a:r>
              <a:rPr lang="en-SG" sz="1800" b="1" dirty="0"/>
              <a:t>Gateway/Payment Service Provider:</a:t>
            </a:r>
            <a:r>
              <a:rPr lang="en-SG" sz="1800" dirty="0"/>
              <a:t> transmits and manages payment requests</a:t>
            </a:r>
          </a:p>
          <a:p>
            <a:pPr marL="342900" lvl="0" indent="-342900" fontAlgn="t"/>
            <a:r>
              <a:rPr lang="en-SG" sz="1800" b="1" dirty="0"/>
              <a:t>Acquirer:</a:t>
            </a:r>
            <a:r>
              <a:rPr lang="en-SG" sz="1800" dirty="0"/>
              <a:t> supports the merchant’s acceptance of payment</a:t>
            </a:r>
          </a:p>
          <a:p>
            <a:pPr marL="342900" lvl="0" indent="-342900" fontAlgn="t"/>
            <a:r>
              <a:rPr lang="en-SG" sz="1800" b="1" dirty="0"/>
              <a:t>Network:</a:t>
            </a:r>
            <a:r>
              <a:rPr lang="en-SG" sz="1800" dirty="0"/>
              <a:t> routes card-payment messages</a:t>
            </a:r>
          </a:p>
          <a:p>
            <a:pPr marL="342900" lvl="0" indent="-342900" fontAlgn="t"/>
            <a:r>
              <a:rPr lang="en-SG" sz="1800" b="1" dirty="0"/>
              <a:t>Issuer:</a:t>
            </a:r>
            <a:r>
              <a:rPr lang="en-SG" sz="1800" dirty="0"/>
              <a:t> approves or declines on behalf of the customer</a:t>
            </a:r>
          </a:p>
          <a:p>
            <a:endParaRPr lang="en-US" sz="2400" dirty="0"/>
          </a:p>
          <a:p>
            <a:endParaRPr lang="en-US" sz="2400" dirty="0"/>
          </a:p>
          <a:p>
            <a:endParaRPr lang="en-SG" sz="2400" dirty="0"/>
          </a:p>
        </p:txBody>
      </p:sp>
      <p:sp>
        <p:nvSpPr>
          <p:cNvPr id="4" name="Title 3">
            <a:extLst>
              <a:ext uri="{FF2B5EF4-FFF2-40B4-BE49-F238E27FC236}">
                <a16:creationId xmlns:a16="http://schemas.microsoft.com/office/drawing/2014/main" id="{FEA44EED-9204-6D06-25C6-E4A05A17D564}"/>
              </a:ext>
            </a:extLst>
          </p:cNvPr>
          <p:cNvSpPr>
            <a:spLocks noGrp="1"/>
          </p:cNvSpPr>
          <p:nvPr>
            <p:ph type="title"/>
          </p:nvPr>
        </p:nvSpPr>
        <p:spPr/>
        <p:txBody>
          <a:bodyPr/>
          <a:lstStyle/>
          <a:p>
            <a:r>
              <a:rPr lang="en-US" dirty="0"/>
              <a:t>Key players</a:t>
            </a:r>
            <a:endParaRPr lang="en-SG" dirty="0"/>
          </a:p>
        </p:txBody>
      </p:sp>
      <p:pic>
        <p:nvPicPr>
          <p:cNvPr id="5" name="Picture 4" descr="A diagram of a payment process&#10;&#10;Description automatically generated">
            <a:extLst>
              <a:ext uri="{FF2B5EF4-FFF2-40B4-BE49-F238E27FC236}">
                <a16:creationId xmlns:a16="http://schemas.microsoft.com/office/drawing/2014/main" id="{B20483D2-DEF0-9DB9-749E-8981045FC5A4}"/>
              </a:ext>
            </a:extLst>
          </p:cNvPr>
          <p:cNvPicPr>
            <a:picLocks noChangeAspect="1"/>
          </p:cNvPicPr>
          <p:nvPr/>
        </p:nvPicPr>
        <p:blipFill>
          <a:blip r:embed="rId3"/>
          <a:stretch>
            <a:fillRect/>
          </a:stretch>
        </p:blipFill>
        <p:spPr>
          <a:xfrm>
            <a:off x="6211315" y="700264"/>
            <a:ext cx="4550032" cy="5928383"/>
          </a:xfrm>
          <a:prstGeom prst="rect">
            <a:avLst/>
          </a:prstGeom>
        </p:spPr>
      </p:pic>
      <p:sp>
        <p:nvSpPr>
          <p:cNvPr id="7" name="TextBox 6">
            <a:extLst>
              <a:ext uri="{FF2B5EF4-FFF2-40B4-BE49-F238E27FC236}">
                <a16:creationId xmlns:a16="http://schemas.microsoft.com/office/drawing/2014/main" id="{D7C58122-E93F-F410-11F2-7FC9EA22ED07}"/>
              </a:ext>
            </a:extLst>
          </p:cNvPr>
          <p:cNvSpPr txBox="1"/>
          <p:nvPr/>
        </p:nvSpPr>
        <p:spPr>
          <a:xfrm>
            <a:off x="829074" y="6382426"/>
            <a:ext cx="3344185" cy="246221"/>
          </a:xfrm>
          <a:prstGeom prst="rect">
            <a:avLst/>
          </a:prstGeom>
          <a:noFill/>
        </p:spPr>
        <p:txBody>
          <a:bodyPr wrap="none" rtlCol="0">
            <a:spAutoFit/>
          </a:bodyPr>
          <a:lstStyle/>
          <a:p>
            <a:r>
              <a:rPr lang="en-SG" sz="1000" dirty="0">
                <a:hlinkClick r:id="rId4"/>
              </a:rPr>
              <a:t>https://x.com/alexxubyte/status/1755992712229368299</a:t>
            </a:r>
            <a:r>
              <a:rPr lang="en-SG" sz="1000" dirty="0"/>
              <a:t> </a:t>
            </a:r>
          </a:p>
        </p:txBody>
      </p:sp>
    </p:spTree>
    <p:extLst>
      <p:ext uri="{BB962C8B-B14F-4D97-AF65-F5344CB8AC3E}">
        <p14:creationId xmlns:p14="http://schemas.microsoft.com/office/powerpoint/2010/main" val="13088514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932A4AE-FF69-7356-E18C-6E26F4E99D7B}"/>
              </a:ext>
            </a:extLst>
          </p:cNvPr>
          <p:cNvSpPr>
            <a:spLocks noGrp="1"/>
          </p:cNvSpPr>
          <p:nvPr>
            <p:ph type="body" sz="quarter" idx="14"/>
          </p:nvPr>
        </p:nvSpPr>
        <p:spPr/>
        <p:txBody>
          <a:bodyPr/>
          <a:lstStyle/>
          <a:p>
            <a:pPr fontAlgn="t">
              <a:buNone/>
            </a:pPr>
            <a:endParaRPr lang="en-SG" dirty="0"/>
          </a:p>
          <a:p>
            <a:pPr fontAlgn="t">
              <a:buNone/>
            </a:pPr>
            <a:endParaRPr lang="en-SG" dirty="0"/>
          </a:p>
          <a:p>
            <a:endParaRPr lang="en-SG" dirty="0"/>
          </a:p>
        </p:txBody>
      </p:sp>
      <p:sp>
        <p:nvSpPr>
          <p:cNvPr id="3" name="Title 2">
            <a:extLst>
              <a:ext uri="{FF2B5EF4-FFF2-40B4-BE49-F238E27FC236}">
                <a16:creationId xmlns:a16="http://schemas.microsoft.com/office/drawing/2014/main" id="{D95CA539-F6C3-E69C-D915-8AD57866CA70}"/>
              </a:ext>
            </a:extLst>
          </p:cNvPr>
          <p:cNvSpPr>
            <a:spLocks noGrp="1"/>
          </p:cNvSpPr>
          <p:nvPr>
            <p:ph type="title"/>
          </p:nvPr>
        </p:nvSpPr>
        <p:spPr/>
        <p:txBody>
          <a:bodyPr/>
          <a:lstStyle/>
          <a:p>
            <a:r>
              <a:rPr lang="en-US" dirty="0"/>
              <a:t>A Payment Does Not Happen All at Once</a:t>
            </a:r>
            <a:endParaRPr lang="en-SG" dirty="0"/>
          </a:p>
        </p:txBody>
      </p:sp>
      <p:sp>
        <p:nvSpPr>
          <p:cNvPr id="5" name="Shape 18">
            <a:extLst>
              <a:ext uri="{FF2B5EF4-FFF2-40B4-BE49-F238E27FC236}">
                <a16:creationId xmlns:a16="http://schemas.microsoft.com/office/drawing/2014/main" id="{0196C334-B1B5-39E1-D20D-1852D70A5DE3}"/>
              </a:ext>
            </a:extLst>
          </p:cNvPr>
          <p:cNvSpPr/>
          <p:nvPr/>
        </p:nvSpPr>
        <p:spPr>
          <a:xfrm>
            <a:off x="749299" y="2035743"/>
            <a:ext cx="3063240" cy="1097280"/>
          </a:xfrm>
          <a:prstGeom prst="roundRect">
            <a:avLst>
              <a:gd name="adj" fmla="val 5000"/>
            </a:avLst>
          </a:prstGeom>
          <a:solidFill>
            <a:srgbClr val="FFFFFF"/>
          </a:solidFill>
          <a:ln w="12700">
            <a:solidFill>
              <a:srgbClr val="D8E2E8"/>
            </a:solidFill>
            <a:prstDash val="solid"/>
          </a:ln>
          <a:effectLst>
            <a:outerShdw blurRad="19050" dist="8890" dir="2700000" algn="bl" rotWithShape="0">
              <a:srgbClr val="000000">
                <a:alpha val="10000"/>
              </a:srgbClr>
            </a:outerShdw>
          </a:effectLst>
        </p:spPr>
        <p:txBody>
          <a:bodyPr/>
          <a:lstStyle/>
          <a:p>
            <a:endParaRPr lang="en-SG" sz="2800"/>
          </a:p>
        </p:txBody>
      </p:sp>
      <p:sp>
        <p:nvSpPr>
          <p:cNvPr id="7" name="Shape 19">
            <a:extLst>
              <a:ext uri="{FF2B5EF4-FFF2-40B4-BE49-F238E27FC236}">
                <a16:creationId xmlns:a16="http://schemas.microsoft.com/office/drawing/2014/main" id="{2E5C6519-A99D-10A0-6F64-9C71E2123ECC}"/>
              </a:ext>
            </a:extLst>
          </p:cNvPr>
          <p:cNvSpPr/>
          <p:nvPr/>
        </p:nvSpPr>
        <p:spPr>
          <a:xfrm>
            <a:off x="749299" y="2035743"/>
            <a:ext cx="73152" cy="1097280"/>
          </a:xfrm>
          <a:prstGeom prst="rect">
            <a:avLst/>
          </a:prstGeom>
          <a:solidFill>
            <a:srgbClr val="F5A623"/>
          </a:solidFill>
          <a:ln w="12700">
            <a:solidFill>
              <a:srgbClr val="F5A623"/>
            </a:solidFill>
            <a:prstDash val="solid"/>
          </a:ln>
        </p:spPr>
        <p:txBody>
          <a:bodyPr/>
          <a:lstStyle/>
          <a:p>
            <a:endParaRPr lang="en-SG"/>
          </a:p>
        </p:txBody>
      </p:sp>
      <p:sp>
        <p:nvSpPr>
          <p:cNvPr id="9" name="Text 20">
            <a:extLst>
              <a:ext uri="{FF2B5EF4-FFF2-40B4-BE49-F238E27FC236}">
                <a16:creationId xmlns:a16="http://schemas.microsoft.com/office/drawing/2014/main" id="{EFDEE1D7-EC7C-9DFC-07AB-6C0AADEACE0F}"/>
              </a:ext>
            </a:extLst>
          </p:cNvPr>
          <p:cNvSpPr/>
          <p:nvPr/>
        </p:nvSpPr>
        <p:spPr>
          <a:xfrm>
            <a:off x="977899" y="2218623"/>
            <a:ext cx="2679192" cy="274320"/>
          </a:xfrm>
          <a:prstGeom prst="rect">
            <a:avLst/>
          </a:prstGeom>
          <a:noFill/>
          <a:ln/>
        </p:spPr>
        <p:txBody>
          <a:bodyPr wrap="square" lIns="0" tIns="0" rIns="0" bIns="0" rtlCol="0" anchor="ctr"/>
          <a:lstStyle/>
          <a:p>
            <a:pPr marL="0" indent="0">
              <a:buNone/>
            </a:pPr>
            <a:r>
              <a:rPr lang="en-US" b="1" dirty="0">
                <a:solidFill>
                  <a:srgbClr val="163A32"/>
                </a:solidFill>
              </a:rPr>
              <a:t>1. Authorisation</a:t>
            </a:r>
            <a:endParaRPr lang="en-US" dirty="0"/>
          </a:p>
        </p:txBody>
      </p:sp>
      <p:sp>
        <p:nvSpPr>
          <p:cNvPr id="11" name="Text 21">
            <a:extLst>
              <a:ext uri="{FF2B5EF4-FFF2-40B4-BE49-F238E27FC236}">
                <a16:creationId xmlns:a16="http://schemas.microsoft.com/office/drawing/2014/main" id="{22D2974A-CAC5-41A1-CBA3-2C626DD7A0E4}"/>
              </a:ext>
            </a:extLst>
          </p:cNvPr>
          <p:cNvSpPr/>
          <p:nvPr/>
        </p:nvSpPr>
        <p:spPr>
          <a:xfrm>
            <a:off x="977899" y="2602671"/>
            <a:ext cx="2679192" cy="384048"/>
          </a:xfrm>
          <a:prstGeom prst="rect">
            <a:avLst/>
          </a:prstGeom>
          <a:noFill/>
          <a:ln/>
        </p:spPr>
        <p:txBody>
          <a:bodyPr wrap="square" lIns="254" tIns="254" rIns="254" bIns="254" rtlCol="0" anchor="ctr"/>
          <a:lstStyle/>
          <a:p>
            <a:pPr marL="0" indent="0">
              <a:buNone/>
            </a:pPr>
            <a:r>
              <a:rPr lang="en-US" sz="1400" dirty="0">
                <a:solidFill>
                  <a:srgbClr val="17212B"/>
                </a:solidFill>
              </a:rPr>
              <a:t>Can this transaction proceed?</a:t>
            </a:r>
            <a:endParaRPr lang="en-US" sz="1400" dirty="0"/>
          </a:p>
        </p:txBody>
      </p:sp>
      <p:sp>
        <p:nvSpPr>
          <p:cNvPr id="13" name="Shape 22">
            <a:extLst>
              <a:ext uri="{FF2B5EF4-FFF2-40B4-BE49-F238E27FC236}">
                <a16:creationId xmlns:a16="http://schemas.microsoft.com/office/drawing/2014/main" id="{BCD33DE8-DDE9-324D-A17D-4637FC585AB3}"/>
              </a:ext>
            </a:extLst>
          </p:cNvPr>
          <p:cNvSpPr/>
          <p:nvPr/>
        </p:nvSpPr>
        <p:spPr>
          <a:xfrm>
            <a:off x="4361179" y="2035743"/>
            <a:ext cx="3063240" cy="1097280"/>
          </a:xfrm>
          <a:prstGeom prst="roundRect">
            <a:avLst>
              <a:gd name="adj" fmla="val 5000"/>
            </a:avLst>
          </a:prstGeom>
          <a:solidFill>
            <a:srgbClr val="FFFFFF"/>
          </a:solidFill>
          <a:ln w="12700">
            <a:solidFill>
              <a:srgbClr val="D8E2E8"/>
            </a:solidFill>
            <a:prstDash val="solid"/>
          </a:ln>
          <a:effectLst>
            <a:outerShdw blurRad="19050" dist="8890" dir="2700000" algn="bl" rotWithShape="0">
              <a:srgbClr val="000000">
                <a:alpha val="10000"/>
              </a:srgbClr>
            </a:outerShdw>
          </a:effectLst>
        </p:spPr>
        <p:txBody>
          <a:bodyPr/>
          <a:lstStyle/>
          <a:p>
            <a:endParaRPr lang="en-SG" sz="2800"/>
          </a:p>
        </p:txBody>
      </p:sp>
      <p:sp>
        <p:nvSpPr>
          <p:cNvPr id="15" name="Shape 23">
            <a:extLst>
              <a:ext uri="{FF2B5EF4-FFF2-40B4-BE49-F238E27FC236}">
                <a16:creationId xmlns:a16="http://schemas.microsoft.com/office/drawing/2014/main" id="{27E02F36-8539-85F0-3429-89D77D1712C9}"/>
              </a:ext>
            </a:extLst>
          </p:cNvPr>
          <p:cNvSpPr/>
          <p:nvPr/>
        </p:nvSpPr>
        <p:spPr>
          <a:xfrm>
            <a:off x="4361179" y="2035743"/>
            <a:ext cx="73152" cy="1097280"/>
          </a:xfrm>
          <a:prstGeom prst="rect">
            <a:avLst/>
          </a:prstGeom>
          <a:solidFill>
            <a:srgbClr val="6FBE44"/>
          </a:solidFill>
          <a:ln w="12700">
            <a:solidFill>
              <a:srgbClr val="6FBE44"/>
            </a:solidFill>
            <a:prstDash val="solid"/>
          </a:ln>
        </p:spPr>
        <p:txBody>
          <a:bodyPr/>
          <a:lstStyle/>
          <a:p>
            <a:endParaRPr lang="en-SG"/>
          </a:p>
        </p:txBody>
      </p:sp>
      <p:sp>
        <p:nvSpPr>
          <p:cNvPr id="17" name="Text 24">
            <a:extLst>
              <a:ext uri="{FF2B5EF4-FFF2-40B4-BE49-F238E27FC236}">
                <a16:creationId xmlns:a16="http://schemas.microsoft.com/office/drawing/2014/main" id="{F5669A55-AE64-FDF5-6D13-6216D4397F49}"/>
              </a:ext>
            </a:extLst>
          </p:cNvPr>
          <p:cNvSpPr/>
          <p:nvPr/>
        </p:nvSpPr>
        <p:spPr>
          <a:xfrm>
            <a:off x="4589779" y="2218623"/>
            <a:ext cx="2679192" cy="274320"/>
          </a:xfrm>
          <a:prstGeom prst="rect">
            <a:avLst/>
          </a:prstGeom>
          <a:noFill/>
          <a:ln/>
        </p:spPr>
        <p:txBody>
          <a:bodyPr wrap="square" lIns="0" tIns="0" rIns="0" bIns="0" rtlCol="0" anchor="ctr"/>
          <a:lstStyle/>
          <a:p>
            <a:pPr marL="0" indent="0">
              <a:buNone/>
            </a:pPr>
            <a:r>
              <a:rPr lang="en-US" b="1" dirty="0">
                <a:solidFill>
                  <a:srgbClr val="163A32"/>
                </a:solidFill>
              </a:rPr>
              <a:t>2. Clearing</a:t>
            </a:r>
            <a:endParaRPr lang="en-US" dirty="0"/>
          </a:p>
        </p:txBody>
      </p:sp>
      <p:sp>
        <p:nvSpPr>
          <p:cNvPr id="19" name="Text 25">
            <a:extLst>
              <a:ext uri="{FF2B5EF4-FFF2-40B4-BE49-F238E27FC236}">
                <a16:creationId xmlns:a16="http://schemas.microsoft.com/office/drawing/2014/main" id="{57589A43-3C71-A52F-4AE4-2E611F21CFF6}"/>
              </a:ext>
            </a:extLst>
          </p:cNvPr>
          <p:cNvSpPr/>
          <p:nvPr/>
        </p:nvSpPr>
        <p:spPr>
          <a:xfrm>
            <a:off x="4589779" y="2602671"/>
            <a:ext cx="2679192" cy="384048"/>
          </a:xfrm>
          <a:prstGeom prst="rect">
            <a:avLst/>
          </a:prstGeom>
          <a:noFill/>
          <a:ln/>
        </p:spPr>
        <p:txBody>
          <a:bodyPr wrap="square" lIns="254" tIns="254" rIns="254" bIns="254" rtlCol="0" anchor="ctr"/>
          <a:lstStyle/>
          <a:p>
            <a:pPr marL="0" indent="0">
              <a:buNone/>
            </a:pPr>
            <a:r>
              <a:rPr lang="en-US" sz="1400" dirty="0">
                <a:solidFill>
                  <a:srgbClr val="17212B"/>
                </a:solidFill>
              </a:rPr>
              <a:t>Transaction details are exchanged.</a:t>
            </a:r>
            <a:endParaRPr lang="en-US" sz="1400" dirty="0"/>
          </a:p>
        </p:txBody>
      </p:sp>
      <p:sp>
        <p:nvSpPr>
          <p:cNvPr id="21" name="Shape 26">
            <a:extLst>
              <a:ext uri="{FF2B5EF4-FFF2-40B4-BE49-F238E27FC236}">
                <a16:creationId xmlns:a16="http://schemas.microsoft.com/office/drawing/2014/main" id="{57DA99C7-B17B-49B8-EFC9-481980EAFB30}"/>
              </a:ext>
            </a:extLst>
          </p:cNvPr>
          <p:cNvSpPr/>
          <p:nvPr/>
        </p:nvSpPr>
        <p:spPr>
          <a:xfrm>
            <a:off x="7973059" y="2035743"/>
            <a:ext cx="3063240" cy="1097280"/>
          </a:xfrm>
          <a:prstGeom prst="roundRect">
            <a:avLst>
              <a:gd name="adj" fmla="val 5000"/>
            </a:avLst>
          </a:prstGeom>
          <a:solidFill>
            <a:srgbClr val="FFFFFF"/>
          </a:solidFill>
          <a:ln w="12700">
            <a:solidFill>
              <a:srgbClr val="D8E2E8"/>
            </a:solidFill>
            <a:prstDash val="solid"/>
          </a:ln>
          <a:effectLst>
            <a:outerShdw blurRad="19050" dist="8890" dir="2700000" algn="bl" rotWithShape="0">
              <a:srgbClr val="000000">
                <a:alpha val="10000"/>
              </a:srgbClr>
            </a:outerShdw>
          </a:effectLst>
        </p:spPr>
        <p:txBody>
          <a:bodyPr/>
          <a:lstStyle/>
          <a:p>
            <a:endParaRPr lang="en-SG" sz="2800"/>
          </a:p>
        </p:txBody>
      </p:sp>
      <p:sp>
        <p:nvSpPr>
          <p:cNvPr id="23" name="Shape 27">
            <a:extLst>
              <a:ext uri="{FF2B5EF4-FFF2-40B4-BE49-F238E27FC236}">
                <a16:creationId xmlns:a16="http://schemas.microsoft.com/office/drawing/2014/main" id="{D3F80B24-23D9-3667-370A-D040EA7BEA0F}"/>
              </a:ext>
            </a:extLst>
          </p:cNvPr>
          <p:cNvSpPr/>
          <p:nvPr/>
        </p:nvSpPr>
        <p:spPr>
          <a:xfrm>
            <a:off x="7973059" y="2035743"/>
            <a:ext cx="73152" cy="1097280"/>
          </a:xfrm>
          <a:prstGeom prst="rect">
            <a:avLst/>
          </a:prstGeom>
          <a:solidFill>
            <a:srgbClr val="006B54"/>
          </a:solidFill>
          <a:ln w="12700">
            <a:solidFill>
              <a:srgbClr val="006B54"/>
            </a:solidFill>
            <a:prstDash val="solid"/>
          </a:ln>
        </p:spPr>
        <p:txBody>
          <a:bodyPr/>
          <a:lstStyle/>
          <a:p>
            <a:endParaRPr lang="en-SG"/>
          </a:p>
        </p:txBody>
      </p:sp>
      <p:sp>
        <p:nvSpPr>
          <p:cNvPr id="25" name="Text 28">
            <a:extLst>
              <a:ext uri="{FF2B5EF4-FFF2-40B4-BE49-F238E27FC236}">
                <a16:creationId xmlns:a16="http://schemas.microsoft.com/office/drawing/2014/main" id="{F779B331-F12C-EF55-6D86-A56D9BB2888D}"/>
              </a:ext>
            </a:extLst>
          </p:cNvPr>
          <p:cNvSpPr/>
          <p:nvPr/>
        </p:nvSpPr>
        <p:spPr>
          <a:xfrm>
            <a:off x="8201659" y="2218623"/>
            <a:ext cx="2679192" cy="274320"/>
          </a:xfrm>
          <a:prstGeom prst="rect">
            <a:avLst/>
          </a:prstGeom>
          <a:noFill/>
          <a:ln/>
        </p:spPr>
        <p:txBody>
          <a:bodyPr wrap="square" lIns="0" tIns="0" rIns="0" bIns="0" rtlCol="0" anchor="ctr"/>
          <a:lstStyle/>
          <a:p>
            <a:pPr marL="0" indent="0">
              <a:buNone/>
            </a:pPr>
            <a:r>
              <a:rPr lang="en-US" b="1" dirty="0">
                <a:solidFill>
                  <a:srgbClr val="163A32"/>
                </a:solidFill>
              </a:rPr>
              <a:t>3. Settlement</a:t>
            </a:r>
            <a:endParaRPr lang="en-US" dirty="0"/>
          </a:p>
        </p:txBody>
      </p:sp>
      <p:sp>
        <p:nvSpPr>
          <p:cNvPr id="27" name="Text 29">
            <a:extLst>
              <a:ext uri="{FF2B5EF4-FFF2-40B4-BE49-F238E27FC236}">
                <a16:creationId xmlns:a16="http://schemas.microsoft.com/office/drawing/2014/main" id="{41446E17-FBE5-91F0-7FA9-42FCFA6FF0CC}"/>
              </a:ext>
            </a:extLst>
          </p:cNvPr>
          <p:cNvSpPr/>
          <p:nvPr/>
        </p:nvSpPr>
        <p:spPr>
          <a:xfrm>
            <a:off x="8201659" y="2602671"/>
            <a:ext cx="2679192" cy="384048"/>
          </a:xfrm>
          <a:prstGeom prst="rect">
            <a:avLst/>
          </a:prstGeom>
          <a:noFill/>
          <a:ln/>
        </p:spPr>
        <p:txBody>
          <a:bodyPr wrap="square" lIns="254" tIns="254" rIns="254" bIns="254" rtlCol="0" anchor="ctr"/>
          <a:lstStyle/>
          <a:p>
            <a:pPr marL="0" indent="0">
              <a:buNone/>
            </a:pPr>
            <a:r>
              <a:rPr lang="en-US" sz="1400" dirty="0">
                <a:solidFill>
                  <a:srgbClr val="17212B"/>
                </a:solidFill>
              </a:rPr>
              <a:t>Funds are transferred later.</a:t>
            </a:r>
            <a:endParaRPr lang="en-US" sz="1400" dirty="0"/>
          </a:p>
        </p:txBody>
      </p:sp>
      <p:sp>
        <p:nvSpPr>
          <p:cNvPr id="4" name="Text Placeholder 1">
            <a:extLst>
              <a:ext uri="{FF2B5EF4-FFF2-40B4-BE49-F238E27FC236}">
                <a16:creationId xmlns:a16="http://schemas.microsoft.com/office/drawing/2014/main" id="{861EC2F4-3322-1A55-2DE7-39415E70F1A2}"/>
              </a:ext>
            </a:extLst>
          </p:cNvPr>
          <p:cNvSpPr txBox="1">
            <a:spLocks/>
          </p:cNvSpPr>
          <p:nvPr/>
        </p:nvSpPr>
        <p:spPr>
          <a:xfrm>
            <a:off x="730034" y="3575742"/>
            <a:ext cx="10673669" cy="3001817"/>
          </a:xfrm>
          <a:prstGeom prst="rect">
            <a:avLst/>
          </a:prstGeom>
        </p:spPr>
        <p:txBody>
          <a:bodyPr vert="horz" lIns="91440" tIns="45720" rIns="91440" bIns="45720" rtlCol="0">
            <a:noAutofit/>
          </a:bodyPr>
          <a:lstStyle>
            <a:lvl1pPr marL="257168" indent="-257168" algn="l" defTabSz="914377" rtl="0" eaLnBrk="1" latinLnBrk="0" hangingPunct="1">
              <a:lnSpc>
                <a:spcPct val="90000"/>
              </a:lnSpc>
              <a:spcBef>
                <a:spcPts val="1000"/>
              </a:spcBef>
              <a:buFont typeface="Arial" panose="020B0604020202020204" pitchFamily="34" charset="0"/>
              <a:buChar char="•"/>
              <a:defRPr sz="2000" b="0" kern="1200">
                <a:solidFill>
                  <a:schemeClr val="tx1"/>
                </a:solidFill>
                <a:latin typeface="Arial" panose="020B0604020202020204" pitchFamily="34" charset="0"/>
                <a:ea typeface="+mn-ea"/>
                <a:cs typeface="Arial" panose="020B0604020202020204" pitchFamily="34" charset="0"/>
              </a:defRPr>
            </a:lvl1pPr>
            <a:lvl2pPr marL="685783" indent="-228594" algn="l" defTabSz="914377" rtl="0" eaLnBrk="1" latinLnBrk="0" hangingPunct="1">
              <a:lnSpc>
                <a:spcPct val="90000"/>
              </a:lnSpc>
              <a:spcBef>
                <a:spcPts val="500"/>
              </a:spcBef>
              <a:buFont typeface="Courier New" panose="02070309020205020404" pitchFamily="49" charset="0"/>
              <a:buChar char="o"/>
              <a:defRPr sz="1800" kern="1200">
                <a:solidFill>
                  <a:schemeClr val="tx1"/>
                </a:solidFill>
                <a:latin typeface="Arial" panose="020B0604020202020204" pitchFamily="34" charset="0"/>
                <a:ea typeface="+mn-ea"/>
                <a:cs typeface="Arial" panose="020B0604020202020204" pitchFamily="34" charset="0"/>
              </a:defRPr>
            </a:lvl2pPr>
            <a:lvl3pPr marL="1142971" indent="-228594" algn="l" defTabSz="914377" rtl="0" eaLnBrk="1" latinLnBrk="0" hangingPunct="1">
              <a:lnSpc>
                <a:spcPct val="90000"/>
              </a:lnSpc>
              <a:spcBef>
                <a:spcPts val="500"/>
              </a:spcBef>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t">
              <a:buFont typeface="Arial" panose="020B0604020202020204" pitchFamily="34" charset="0"/>
              <a:buNone/>
            </a:pPr>
            <a:r>
              <a:rPr lang="en-SG" sz="1600" b="1" dirty="0"/>
              <a:t>Authorisation</a:t>
            </a:r>
          </a:p>
          <a:p>
            <a:pPr fontAlgn="t">
              <a:buFont typeface="Arial" panose="020B0604020202020204" pitchFamily="34" charset="0"/>
              <a:buNone/>
            </a:pPr>
            <a:r>
              <a:rPr lang="en-SG" sz="1600" dirty="0"/>
              <a:t>The issuer decides whether the transaction may proceed.</a:t>
            </a:r>
          </a:p>
          <a:p>
            <a:pPr fontAlgn="t">
              <a:buFont typeface="Arial" panose="020B0604020202020204" pitchFamily="34" charset="0"/>
              <a:buNone/>
            </a:pPr>
            <a:endParaRPr lang="en-SG" sz="1600" dirty="0"/>
          </a:p>
          <a:p>
            <a:pPr fontAlgn="t">
              <a:buFont typeface="Arial" panose="020B0604020202020204" pitchFamily="34" charset="0"/>
              <a:buNone/>
            </a:pPr>
            <a:r>
              <a:rPr lang="en-SG" sz="1600" b="1" dirty="0"/>
              <a:t>Clearing</a:t>
            </a:r>
          </a:p>
          <a:p>
            <a:pPr fontAlgn="t">
              <a:buFont typeface="Arial" panose="020B0604020202020204" pitchFamily="34" charset="0"/>
              <a:buNone/>
            </a:pPr>
            <a:r>
              <a:rPr lang="en-SG" sz="1600" dirty="0"/>
              <a:t>Transaction information is exchanged between the relevant parties.</a:t>
            </a:r>
          </a:p>
          <a:p>
            <a:pPr fontAlgn="t">
              <a:buFont typeface="Arial" panose="020B0604020202020204" pitchFamily="34" charset="0"/>
              <a:buNone/>
            </a:pPr>
            <a:endParaRPr lang="en-SG" sz="1600" dirty="0"/>
          </a:p>
          <a:p>
            <a:pPr fontAlgn="t">
              <a:buFont typeface="Arial" panose="020B0604020202020204" pitchFamily="34" charset="0"/>
              <a:buNone/>
            </a:pPr>
            <a:r>
              <a:rPr lang="en-SG" sz="1600" b="1" dirty="0"/>
              <a:t>Settlement</a:t>
            </a:r>
          </a:p>
          <a:p>
            <a:pPr fontAlgn="t">
              <a:buFont typeface="Arial" panose="020B0604020202020204" pitchFamily="34" charset="0"/>
              <a:buNone/>
            </a:pPr>
            <a:r>
              <a:rPr lang="en-SG" sz="1600" dirty="0"/>
              <a:t>Funds are transferred between the participating institutions.</a:t>
            </a:r>
          </a:p>
          <a:p>
            <a:pPr fontAlgn="t">
              <a:buFont typeface="Arial" panose="020B0604020202020204" pitchFamily="34" charset="0"/>
              <a:buNone/>
            </a:pPr>
            <a:endParaRPr lang="en-SG" sz="1600" dirty="0"/>
          </a:p>
        </p:txBody>
      </p:sp>
      <p:sp>
        <p:nvSpPr>
          <p:cNvPr id="6" name="TextBox 5">
            <a:extLst>
              <a:ext uri="{FF2B5EF4-FFF2-40B4-BE49-F238E27FC236}">
                <a16:creationId xmlns:a16="http://schemas.microsoft.com/office/drawing/2014/main" id="{EAF8CDEC-3330-37A2-2C49-61FD8D81C4B5}"/>
              </a:ext>
            </a:extLst>
          </p:cNvPr>
          <p:cNvSpPr txBox="1"/>
          <p:nvPr/>
        </p:nvSpPr>
        <p:spPr>
          <a:xfrm>
            <a:off x="7408182" y="4437979"/>
            <a:ext cx="4192993" cy="1107996"/>
          </a:xfrm>
          <a:prstGeom prst="rect">
            <a:avLst/>
          </a:prstGeom>
          <a:noFill/>
        </p:spPr>
        <p:txBody>
          <a:bodyPr wrap="square" rtlCol="0">
            <a:spAutoFit/>
          </a:bodyPr>
          <a:lstStyle/>
          <a:p>
            <a:pPr algn="ctr"/>
            <a:r>
              <a:rPr lang="en-SG" sz="1600" dirty="0">
                <a:solidFill>
                  <a:srgbClr val="0070C0"/>
                </a:solidFill>
              </a:rPr>
              <a:t>When the customer sees “Payment successful,” have the funds necessarily completed final settlement?</a:t>
            </a:r>
          </a:p>
          <a:p>
            <a:pPr algn="ctr"/>
            <a:endParaRPr lang="en-SG" sz="1600" dirty="0">
              <a:solidFill>
                <a:srgbClr val="0070C0"/>
              </a:solidFill>
            </a:endParaRPr>
          </a:p>
        </p:txBody>
      </p:sp>
    </p:spTree>
    <p:extLst>
      <p:ext uri="{BB962C8B-B14F-4D97-AF65-F5344CB8AC3E}">
        <p14:creationId xmlns:p14="http://schemas.microsoft.com/office/powerpoint/2010/main" val="12888869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A311B6-9174-7FE2-771F-6642A31D7F74}"/>
              </a:ext>
            </a:extLst>
          </p:cNvPr>
          <p:cNvSpPr>
            <a:spLocks noGrp="1"/>
          </p:cNvSpPr>
          <p:nvPr>
            <p:ph type="title"/>
          </p:nvPr>
        </p:nvSpPr>
        <p:spPr/>
        <p:txBody>
          <a:bodyPr/>
          <a:lstStyle/>
          <a:p>
            <a:r>
              <a:rPr lang="en-US" dirty="0"/>
              <a:t>Web Application Revision</a:t>
            </a:r>
            <a:endParaRPr lang="en-SG" dirty="0"/>
          </a:p>
        </p:txBody>
      </p:sp>
    </p:spTree>
    <p:extLst>
      <p:ext uri="{BB962C8B-B14F-4D97-AF65-F5344CB8AC3E}">
        <p14:creationId xmlns:p14="http://schemas.microsoft.com/office/powerpoint/2010/main" val="40958703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279712F-3AEC-E4F1-3BDB-4093A247993F}"/>
              </a:ext>
            </a:extLst>
          </p:cNvPr>
          <p:cNvSpPr>
            <a:spLocks noGrp="1"/>
          </p:cNvSpPr>
          <p:nvPr>
            <p:ph type="body" sz="quarter" idx="14"/>
          </p:nvPr>
        </p:nvSpPr>
        <p:spPr>
          <a:xfrm>
            <a:off x="730035" y="1593025"/>
            <a:ext cx="9581705" cy="3671953"/>
          </a:xfrm>
        </p:spPr>
        <p:txBody>
          <a:bodyPr/>
          <a:lstStyle/>
          <a:p>
            <a:r>
              <a:rPr lang="en-SG" sz="2000" dirty="0"/>
              <a:t>In this session, there will be some exercises for you to try out to recap on some JavaScript concepts you have learnt.</a:t>
            </a:r>
          </a:p>
          <a:p>
            <a:endParaRPr lang="en-SG" sz="2000" dirty="0"/>
          </a:p>
          <a:p>
            <a:r>
              <a:rPr lang="en-SG" sz="2000" dirty="0"/>
              <a:t>Open </a:t>
            </a:r>
            <a:r>
              <a:rPr lang="en-SG" sz="2000" dirty="0" err="1"/>
              <a:t>VSCode</a:t>
            </a:r>
            <a:r>
              <a:rPr lang="en-SG" sz="2000" dirty="0"/>
              <a:t> in your C372 workspace, you can use the same workspace that was created in lesson 1 </a:t>
            </a:r>
          </a:p>
          <a:p>
            <a:endParaRPr lang="en-SG" sz="2000" dirty="0"/>
          </a:p>
          <a:p>
            <a:r>
              <a:rPr lang="en-SG" sz="2000" dirty="0"/>
              <a:t>In </a:t>
            </a:r>
            <a:r>
              <a:rPr lang="en-SG" sz="2000" b="1" dirty="0"/>
              <a:t>Week01</a:t>
            </a:r>
            <a:r>
              <a:rPr lang="en-SG" sz="2000" dirty="0"/>
              <a:t> folder, create a folder named </a:t>
            </a:r>
            <a:r>
              <a:rPr lang="en-SG" sz="2000" b="1" dirty="0"/>
              <a:t>Revision </a:t>
            </a:r>
          </a:p>
          <a:p>
            <a:endParaRPr lang="en-SG" sz="2000" b="1" dirty="0"/>
          </a:p>
          <a:p>
            <a:r>
              <a:rPr lang="en-SG" sz="2000" dirty="0"/>
              <a:t>You will be creating the exercise files in the </a:t>
            </a:r>
            <a:r>
              <a:rPr lang="en-SG" sz="2000" b="1" dirty="0"/>
              <a:t>Revision</a:t>
            </a:r>
            <a:r>
              <a:rPr lang="en-SG" sz="2000" dirty="0"/>
              <a:t> folder.</a:t>
            </a:r>
          </a:p>
          <a:p>
            <a:endParaRPr lang="en-SG" sz="2000" dirty="0"/>
          </a:p>
        </p:txBody>
      </p:sp>
      <p:sp>
        <p:nvSpPr>
          <p:cNvPr id="3" name="Text Placeholder 2">
            <a:extLst>
              <a:ext uri="{FF2B5EF4-FFF2-40B4-BE49-F238E27FC236}">
                <a16:creationId xmlns:a16="http://schemas.microsoft.com/office/drawing/2014/main" id="{D36E1F1E-095C-D707-4A6D-AD6DB88D35AC}"/>
              </a:ext>
            </a:extLst>
          </p:cNvPr>
          <p:cNvSpPr>
            <a:spLocks noGrp="1"/>
          </p:cNvSpPr>
          <p:nvPr>
            <p:ph type="body" sz="quarter" idx="15"/>
          </p:nvPr>
        </p:nvSpPr>
        <p:spPr/>
        <p:txBody>
          <a:bodyPr/>
          <a:lstStyle/>
          <a:p>
            <a:endParaRPr lang="en-SG"/>
          </a:p>
        </p:txBody>
      </p:sp>
      <p:sp>
        <p:nvSpPr>
          <p:cNvPr id="4" name="Text Placeholder 3">
            <a:extLst>
              <a:ext uri="{FF2B5EF4-FFF2-40B4-BE49-F238E27FC236}">
                <a16:creationId xmlns:a16="http://schemas.microsoft.com/office/drawing/2014/main" id="{F2A169C8-6DA5-B69A-4D72-7989A4901ECB}"/>
              </a:ext>
            </a:extLst>
          </p:cNvPr>
          <p:cNvSpPr>
            <a:spLocks noGrp="1"/>
          </p:cNvSpPr>
          <p:nvPr>
            <p:ph type="body" sz="quarter" idx="16"/>
          </p:nvPr>
        </p:nvSpPr>
        <p:spPr/>
        <p:txBody>
          <a:bodyPr/>
          <a:lstStyle/>
          <a:p>
            <a:r>
              <a:rPr lang="en-SG" dirty="0"/>
              <a:t>Revision Exercises</a:t>
            </a:r>
          </a:p>
        </p:txBody>
      </p:sp>
      <p:pic>
        <p:nvPicPr>
          <p:cNvPr id="7" name="Picture 6">
            <a:extLst>
              <a:ext uri="{FF2B5EF4-FFF2-40B4-BE49-F238E27FC236}">
                <a16:creationId xmlns:a16="http://schemas.microsoft.com/office/drawing/2014/main" id="{B4562678-5DC2-FA82-5956-FB12A0618A42}"/>
              </a:ext>
            </a:extLst>
          </p:cNvPr>
          <p:cNvPicPr>
            <a:picLocks noChangeAspect="1"/>
          </p:cNvPicPr>
          <p:nvPr/>
        </p:nvPicPr>
        <p:blipFill>
          <a:blip r:embed="rId2"/>
          <a:srcRect r="40485"/>
          <a:stretch>
            <a:fillRect/>
          </a:stretch>
        </p:blipFill>
        <p:spPr>
          <a:xfrm>
            <a:off x="8356478" y="3248152"/>
            <a:ext cx="2687574" cy="3152813"/>
          </a:xfrm>
          <a:prstGeom prst="rect">
            <a:avLst/>
          </a:prstGeom>
        </p:spPr>
      </p:pic>
      <p:sp>
        <p:nvSpPr>
          <p:cNvPr id="8" name="Rectangle 7">
            <a:extLst>
              <a:ext uri="{FF2B5EF4-FFF2-40B4-BE49-F238E27FC236}">
                <a16:creationId xmlns:a16="http://schemas.microsoft.com/office/drawing/2014/main" id="{A1369945-ED8A-C496-4018-5E8AA6727504}"/>
              </a:ext>
            </a:extLst>
          </p:cNvPr>
          <p:cNvSpPr/>
          <p:nvPr/>
        </p:nvSpPr>
        <p:spPr>
          <a:xfrm>
            <a:off x="9227127" y="5264978"/>
            <a:ext cx="1084613" cy="518305"/>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509321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DDF624F-C12C-2BD4-6080-0485AC8255F4}"/>
              </a:ext>
            </a:extLst>
          </p:cNvPr>
          <p:cNvSpPr>
            <a:spLocks noGrp="1"/>
          </p:cNvSpPr>
          <p:nvPr>
            <p:ph type="body" sz="quarter" idx="14"/>
          </p:nvPr>
        </p:nvSpPr>
        <p:spPr/>
        <p:txBody>
          <a:bodyPr/>
          <a:lstStyle/>
          <a:p>
            <a:pPr marL="0" indent="0">
              <a:buNone/>
            </a:pPr>
            <a:r>
              <a:rPr lang="en-SG" sz="1800" dirty="0"/>
              <a:t>a) In the </a:t>
            </a:r>
            <a:r>
              <a:rPr lang="en-SG" sz="1800" b="1" dirty="0"/>
              <a:t>Revision</a:t>
            </a:r>
            <a:r>
              <a:rPr lang="en-SG" sz="1800" dirty="0"/>
              <a:t> folder, create a file named </a:t>
            </a:r>
            <a:r>
              <a:rPr lang="en-SG" sz="1800" b="1" dirty="0"/>
              <a:t>ex01.js. </a:t>
            </a:r>
            <a:r>
              <a:rPr lang="en-SG" sz="1800" dirty="0"/>
              <a:t>In </a:t>
            </a:r>
            <a:r>
              <a:rPr lang="en-SG" sz="1800" b="1" dirty="0"/>
              <a:t>ex01.js</a:t>
            </a:r>
            <a:r>
              <a:rPr lang="en-SG" sz="1800" dirty="0"/>
              <a:t>, type the following code below to calculate the pet grooming fee.</a:t>
            </a:r>
          </a:p>
          <a:p>
            <a:endParaRPr lang="en-SG" sz="1800" dirty="0"/>
          </a:p>
          <a:p>
            <a:endParaRPr lang="en-SG" sz="1800" dirty="0"/>
          </a:p>
          <a:p>
            <a:endParaRPr lang="en-SG" sz="1800" dirty="0"/>
          </a:p>
          <a:p>
            <a:endParaRPr lang="en-SG" sz="1800" dirty="0"/>
          </a:p>
          <a:p>
            <a:endParaRPr lang="en-SG" sz="1800" dirty="0"/>
          </a:p>
          <a:p>
            <a:endParaRPr lang="en-SG" sz="1800" dirty="0"/>
          </a:p>
          <a:p>
            <a:endParaRPr lang="en-SG" sz="1800" dirty="0"/>
          </a:p>
          <a:p>
            <a:endParaRPr lang="en-SG" sz="1800" dirty="0"/>
          </a:p>
          <a:p>
            <a:r>
              <a:rPr lang="en-SG" sz="1800" dirty="0"/>
              <a:t>Ensure that you are in the right folder in the console(You should be in the </a:t>
            </a:r>
            <a:r>
              <a:rPr lang="en-SG" sz="1800" b="1" dirty="0"/>
              <a:t>Revision</a:t>
            </a:r>
            <a:r>
              <a:rPr lang="en-SG" sz="1800" dirty="0"/>
              <a:t> folder.)</a:t>
            </a:r>
          </a:p>
          <a:p>
            <a:r>
              <a:rPr lang="en-SG" sz="1800" dirty="0"/>
              <a:t>Run the JS file: </a:t>
            </a:r>
            <a:r>
              <a:rPr lang="en-SG" sz="1800" b="1" dirty="0">
                <a:solidFill>
                  <a:srgbClr val="00B050"/>
                </a:solidFill>
                <a:latin typeface="Courier New" panose="02070309020205020404" pitchFamily="49" charset="0"/>
                <a:cs typeface="Courier New" panose="02070309020205020404" pitchFamily="49" charset="0"/>
              </a:rPr>
              <a:t>node ex01.js</a:t>
            </a:r>
            <a:endParaRPr lang="en-SG" sz="1800" dirty="0"/>
          </a:p>
          <a:p>
            <a:r>
              <a:rPr lang="en-SG" sz="1800" dirty="0"/>
              <a:t>What is the output?</a:t>
            </a:r>
          </a:p>
        </p:txBody>
      </p:sp>
      <p:sp>
        <p:nvSpPr>
          <p:cNvPr id="3" name="Title 2">
            <a:extLst>
              <a:ext uri="{FF2B5EF4-FFF2-40B4-BE49-F238E27FC236}">
                <a16:creationId xmlns:a16="http://schemas.microsoft.com/office/drawing/2014/main" id="{B2AE496A-49D7-C129-3C5B-8AE851524466}"/>
              </a:ext>
            </a:extLst>
          </p:cNvPr>
          <p:cNvSpPr>
            <a:spLocks noGrp="1"/>
          </p:cNvSpPr>
          <p:nvPr>
            <p:ph type="title"/>
          </p:nvPr>
        </p:nvSpPr>
        <p:spPr/>
        <p:txBody>
          <a:bodyPr/>
          <a:lstStyle/>
          <a:p>
            <a:r>
              <a:rPr lang="en-US" dirty="0"/>
              <a:t>Exercise 1</a:t>
            </a:r>
            <a:endParaRPr lang="en-SG" dirty="0"/>
          </a:p>
        </p:txBody>
      </p:sp>
      <p:pic>
        <p:nvPicPr>
          <p:cNvPr id="10" name="Picture 9">
            <a:extLst>
              <a:ext uri="{FF2B5EF4-FFF2-40B4-BE49-F238E27FC236}">
                <a16:creationId xmlns:a16="http://schemas.microsoft.com/office/drawing/2014/main" id="{9B4162EB-EA2D-92D8-0370-FDA121DB9FAA}"/>
              </a:ext>
            </a:extLst>
          </p:cNvPr>
          <p:cNvPicPr>
            <a:picLocks noChangeAspect="1"/>
          </p:cNvPicPr>
          <p:nvPr/>
        </p:nvPicPr>
        <p:blipFill>
          <a:blip r:embed="rId3"/>
          <a:stretch>
            <a:fillRect/>
          </a:stretch>
        </p:blipFill>
        <p:spPr>
          <a:xfrm>
            <a:off x="3148232" y="785814"/>
            <a:ext cx="477441" cy="508423"/>
          </a:xfrm>
          <a:prstGeom prst="rect">
            <a:avLst/>
          </a:prstGeom>
        </p:spPr>
      </p:pic>
      <p:pic>
        <p:nvPicPr>
          <p:cNvPr id="14" name="Picture 13">
            <a:extLst>
              <a:ext uri="{FF2B5EF4-FFF2-40B4-BE49-F238E27FC236}">
                <a16:creationId xmlns:a16="http://schemas.microsoft.com/office/drawing/2014/main" id="{2F947CBA-EA8B-84BE-BF12-124EBDB4F288}"/>
              </a:ext>
            </a:extLst>
          </p:cNvPr>
          <p:cNvPicPr>
            <a:picLocks noChangeAspect="1"/>
          </p:cNvPicPr>
          <p:nvPr/>
        </p:nvPicPr>
        <p:blipFill>
          <a:blip r:embed="rId4"/>
          <a:stretch>
            <a:fillRect/>
          </a:stretch>
        </p:blipFill>
        <p:spPr>
          <a:xfrm>
            <a:off x="1034571" y="2195696"/>
            <a:ext cx="4428078" cy="2807274"/>
          </a:xfrm>
          <a:prstGeom prst="rect">
            <a:avLst/>
          </a:prstGeom>
        </p:spPr>
      </p:pic>
    </p:spTree>
    <p:extLst>
      <p:ext uri="{BB962C8B-B14F-4D97-AF65-F5344CB8AC3E}">
        <p14:creationId xmlns:p14="http://schemas.microsoft.com/office/powerpoint/2010/main" val="34368348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47D4DF-9F9E-9BA7-4B72-8692F58483C9}"/>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E9744CB1-AFF5-78B1-D337-6428314F592D}"/>
              </a:ext>
            </a:extLst>
          </p:cNvPr>
          <p:cNvSpPr>
            <a:spLocks noGrp="1"/>
          </p:cNvSpPr>
          <p:nvPr>
            <p:ph type="body" sz="quarter" idx="14"/>
          </p:nvPr>
        </p:nvSpPr>
        <p:spPr/>
        <p:txBody>
          <a:bodyPr/>
          <a:lstStyle/>
          <a:p>
            <a:pPr marL="0" indent="0">
              <a:buNone/>
            </a:pPr>
            <a:r>
              <a:rPr lang="en-SG" sz="1800" dirty="0"/>
              <a:t>b) What are the datatypes of the variables?</a:t>
            </a:r>
          </a:p>
          <a:p>
            <a:endParaRPr lang="en-SG" sz="1800" dirty="0"/>
          </a:p>
          <a:p>
            <a:endParaRPr lang="en-SG" sz="1800" dirty="0"/>
          </a:p>
          <a:p>
            <a:endParaRPr lang="en-SG" sz="1800" dirty="0"/>
          </a:p>
          <a:p>
            <a:endParaRPr lang="en-SG" sz="1800" dirty="0"/>
          </a:p>
          <a:p>
            <a:endParaRPr lang="en-SG" sz="1800" dirty="0"/>
          </a:p>
          <a:p>
            <a:endParaRPr lang="en-SG" sz="1800" dirty="0"/>
          </a:p>
          <a:p>
            <a:endParaRPr lang="en-SG" sz="1800" dirty="0"/>
          </a:p>
          <a:p>
            <a:endParaRPr lang="en-SG" sz="1800" dirty="0"/>
          </a:p>
        </p:txBody>
      </p:sp>
      <p:sp>
        <p:nvSpPr>
          <p:cNvPr id="3" name="Title 2">
            <a:extLst>
              <a:ext uri="{FF2B5EF4-FFF2-40B4-BE49-F238E27FC236}">
                <a16:creationId xmlns:a16="http://schemas.microsoft.com/office/drawing/2014/main" id="{EC8B36BB-2AF0-EEE0-876D-1BD63C79B65A}"/>
              </a:ext>
            </a:extLst>
          </p:cNvPr>
          <p:cNvSpPr>
            <a:spLocks noGrp="1"/>
          </p:cNvSpPr>
          <p:nvPr>
            <p:ph type="title"/>
          </p:nvPr>
        </p:nvSpPr>
        <p:spPr/>
        <p:txBody>
          <a:bodyPr/>
          <a:lstStyle/>
          <a:p>
            <a:r>
              <a:rPr lang="en-US" dirty="0"/>
              <a:t>Exercise 1</a:t>
            </a:r>
            <a:endParaRPr lang="en-SG" dirty="0"/>
          </a:p>
        </p:txBody>
      </p:sp>
      <p:pic>
        <p:nvPicPr>
          <p:cNvPr id="10" name="Picture 9">
            <a:extLst>
              <a:ext uri="{FF2B5EF4-FFF2-40B4-BE49-F238E27FC236}">
                <a16:creationId xmlns:a16="http://schemas.microsoft.com/office/drawing/2014/main" id="{865E8E1E-8DE4-58D6-6020-5E6BF801C273}"/>
              </a:ext>
            </a:extLst>
          </p:cNvPr>
          <p:cNvPicPr>
            <a:picLocks noChangeAspect="1"/>
          </p:cNvPicPr>
          <p:nvPr/>
        </p:nvPicPr>
        <p:blipFill>
          <a:blip r:embed="rId3"/>
          <a:stretch>
            <a:fillRect/>
          </a:stretch>
        </p:blipFill>
        <p:spPr>
          <a:xfrm>
            <a:off x="3148232" y="785814"/>
            <a:ext cx="477441" cy="508423"/>
          </a:xfrm>
          <a:prstGeom prst="rect">
            <a:avLst/>
          </a:prstGeom>
        </p:spPr>
      </p:pic>
      <p:graphicFrame>
        <p:nvGraphicFramePr>
          <p:cNvPr id="4" name="Table 3">
            <a:extLst>
              <a:ext uri="{FF2B5EF4-FFF2-40B4-BE49-F238E27FC236}">
                <a16:creationId xmlns:a16="http://schemas.microsoft.com/office/drawing/2014/main" id="{DBA3D915-C294-20B2-4771-AB5D2DBB347D}"/>
              </a:ext>
            </a:extLst>
          </p:cNvPr>
          <p:cNvGraphicFramePr>
            <a:graphicFrameLocks noGrp="1"/>
          </p:cNvGraphicFramePr>
          <p:nvPr>
            <p:extLst>
              <p:ext uri="{D42A27DB-BD31-4B8C-83A1-F6EECF244321}">
                <p14:modId xmlns:p14="http://schemas.microsoft.com/office/powerpoint/2010/main" val="4089820662"/>
              </p:ext>
            </p:extLst>
          </p:nvPr>
        </p:nvGraphicFramePr>
        <p:xfrm>
          <a:off x="870756" y="2480214"/>
          <a:ext cx="5225244" cy="2595880"/>
        </p:xfrm>
        <a:graphic>
          <a:graphicData uri="http://schemas.openxmlformats.org/drawingml/2006/table">
            <a:tbl>
              <a:tblPr firstRow="1" bandRow="1">
                <a:tableStyleId>{93296810-A885-4BE3-A3E7-6D5BEEA58F35}</a:tableStyleId>
              </a:tblPr>
              <a:tblGrid>
                <a:gridCol w="2612622">
                  <a:extLst>
                    <a:ext uri="{9D8B030D-6E8A-4147-A177-3AD203B41FA5}">
                      <a16:colId xmlns:a16="http://schemas.microsoft.com/office/drawing/2014/main" val="933678589"/>
                    </a:ext>
                  </a:extLst>
                </a:gridCol>
                <a:gridCol w="2612622">
                  <a:extLst>
                    <a:ext uri="{9D8B030D-6E8A-4147-A177-3AD203B41FA5}">
                      <a16:colId xmlns:a16="http://schemas.microsoft.com/office/drawing/2014/main" val="2321122753"/>
                    </a:ext>
                  </a:extLst>
                </a:gridCol>
              </a:tblGrid>
              <a:tr h="370840">
                <a:tc>
                  <a:txBody>
                    <a:bodyPr/>
                    <a:lstStyle/>
                    <a:p>
                      <a:pPr algn="ctr"/>
                      <a:r>
                        <a:rPr lang="en-US" dirty="0"/>
                        <a:t>Variable</a:t>
                      </a:r>
                      <a:endParaRPr lang="en-SG" dirty="0"/>
                    </a:p>
                  </a:txBody>
                  <a:tcPr/>
                </a:tc>
                <a:tc>
                  <a:txBody>
                    <a:bodyPr/>
                    <a:lstStyle/>
                    <a:p>
                      <a:pPr algn="ctr"/>
                      <a:r>
                        <a:rPr lang="en-US" dirty="0"/>
                        <a:t>Data Type</a:t>
                      </a:r>
                      <a:endParaRPr lang="en-SG" dirty="0"/>
                    </a:p>
                  </a:txBody>
                  <a:tcPr/>
                </a:tc>
                <a:extLst>
                  <a:ext uri="{0D108BD9-81ED-4DB2-BD59-A6C34878D82A}">
                    <a16:rowId xmlns:a16="http://schemas.microsoft.com/office/drawing/2014/main" val="2949422275"/>
                  </a:ext>
                </a:extLst>
              </a:tr>
              <a:tr h="370840">
                <a:tc>
                  <a:txBody>
                    <a:bodyPr/>
                    <a:lstStyle/>
                    <a:p>
                      <a:pPr algn="ctr"/>
                      <a:r>
                        <a:rPr lang="en-US" dirty="0" err="1"/>
                        <a:t>groomingFee</a:t>
                      </a:r>
                      <a:endParaRPr lang="en-SG" dirty="0"/>
                    </a:p>
                  </a:txBody>
                  <a:tcPr/>
                </a:tc>
                <a:tc>
                  <a:txBody>
                    <a:bodyPr/>
                    <a:lstStyle/>
                    <a:p>
                      <a:pPr algn="ctr"/>
                      <a:r>
                        <a:rPr lang="en-SG" dirty="0"/>
                        <a:t>Number</a:t>
                      </a:r>
                    </a:p>
                  </a:txBody>
                  <a:tcPr/>
                </a:tc>
                <a:extLst>
                  <a:ext uri="{0D108BD9-81ED-4DB2-BD59-A6C34878D82A}">
                    <a16:rowId xmlns:a16="http://schemas.microsoft.com/office/drawing/2014/main" val="3169059159"/>
                  </a:ext>
                </a:extLst>
              </a:tr>
              <a:tr h="370840">
                <a:tc>
                  <a:txBody>
                    <a:bodyPr/>
                    <a:lstStyle/>
                    <a:p>
                      <a:pPr algn="ctr"/>
                      <a:r>
                        <a:rPr lang="en-US" dirty="0" err="1"/>
                        <a:t>numberofPets</a:t>
                      </a:r>
                      <a:endParaRPr lang="en-SG" dirty="0"/>
                    </a:p>
                  </a:txBody>
                  <a:tcPr/>
                </a:tc>
                <a:tc>
                  <a:txBody>
                    <a:bodyPr/>
                    <a:lstStyle/>
                    <a:p>
                      <a:pPr algn="ctr"/>
                      <a:r>
                        <a:rPr lang="en-SG" dirty="0"/>
                        <a:t>Number</a:t>
                      </a:r>
                    </a:p>
                  </a:txBody>
                  <a:tcPr/>
                </a:tc>
                <a:extLst>
                  <a:ext uri="{0D108BD9-81ED-4DB2-BD59-A6C34878D82A}">
                    <a16:rowId xmlns:a16="http://schemas.microsoft.com/office/drawing/2014/main" val="3088971409"/>
                  </a:ext>
                </a:extLst>
              </a:tr>
              <a:tr h="370840">
                <a:tc>
                  <a:txBody>
                    <a:bodyPr/>
                    <a:lstStyle/>
                    <a:p>
                      <a:pPr algn="ctr"/>
                      <a:r>
                        <a:rPr lang="en-US" dirty="0" err="1"/>
                        <a:t>gstRate</a:t>
                      </a:r>
                      <a:endParaRPr lang="en-SG" dirty="0"/>
                    </a:p>
                  </a:txBody>
                  <a:tcPr/>
                </a:tc>
                <a:tc>
                  <a:txBody>
                    <a:bodyPr/>
                    <a:lstStyle/>
                    <a:p>
                      <a:pPr algn="ctr"/>
                      <a:r>
                        <a:rPr lang="en-SG" dirty="0"/>
                        <a:t>Number</a:t>
                      </a:r>
                    </a:p>
                  </a:txBody>
                  <a:tcPr/>
                </a:tc>
                <a:extLst>
                  <a:ext uri="{0D108BD9-81ED-4DB2-BD59-A6C34878D82A}">
                    <a16:rowId xmlns:a16="http://schemas.microsoft.com/office/drawing/2014/main" val="4230762335"/>
                  </a:ext>
                </a:extLst>
              </a:tr>
              <a:tr h="370840">
                <a:tc>
                  <a:txBody>
                    <a:bodyPr/>
                    <a:lstStyle/>
                    <a:p>
                      <a:pPr algn="ctr"/>
                      <a:r>
                        <a:rPr lang="en-US" dirty="0"/>
                        <a:t>subtotal</a:t>
                      </a:r>
                      <a:endParaRPr lang="en-SG" dirty="0"/>
                    </a:p>
                  </a:txBody>
                  <a:tcPr/>
                </a:tc>
                <a:tc>
                  <a:txBody>
                    <a:bodyPr/>
                    <a:lstStyle/>
                    <a:p>
                      <a:pPr algn="ctr"/>
                      <a:r>
                        <a:rPr lang="en-SG" dirty="0"/>
                        <a:t>Number</a:t>
                      </a:r>
                    </a:p>
                  </a:txBody>
                  <a:tcPr/>
                </a:tc>
                <a:extLst>
                  <a:ext uri="{0D108BD9-81ED-4DB2-BD59-A6C34878D82A}">
                    <a16:rowId xmlns:a16="http://schemas.microsoft.com/office/drawing/2014/main" val="782247954"/>
                  </a:ext>
                </a:extLst>
              </a:tr>
              <a:tr h="370840">
                <a:tc>
                  <a:txBody>
                    <a:bodyPr/>
                    <a:lstStyle/>
                    <a:p>
                      <a:pPr algn="ctr"/>
                      <a:r>
                        <a:rPr lang="en-US" dirty="0" err="1"/>
                        <a:t>gst</a:t>
                      </a:r>
                      <a:endParaRPr lang="en-SG" dirty="0"/>
                    </a:p>
                  </a:txBody>
                  <a:tcPr/>
                </a:tc>
                <a:tc>
                  <a:txBody>
                    <a:bodyPr/>
                    <a:lstStyle/>
                    <a:p>
                      <a:pPr algn="ctr"/>
                      <a:r>
                        <a:rPr lang="en-SG" dirty="0"/>
                        <a:t>Number</a:t>
                      </a:r>
                    </a:p>
                  </a:txBody>
                  <a:tcPr/>
                </a:tc>
                <a:extLst>
                  <a:ext uri="{0D108BD9-81ED-4DB2-BD59-A6C34878D82A}">
                    <a16:rowId xmlns:a16="http://schemas.microsoft.com/office/drawing/2014/main" val="1452623624"/>
                  </a:ext>
                </a:extLst>
              </a:tr>
              <a:tr h="370840">
                <a:tc>
                  <a:txBody>
                    <a:bodyPr/>
                    <a:lstStyle/>
                    <a:p>
                      <a:pPr algn="ctr"/>
                      <a:r>
                        <a:rPr lang="en-US" dirty="0"/>
                        <a:t>message</a:t>
                      </a:r>
                      <a:endParaRPr lang="en-SG" dirty="0"/>
                    </a:p>
                  </a:txBody>
                  <a:tcPr/>
                </a:tc>
                <a:tc>
                  <a:txBody>
                    <a:bodyPr/>
                    <a:lstStyle/>
                    <a:p>
                      <a:pPr algn="ctr"/>
                      <a:r>
                        <a:rPr lang="en-SG" dirty="0"/>
                        <a:t>String </a:t>
                      </a:r>
                    </a:p>
                  </a:txBody>
                  <a:tcPr/>
                </a:tc>
                <a:extLst>
                  <a:ext uri="{0D108BD9-81ED-4DB2-BD59-A6C34878D82A}">
                    <a16:rowId xmlns:a16="http://schemas.microsoft.com/office/drawing/2014/main" val="2865383322"/>
                  </a:ext>
                </a:extLst>
              </a:tr>
            </a:tbl>
          </a:graphicData>
        </a:graphic>
      </p:graphicFrame>
      <p:pic>
        <p:nvPicPr>
          <p:cNvPr id="7" name="Picture 6">
            <a:extLst>
              <a:ext uri="{FF2B5EF4-FFF2-40B4-BE49-F238E27FC236}">
                <a16:creationId xmlns:a16="http://schemas.microsoft.com/office/drawing/2014/main" id="{27D86388-8036-CDD0-51CA-B909E7132054}"/>
              </a:ext>
            </a:extLst>
          </p:cNvPr>
          <p:cNvPicPr>
            <a:picLocks noChangeAspect="1"/>
          </p:cNvPicPr>
          <p:nvPr/>
        </p:nvPicPr>
        <p:blipFill>
          <a:blip r:embed="rId4"/>
          <a:stretch>
            <a:fillRect/>
          </a:stretch>
        </p:blipFill>
        <p:spPr>
          <a:xfrm>
            <a:off x="6950442" y="2385702"/>
            <a:ext cx="4679582" cy="2966720"/>
          </a:xfrm>
          <a:prstGeom prst="rect">
            <a:avLst/>
          </a:prstGeom>
        </p:spPr>
      </p:pic>
    </p:spTree>
    <p:extLst>
      <p:ext uri="{BB962C8B-B14F-4D97-AF65-F5344CB8AC3E}">
        <p14:creationId xmlns:p14="http://schemas.microsoft.com/office/powerpoint/2010/main" val="20249201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015355-C9B1-42CF-D2FB-F317306C4C82}"/>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9FAA2A37-9218-D34A-FD62-BD004F8E4944}"/>
              </a:ext>
            </a:extLst>
          </p:cNvPr>
          <p:cNvSpPr>
            <a:spLocks noGrp="1"/>
          </p:cNvSpPr>
          <p:nvPr>
            <p:ph type="body" sz="quarter" idx="14"/>
          </p:nvPr>
        </p:nvSpPr>
        <p:spPr/>
        <p:txBody>
          <a:bodyPr/>
          <a:lstStyle/>
          <a:p>
            <a:pPr marL="0" indent="0">
              <a:buNone/>
            </a:pPr>
            <a:r>
              <a:rPr lang="en-SG" sz="1800" dirty="0"/>
              <a:t>c) What is the difference between </a:t>
            </a:r>
            <a:r>
              <a:rPr lang="en-SG" sz="1800" b="1" dirty="0" err="1"/>
              <a:t>const</a:t>
            </a:r>
            <a:r>
              <a:rPr lang="en-SG" sz="1800" dirty="0"/>
              <a:t> and </a:t>
            </a:r>
            <a:r>
              <a:rPr lang="en-SG" sz="1800" b="1" dirty="0"/>
              <a:t>let</a:t>
            </a:r>
            <a:r>
              <a:rPr lang="en-SG" sz="1800" dirty="0"/>
              <a:t>?</a:t>
            </a:r>
          </a:p>
          <a:p>
            <a:r>
              <a:rPr lang="en-SG" sz="1800" dirty="0"/>
              <a:t>Constant</a:t>
            </a:r>
            <a:r>
              <a:rPr lang="en-SG" sz="1800" dirty="0">
                <a:sym typeface="Wingdings" panose="05000000000000000000" pitchFamily="2" charset="2"/>
              </a:rPr>
              <a:t></a:t>
            </a:r>
            <a:r>
              <a:rPr lang="en-SG" sz="1800" dirty="0"/>
              <a:t> is to make a fixed variable </a:t>
            </a:r>
            <a:br>
              <a:rPr lang="en-SG" sz="1800" dirty="0"/>
            </a:br>
            <a:r>
              <a:rPr lang="en-SG" sz="1800" dirty="0"/>
              <a:t>while let </a:t>
            </a:r>
            <a:r>
              <a:rPr lang="en-SG" sz="1800" dirty="0">
                <a:sym typeface="Wingdings" panose="05000000000000000000" pitchFamily="2" charset="2"/>
              </a:rPr>
              <a:t> </a:t>
            </a:r>
            <a:r>
              <a:rPr lang="en-SG" sz="1800" dirty="0"/>
              <a:t> is changing of variables value</a:t>
            </a:r>
          </a:p>
          <a:p>
            <a:endParaRPr lang="en-SG" sz="1800" dirty="0"/>
          </a:p>
          <a:p>
            <a:endParaRPr lang="en-SG" sz="1800" dirty="0"/>
          </a:p>
          <a:p>
            <a:endParaRPr lang="en-SG" sz="1800" dirty="0"/>
          </a:p>
          <a:p>
            <a:endParaRPr lang="en-SG" sz="1800" dirty="0"/>
          </a:p>
          <a:p>
            <a:endParaRPr lang="en-SG" sz="1800" dirty="0"/>
          </a:p>
          <a:p>
            <a:endParaRPr lang="en-SG" sz="1800" dirty="0"/>
          </a:p>
          <a:p>
            <a:endParaRPr lang="en-SG" sz="1800" dirty="0"/>
          </a:p>
        </p:txBody>
      </p:sp>
      <p:sp>
        <p:nvSpPr>
          <p:cNvPr id="3" name="Title 2">
            <a:extLst>
              <a:ext uri="{FF2B5EF4-FFF2-40B4-BE49-F238E27FC236}">
                <a16:creationId xmlns:a16="http://schemas.microsoft.com/office/drawing/2014/main" id="{FA418A4E-B30B-65E6-5268-B788B60EB927}"/>
              </a:ext>
            </a:extLst>
          </p:cNvPr>
          <p:cNvSpPr>
            <a:spLocks noGrp="1"/>
          </p:cNvSpPr>
          <p:nvPr>
            <p:ph type="title"/>
          </p:nvPr>
        </p:nvSpPr>
        <p:spPr/>
        <p:txBody>
          <a:bodyPr/>
          <a:lstStyle/>
          <a:p>
            <a:r>
              <a:rPr lang="en-US" dirty="0"/>
              <a:t>Exercise 1</a:t>
            </a:r>
            <a:endParaRPr lang="en-SG" dirty="0"/>
          </a:p>
        </p:txBody>
      </p:sp>
      <p:pic>
        <p:nvPicPr>
          <p:cNvPr id="10" name="Picture 9">
            <a:extLst>
              <a:ext uri="{FF2B5EF4-FFF2-40B4-BE49-F238E27FC236}">
                <a16:creationId xmlns:a16="http://schemas.microsoft.com/office/drawing/2014/main" id="{047C24D2-7092-9381-C960-99E28B6D6564}"/>
              </a:ext>
            </a:extLst>
          </p:cNvPr>
          <p:cNvPicPr>
            <a:picLocks noChangeAspect="1"/>
          </p:cNvPicPr>
          <p:nvPr/>
        </p:nvPicPr>
        <p:blipFill>
          <a:blip r:embed="rId3"/>
          <a:stretch>
            <a:fillRect/>
          </a:stretch>
        </p:blipFill>
        <p:spPr>
          <a:xfrm>
            <a:off x="3148232" y="785814"/>
            <a:ext cx="477441" cy="508423"/>
          </a:xfrm>
          <a:prstGeom prst="rect">
            <a:avLst/>
          </a:prstGeom>
        </p:spPr>
      </p:pic>
      <p:pic>
        <p:nvPicPr>
          <p:cNvPr id="7" name="Picture 6">
            <a:extLst>
              <a:ext uri="{FF2B5EF4-FFF2-40B4-BE49-F238E27FC236}">
                <a16:creationId xmlns:a16="http://schemas.microsoft.com/office/drawing/2014/main" id="{1C9774A7-D344-BF13-3688-90CB75E8808E}"/>
              </a:ext>
            </a:extLst>
          </p:cNvPr>
          <p:cNvPicPr>
            <a:picLocks noChangeAspect="1"/>
          </p:cNvPicPr>
          <p:nvPr/>
        </p:nvPicPr>
        <p:blipFill>
          <a:blip r:embed="rId4"/>
          <a:stretch>
            <a:fillRect/>
          </a:stretch>
        </p:blipFill>
        <p:spPr>
          <a:xfrm>
            <a:off x="6950442" y="2385702"/>
            <a:ext cx="4679582" cy="2966720"/>
          </a:xfrm>
          <a:prstGeom prst="rect">
            <a:avLst/>
          </a:prstGeom>
        </p:spPr>
      </p:pic>
    </p:spTree>
    <p:extLst>
      <p:ext uri="{BB962C8B-B14F-4D97-AF65-F5344CB8AC3E}">
        <p14:creationId xmlns:p14="http://schemas.microsoft.com/office/powerpoint/2010/main" val="23723112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A42B57B-3E4B-9FA2-28D4-270E3ECEB05B}"/>
              </a:ext>
            </a:extLst>
          </p:cNvPr>
          <p:cNvSpPr>
            <a:spLocks noGrp="1"/>
          </p:cNvSpPr>
          <p:nvPr>
            <p:ph type="body" sz="quarter" idx="14"/>
          </p:nvPr>
        </p:nvSpPr>
        <p:spPr/>
        <p:txBody>
          <a:bodyPr/>
          <a:lstStyle/>
          <a:p>
            <a:pPr marL="0" indent="0">
              <a:buNone/>
            </a:pPr>
            <a:r>
              <a:rPr lang="en-SG" dirty="0"/>
              <a:t>In the </a:t>
            </a:r>
            <a:r>
              <a:rPr lang="en-SG" b="1" dirty="0"/>
              <a:t>Revision</a:t>
            </a:r>
            <a:r>
              <a:rPr lang="en-SG" dirty="0"/>
              <a:t> folder, create a file named </a:t>
            </a:r>
            <a:r>
              <a:rPr lang="en-SG" b="1" dirty="0"/>
              <a:t>ex02.js. </a:t>
            </a:r>
            <a:r>
              <a:rPr lang="en-SG" dirty="0"/>
              <a:t>In </a:t>
            </a:r>
            <a:r>
              <a:rPr lang="en-SG" b="1" dirty="0"/>
              <a:t>ex02.js</a:t>
            </a:r>
            <a:r>
              <a:rPr lang="en-SG" dirty="0"/>
              <a:t>, implement the logic shown in the table below to process a grooming fee payment status. (U</a:t>
            </a:r>
            <a:r>
              <a:rPr lang="en-US" dirty="0"/>
              <a:t>se conditional logic to decide what users see.)</a:t>
            </a:r>
          </a:p>
          <a:p>
            <a:endParaRPr lang="en-SG" dirty="0"/>
          </a:p>
        </p:txBody>
      </p:sp>
      <p:sp>
        <p:nvSpPr>
          <p:cNvPr id="3" name="Title 2">
            <a:extLst>
              <a:ext uri="{FF2B5EF4-FFF2-40B4-BE49-F238E27FC236}">
                <a16:creationId xmlns:a16="http://schemas.microsoft.com/office/drawing/2014/main" id="{F4B2EB23-BF97-E41D-D621-F039EFD5F9C8}"/>
              </a:ext>
            </a:extLst>
          </p:cNvPr>
          <p:cNvSpPr>
            <a:spLocks noGrp="1"/>
          </p:cNvSpPr>
          <p:nvPr>
            <p:ph type="title"/>
          </p:nvPr>
        </p:nvSpPr>
        <p:spPr/>
        <p:txBody>
          <a:bodyPr/>
          <a:lstStyle/>
          <a:p>
            <a:r>
              <a:rPr lang="en-US" dirty="0"/>
              <a:t>Exercise 2</a:t>
            </a:r>
            <a:endParaRPr lang="en-SG" dirty="0"/>
          </a:p>
        </p:txBody>
      </p:sp>
      <p:pic>
        <p:nvPicPr>
          <p:cNvPr id="6" name="Picture 5">
            <a:extLst>
              <a:ext uri="{FF2B5EF4-FFF2-40B4-BE49-F238E27FC236}">
                <a16:creationId xmlns:a16="http://schemas.microsoft.com/office/drawing/2014/main" id="{402029C6-51A9-63C6-8C3A-48D27B9BF716}"/>
              </a:ext>
            </a:extLst>
          </p:cNvPr>
          <p:cNvPicPr>
            <a:picLocks noChangeAspect="1"/>
          </p:cNvPicPr>
          <p:nvPr/>
        </p:nvPicPr>
        <p:blipFill>
          <a:blip r:embed="rId3"/>
          <a:stretch>
            <a:fillRect/>
          </a:stretch>
        </p:blipFill>
        <p:spPr>
          <a:xfrm>
            <a:off x="3148232" y="785814"/>
            <a:ext cx="477441" cy="508423"/>
          </a:xfrm>
          <a:prstGeom prst="rect">
            <a:avLst/>
          </a:prstGeom>
        </p:spPr>
      </p:pic>
      <p:pic>
        <p:nvPicPr>
          <p:cNvPr id="16" name="Picture 15">
            <a:extLst>
              <a:ext uri="{FF2B5EF4-FFF2-40B4-BE49-F238E27FC236}">
                <a16:creationId xmlns:a16="http://schemas.microsoft.com/office/drawing/2014/main" id="{E6A76228-A5AB-5C7E-0EC0-C8028DF663D8}"/>
              </a:ext>
            </a:extLst>
          </p:cNvPr>
          <p:cNvPicPr>
            <a:picLocks noChangeAspect="1"/>
          </p:cNvPicPr>
          <p:nvPr/>
        </p:nvPicPr>
        <p:blipFill>
          <a:blip r:embed="rId4"/>
          <a:stretch>
            <a:fillRect/>
          </a:stretch>
        </p:blipFill>
        <p:spPr>
          <a:xfrm>
            <a:off x="927275" y="4813699"/>
            <a:ext cx="6073177" cy="1483360"/>
          </a:xfrm>
          <a:prstGeom prst="rect">
            <a:avLst/>
          </a:prstGeom>
        </p:spPr>
      </p:pic>
      <p:graphicFrame>
        <p:nvGraphicFramePr>
          <p:cNvPr id="20" name="Table 19">
            <a:extLst>
              <a:ext uri="{FF2B5EF4-FFF2-40B4-BE49-F238E27FC236}">
                <a16:creationId xmlns:a16="http://schemas.microsoft.com/office/drawing/2014/main" id="{F263284E-E94F-A3DA-3051-945FF7343B54}"/>
              </a:ext>
            </a:extLst>
          </p:cNvPr>
          <p:cNvGraphicFramePr>
            <a:graphicFrameLocks noGrp="1"/>
          </p:cNvGraphicFramePr>
          <p:nvPr>
            <p:extLst>
              <p:ext uri="{D42A27DB-BD31-4B8C-83A1-F6EECF244321}">
                <p14:modId xmlns:p14="http://schemas.microsoft.com/office/powerpoint/2010/main" val="666581318"/>
              </p:ext>
            </p:extLst>
          </p:nvPr>
        </p:nvGraphicFramePr>
        <p:xfrm>
          <a:off x="849775" y="2832521"/>
          <a:ext cx="4743316" cy="1483360"/>
        </p:xfrm>
        <a:graphic>
          <a:graphicData uri="http://schemas.openxmlformats.org/drawingml/2006/table">
            <a:tbl>
              <a:tblPr firstRow="1" bandRow="1">
                <a:tableStyleId>{93296810-A885-4BE3-A3E7-6D5BEEA58F35}</a:tableStyleId>
              </a:tblPr>
              <a:tblGrid>
                <a:gridCol w="1822967">
                  <a:extLst>
                    <a:ext uri="{9D8B030D-6E8A-4147-A177-3AD203B41FA5}">
                      <a16:colId xmlns:a16="http://schemas.microsoft.com/office/drawing/2014/main" val="4148543007"/>
                    </a:ext>
                  </a:extLst>
                </a:gridCol>
                <a:gridCol w="2920349">
                  <a:extLst>
                    <a:ext uri="{9D8B030D-6E8A-4147-A177-3AD203B41FA5}">
                      <a16:colId xmlns:a16="http://schemas.microsoft.com/office/drawing/2014/main" val="3084018697"/>
                    </a:ext>
                  </a:extLst>
                </a:gridCol>
              </a:tblGrid>
              <a:tr h="370840">
                <a:tc>
                  <a:txBody>
                    <a:bodyPr/>
                    <a:lstStyle/>
                    <a:p>
                      <a:pPr algn="ctr"/>
                      <a:r>
                        <a:rPr lang="en-US" sz="1600" dirty="0"/>
                        <a:t>Payment Status</a:t>
                      </a:r>
                      <a:endParaRPr lang="en-SG" sz="1600" dirty="0"/>
                    </a:p>
                  </a:txBody>
                  <a:tcPr/>
                </a:tc>
                <a:tc>
                  <a:txBody>
                    <a:bodyPr/>
                    <a:lstStyle/>
                    <a:p>
                      <a:pPr algn="ctr"/>
                      <a:r>
                        <a:rPr lang="en-US" sz="1600" dirty="0"/>
                        <a:t>Display in console</a:t>
                      </a:r>
                      <a:endParaRPr lang="en-SG" sz="1600" dirty="0"/>
                    </a:p>
                  </a:txBody>
                  <a:tcPr/>
                </a:tc>
                <a:extLst>
                  <a:ext uri="{0D108BD9-81ED-4DB2-BD59-A6C34878D82A}">
                    <a16:rowId xmlns:a16="http://schemas.microsoft.com/office/drawing/2014/main" val="1587824418"/>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SG" sz="1600" b="0" kern="1200" dirty="0">
                          <a:solidFill>
                            <a:schemeClr val="dk1"/>
                          </a:solidFill>
                          <a:effectLst/>
                        </a:rPr>
                        <a:t>APPROVED</a:t>
                      </a:r>
                      <a:endParaRPr lang="en-SG" sz="1600" b="0" kern="1200" dirty="0">
                        <a:solidFill>
                          <a:schemeClr val="dk1"/>
                        </a:solidFill>
                        <a:effectLst/>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SG" sz="1600" b="0" kern="1200" dirty="0">
                          <a:solidFill>
                            <a:schemeClr val="dk1"/>
                          </a:solidFill>
                          <a:effectLst/>
                        </a:rPr>
                        <a:t>Pet-care service confirmed</a:t>
                      </a:r>
                    </a:p>
                  </a:txBody>
                  <a:tcPr/>
                </a:tc>
                <a:extLst>
                  <a:ext uri="{0D108BD9-81ED-4DB2-BD59-A6C34878D82A}">
                    <a16:rowId xmlns:a16="http://schemas.microsoft.com/office/drawing/2014/main" val="963104092"/>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SG" sz="1600" b="0" kern="1200" dirty="0">
                          <a:solidFill>
                            <a:schemeClr val="dk1"/>
                          </a:solidFill>
                          <a:effectLst/>
                        </a:rPr>
                        <a:t>PENDING</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SG" sz="1600" b="0" kern="1200" dirty="0">
                          <a:solidFill>
                            <a:schemeClr val="dk1"/>
                          </a:solidFill>
                          <a:effectLst/>
                        </a:rPr>
                        <a:t>Payment is being processed</a:t>
                      </a:r>
                    </a:p>
                  </a:txBody>
                  <a:tcPr/>
                </a:tc>
                <a:extLst>
                  <a:ext uri="{0D108BD9-81ED-4DB2-BD59-A6C34878D82A}">
                    <a16:rowId xmlns:a16="http://schemas.microsoft.com/office/drawing/2014/main" val="624492010"/>
                  </a:ext>
                </a:extLst>
              </a:tr>
              <a:tr h="370840">
                <a:tc>
                  <a:txBody>
                    <a:bodyPr/>
                    <a:lstStyle/>
                    <a:p>
                      <a:pPr algn="ctr"/>
                      <a:r>
                        <a:rPr lang="en-US" sz="1600" dirty="0"/>
                        <a:t>DECLINED</a:t>
                      </a:r>
                      <a:endParaRPr lang="en-SG" sz="16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SG" sz="1600" b="0" kern="1200" dirty="0">
                          <a:solidFill>
                            <a:schemeClr val="dk1"/>
                          </a:solidFill>
                          <a:effectLst/>
                        </a:rPr>
                        <a:t>Payment unsuccessful</a:t>
                      </a:r>
                    </a:p>
                  </a:txBody>
                  <a:tcPr/>
                </a:tc>
                <a:extLst>
                  <a:ext uri="{0D108BD9-81ED-4DB2-BD59-A6C34878D82A}">
                    <a16:rowId xmlns:a16="http://schemas.microsoft.com/office/drawing/2014/main" val="2249585551"/>
                  </a:ext>
                </a:extLst>
              </a:tr>
            </a:tbl>
          </a:graphicData>
        </a:graphic>
      </p:graphicFrame>
    </p:spTree>
    <p:extLst>
      <p:ext uri="{BB962C8B-B14F-4D97-AF65-F5344CB8AC3E}">
        <p14:creationId xmlns:p14="http://schemas.microsoft.com/office/powerpoint/2010/main" val="10573089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CF1A43F-68AC-BD8A-85C7-2479C2719177}"/>
              </a:ext>
            </a:extLst>
          </p:cNvPr>
          <p:cNvSpPr>
            <a:spLocks noGrp="1"/>
          </p:cNvSpPr>
          <p:nvPr>
            <p:ph type="body" sz="quarter" idx="14"/>
          </p:nvPr>
        </p:nvSpPr>
        <p:spPr>
          <a:xfrm>
            <a:off x="730033" y="1593023"/>
            <a:ext cx="5365967" cy="4741102"/>
          </a:xfrm>
        </p:spPr>
        <p:txBody>
          <a:bodyPr/>
          <a:lstStyle/>
          <a:p>
            <a:pPr marL="0" indent="0">
              <a:buNone/>
            </a:pPr>
            <a:r>
              <a:rPr lang="en-SG" sz="1800" dirty="0"/>
              <a:t>In the </a:t>
            </a:r>
            <a:r>
              <a:rPr lang="en-SG" sz="1800" b="1" dirty="0"/>
              <a:t>Revision</a:t>
            </a:r>
            <a:r>
              <a:rPr lang="en-SG" sz="1800" dirty="0"/>
              <a:t> folder, create a file named </a:t>
            </a:r>
            <a:r>
              <a:rPr lang="en-SG" sz="1800" b="1" dirty="0"/>
              <a:t>ex03.js.</a:t>
            </a:r>
          </a:p>
          <a:p>
            <a:pPr marL="0" indent="0">
              <a:buNone/>
            </a:pPr>
            <a:endParaRPr lang="en-SG" sz="1800" dirty="0"/>
          </a:p>
          <a:p>
            <a:pPr marL="0" indent="0">
              <a:buNone/>
            </a:pPr>
            <a:r>
              <a:rPr lang="en-SG" sz="1800" dirty="0"/>
              <a:t>Given the payments array as shown: </a:t>
            </a:r>
          </a:p>
          <a:p>
            <a:pPr marL="0" indent="0">
              <a:buNone/>
            </a:pPr>
            <a:endParaRPr lang="en-SG" sz="1800" dirty="0"/>
          </a:p>
          <a:p>
            <a:pPr marL="0" indent="0">
              <a:buNone/>
            </a:pPr>
            <a:r>
              <a:rPr lang="en-SG" sz="1800" dirty="0"/>
              <a:t>In </a:t>
            </a:r>
            <a:r>
              <a:rPr lang="en-SG" sz="1800" b="1" dirty="0"/>
              <a:t>ex03.js</a:t>
            </a:r>
            <a:r>
              <a:rPr lang="en-SG" sz="1800" dirty="0"/>
              <a:t>,</a:t>
            </a:r>
          </a:p>
          <a:p>
            <a:pPr>
              <a:buAutoNum type="alphaLcParenR"/>
            </a:pPr>
            <a:r>
              <a:rPr lang="en-SG" sz="1800" dirty="0"/>
              <a:t>Write the code to display Mochi’s payment status</a:t>
            </a:r>
          </a:p>
          <a:p>
            <a:pPr>
              <a:buAutoNum type="alphaLcParenR"/>
            </a:pPr>
            <a:r>
              <a:rPr lang="en-SG" sz="1800" dirty="0"/>
              <a:t>U</a:t>
            </a:r>
            <a:r>
              <a:rPr lang="en-US" sz="1800" dirty="0"/>
              <a:t>se a loop to display the payment details for each pet. </a:t>
            </a:r>
          </a:p>
        </p:txBody>
      </p:sp>
      <p:sp>
        <p:nvSpPr>
          <p:cNvPr id="3" name="Title 2">
            <a:extLst>
              <a:ext uri="{FF2B5EF4-FFF2-40B4-BE49-F238E27FC236}">
                <a16:creationId xmlns:a16="http://schemas.microsoft.com/office/drawing/2014/main" id="{A567038A-F57B-B315-40C8-B58F5A1E4986}"/>
              </a:ext>
            </a:extLst>
          </p:cNvPr>
          <p:cNvSpPr>
            <a:spLocks noGrp="1"/>
          </p:cNvSpPr>
          <p:nvPr>
            <p:ph type="title"/>
          </p:nvPr>
        </p:nvSpPr>
        <p:spPr/>
        <p:txBody>
          <a:bodyPr/>
          <a:lstStyle/>
          <a:p>
            <a:r>
              <a:rPr lang="en-US" dirty="0"/>
              <a:t>Exercise 3</a:t>
            </a:r>
            <a:endParaRPr lang="en-SG" dirty="0"/>
          </a:p>
        </p:txBody>
      </p:sp>
      <p:pic>
        <p:nvPicPr>
          <p:cNvPr id="6" name="Picture 5">
            <a:extLst>
              <a:ext uri="{FF2B5EF4-FFF2-40B4-BE49-F238E27FC236}">
                <a16:creationId xmlns:a16="http://schemas.microsoft.com/office/drawing/2014/main" id="{DB693B02-3237-6AA6-1EFC-2A17C998392A}"/>
              </a:ext>
            </a:extLst>
          </p:cNvPr>
          <p:cNvPicPr>
            <a:picLocks noChangeAspect="1"/>
          </p:cNvPicPr>
          <p:nvPr/>
        </p:nvPicPr>
        <p:blipFill>
          <a:blip r:embed="rId3"/>
          <a:stretch>
            <a:fillRect/>
          </a:stretch>
        </p:blipFill>
        <p:spPr>
          <a:xfrm>
            <a:off x="877834" y="5264977"/>
            <a:ext cx="3815040" cy="966825"/>
          </a:xfrm>
          <a:prstGeom prst="rect">
            <a:avLst/>
          </a:prstGeom>
        </p:spPr>
      </p:pic>
      <p:pic>
        <p:nvPicPr>
          <p:cNvPr id="10" name="Picture 9">
            <a:extLst>
              <a:ext uri="{FF2B5EF4-FFF2-40B4-BE49-F238E27FC236}">
                <a16:creationId xmlns:a16="http://schemas.microsoft.com/office/drawing/2014/main" id="{34718C59-CD35-D42D-5250-3D4F7E7DD96A}"/>
              </a:ext>
            </a:extLst>
          </p:cNvPr>
          <p:cNvPicPr>
            <a:picLocks noChangeAspect="1"/>
          </p:cNvPicPr>
          <p:nvPr/>
        </p:nvPicPr>
        <p:blipFill>
          <a:blip r:embed="rId4"/>
          <a:stretch>
            <a:fillRect/>
          </a:stretch>
        </p:blipFill>
        <p:spPr>
          <a:xfrm>
            <a:off x="6170123" y="1981126"/>
            <a:ext cx="5035809" cy="1447874"/>
          </a:xfrm>
          <a:prstGeom prst="rect">
            <a:avLst/>
          </a:prstGeom>
        </p:spPr>
      </p:pic>
      <p:sp>
        <p:nvSpPr>
          <p:cNvPr id="12" name="TextBox 11">
            <a:extLst>
              <a:ext uri="{FF2B5EF4-FFF2-40B4-BE49-F238E27FC236}">
                <a16:creationId xmlns:a16="http://schemas.microsoft.com/office/drawing/2014/main" id="{5D008A70-9BE2-1315-1622-A4A7C8941CE6}"/>
              </a:ext>
            </a:extLst>
          </p:cNvPr>
          <p:cNvSpPr txBox="1"/>
          <p:nvPr/>
        </p:nvSpPr>
        <p:spPr>
          <a:xfrm>
            <a:off x="844332" y="4736029"/>
            <a:ext cx="1656223" cy="369332"/>
          </a:xfrm>
          <a:prstGeom prst="rect">
            <a:avLst/>
          </a:prstGeom>
          <a:noFill/>
        </p:spPr>
        <p:txBody>
          <a:bodyPr wrap="none" rtlCol="0">
            <a:spAutoFit/>
          </a:bodyPr>
          <a:lstStyle/>
          <a:p>
            <a:r>
              <a:rPr lang="en-US" dirty="0"/>
              <a:t>Sample output</a:t>
            </a:r>
            <a:endParaRPr lang="en-SG" dirty="0"/>
          </a:p>
        </p:txBody>
      </p:sp>
      <p:pic>
        <p:nvPicPr>
          <p:cNvPr id="16" name="Picture 15">
            <a:extLst>
              <a:ext uri="{FF2B5EF4-FFF2-40B4-BE49-F238E27FC236}">
                <a16:creationId xmlns:a16="http://schemas.microsoft.com/office/drawing/2014/main" id="{E47449EA-01F6-A782-5AFF-E614D06E9855}"/>
              </a:ext>
            </a:extLst>
          </p:cNvPr>
          <p:cNvPicPr>
            <a:picLocks noChangeAspect="1"/>
          </p:cNvPicPr>
          <p:nvPr/>
        </p:nvPicPr>
        <p:blipFill>
          <a:blip r:embed="rId5"/>
          <a:stretch>
            <a:fillRect/>
          </a:stretch>
        </p:blipFill>
        <p:spPr>
          <a:xfrm>
            <a:off x="3148232" y="785814"/>
            <a:ext cx="477441" cy="508423"/>
          </a:xfrm>
          <a:prstGeom prst="rect">
            <a:avLst/>
          </a:prstGeom>
        </p:spPr>
      </p:pic>
    </p:spTree>
    <p:extLst>
      <p:ext uri="{BB962C8B-B14F-4D97-AF65-F5344CB8AC3E}">
        <p14:creationId xmlns:p14="http://schemas.microsoft.com/office/powerpoint/2010/main" val="16111221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5AC0FB-7BEE-0A21-084E-13B2CBF4FF78}"/>
              </a:ext>
            </a:extLst>
          </p:cNvPr>
          <p:cNvSpPr>
            <a:spLocks noGrp="1"/>
          </p:cNvSpPr>
          <p:nvPr>
            <p:ph type="title"/>
          </p:nvPr>
        </p:nvSpPr>
        <p:spPr/>
        <p:txBody>
          <a:bodyPr/>
          <a:lstStyle/>
          <a:p>
            <a:r>
              <a:rPr lang="en-SG" dirty="0" err="1"/>
              <a:t>PetCareApp</a:t>
            </a:r>
            <a:r>
              <a:rPr lang="en-SG" dirty="0"/>
              <a:t> Walkthrough</a:t>
            </a:r>
          </a:p>
        </p:txBody>
      </p:sp>
    </p:spTree>
    <p:extLst>
      <p:ext uri="{BB962C8B-B14F-4D97-AF65-F5344CB8AC3E}">
        <p14:creationId xmlns:p14="http://schemas.microsoft.com/office/powerpoint/2010/main" val="21270438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D0B07DC-4A3B-A5D9-A42B-E2C82B7EC843}"/>
              </a:ext>
            </a:extLst>
          </p:cNvPr>
          <p:cNvSpPr>
            <a:spLocks noGrp="1"/>
          </p:cNvSpPr>
          <p:nvPr>
            <p:ph type="body" sz="quarter" idx="14"/>
          </p:nvPr>
        </p:nvSpPr>
        <p:spPr>
          <a:xfrm>
            <a:off x="730033" y="1511396"/>
            <a:ext cx="10899991" cy="4822729"/>
          </a:xfrm>
        </p:spPr>
        <p:txBody>
          <a:bodyPr/>
          <a:lstStyle/>
          <a:p>
            <a:pPr marL="0" indent="0">
              <a:buNone/>
            </a:pPr>
            <a:r>
              <a:rPr lang="en-US" dirty="0"/>
              <a:t>Use the provided application and existing </a:t>
            </a:r>
            <a:r>
              <a:rPr lang="en-US" dirty="0" err="1"/>
              <a:t>db.sql</a:t>
            </a:r>
            <a:r>
              <a:rPr lang="en-US" dirty="0"/>
              <a:t>. </a:t>
            </a:r>
            <a:endParaRPr lang="en-SG" dirty="0"/>
          </a:p>
        </p:txBody>
      </p:sp>
      <p:sp>
        <p:nvSpPr>
          <p:cNvPr id="3" name="Title 2">
            <a:extLst>
              <a:ext uri="{FF2B5EF4-FFF2-40B4-BE49-F238E27FC236}">
                <a16:creationId xmlns:a16="http://schemas.microsoft.com/office/drawing/2014/main" id="{C7A36A81-7A1A-E279-7E17-78049CA86747}"/>
              </a:ext>
            </a:extLst>
          </p:cNvPr>
          <p:cNvSpPr>
            <a:spLocks noGrp="1"/>
          </p:cNvSpPr>
          <p:nvPr>
            <p:ph type="title"/>
          </p:nvPr>
        </p:nvSpPr>
        <p:spPr/>
        <p:txBody>
          <a:bodyPr>
            <a:normAutofit/>
          </a:bodyPr>
          <a:lstStyle/>
          <a:p>
            <a:r>
              <a:rPr lang="en-SG" dirty="0" err="1"/>
              <a:t>PetCareApp</a:t>
            </a:r>
            <a:r>
              <a:rPr lang="en-SG" dirty="0"/>
              <a:t> Walkthrough</a:t>
            </a:r>
          </a:p>
        </p:txBody>
      </p:sp>
      <p:sp>
        <p:nvSpPr>
          <p:cNvPr id="5" name="Shape 2">
            <a:extLst>
              <a:ext uri="{FF2B5EF4-FFF2-40B4-BE49-F238E27FC236}">
                <a16:creationId xmlns:a16="http://schemas.microsoft.com/office/drawing/2014/main" id="{8EFB4A8B-3BA7-2A4E-129C-FC25EC0F097D}"/>
              </a:ext>
            </a:extLst>
          </p:cNvPr>
          <p:cNvSpPr/>
          <p:nvPr/>
        </p:nvSpPr>
        <p:spPr>
          <a:xfrm>
            <a:off x="1110615" y="2106088"/>
            <a:ext cx="475488" cy="475488"/>
          </a:xfrm>
          <a:prstGeom prst="ellipse">
            <a:avLst/>
          </a:prstGeom>
          <a:solidFill>
            <a:srgbClr val="6FBE44"/>
          </a:solidFill>
          <a:ln w="12700">
            <a:solidFill>
              <a:srgbClr val="6FBE44"/>
            </a:solidFill>
            <a:prstDash val="solid"/>
          </a:ln>
        </p:spPr>
        <p:txBody>
          <a:bodyPr/>
          <a:lstStyle/>
          <a:p>
            <a:endParaRPr lang="en-SG"/>
          </a:p>
        </p:txBody>
      </p:sp>
      <p:sp>
        <p:nvSpPr>
          <p:cNvPr id="7" name="Text 3">
            <a:extLst>
              <a:ext uri="{FF2B5EF4-FFF2-40B4-BE49-F238E27FC236}">
                <a16:creationId xmlns:a16="http://schemas.microsoft.com/office/drawing/2014/main" id="{5C60AF8E-192D-158D-DB5E-9B694046824A}"/>
              </a:ext>
            </a:extLst>
          </p:cNvPr>
          <p:cNvSpPr/>
          <p:nvPr/>
        </p:nvSpPr>
        <p:spPr>
          <a:xfrm>
            <a:off x="1110615" y="2243248"/>
            <a:ext cx="475488" cy="164592"/>
          </a:xfrm>
          <a:prstGeom prst="rect">
            <a:avLst/>
          </a:prstGeom>
          <a:noFill/>
          <a:ln/>
        </p:spPr>
        <p:txBody>
          <a:bodyPr wrap="square" lIns="0" tIns="0" rIns="0" bIns="0" rtlCol="0" anchor="ctr"/>
          <a:lstStyle/>
          <a:p>
            <a:pPr marL="0" indent="0" algn="ctr">
              <a:buNone/>
            </a:pPr>
            <a:r>
              <a:rPr lang="en-US" sz="1100" b="1" dirty="0">
                <a:solidFill>
                  <a:srgbClr val="FFFFFF"/>
                </a:solidFill>
              </a:rPr>
              <a:t>1</a:t>
            </a:r>
            <a:endParaRPr lang="en-US" sz="1100" dirty="0"/>
          </a:p>
        </p:txBody>
      </p:sp>
      <p:sp>
        <p:nvSpPr>
          <p:cNvPr id="9" name="Text 4">
            <a:extLst>
              <a:ext uri="{FF2B5EF4-FFF2-40B4-BE49-F238E27FC236}">
                <a16:creationId xmlns:a16="http://schemas.microsoft.com/office/drawing/2014/main" id="{85676522-AE19-EAFB-3567-CA02F860596A}"/>
              </a:ext>
            </a:extLst>
          </p:cNvPr>
          <p:cNvSpPr/>
          <p:nvPr/>
        </p:nvSpPr>
        <p:spPr>
          <a:xfrm>
            <a:off x="1842135" y="2133520"/>
            <a:ext cx="1417320" cy="274320"/>
          </a:xfrm>
          <a:prstGeom prst="rect">
            <a:avLst/>
          </a:prstGeom>
          <a:noFill/>
          <a:ln/>
        </p:spPr>
        <p:txBody>
          <a:bodyPr wrap="square" lIns="0" tIns="0" rIns="0" bIns="0" rtlCol="0" anchor="ctr"/>
          <a:lstStyle/>
          <a:p>
            <a:pPr marL="0" indent="0">
              <a:buNone/>
            </a:pPr>
            <a:r>
              <a:rPr lang="en-US" sz="1600" b="1" dirty="0">
                <a:solidFill>
                  <a:srgbClr val="173F35"/>
                </a:solidFill>
              </a:rPr>
              <a:t>Create database</a:t>
            </a:r>
            <a:endParaRPr lang="en-US" sz="1600" dirty="0"/>
          </a:p>
        </p:txBody>
      </p:sp>
      <p:sp>
        <p:nvSpPr>
          <p:cNvPr id="11" name="Text 5">
            <a:extLst>
              <a:ext uri="{FF2B5EF4-FFF2-40B4-BE49-F238E27FC236}">
                <a16:creationId xmlns:a16="http://schemas.microsoft.com/office/drawing/2014/main" id="{48B29EE9-FC5A-912A-BF2A-A28ACF0E5BBC}"/>
              </a:ext>
            </a:extLst>
          </p:cNvPr>
          <p:cNvSpPr/>
          <p:nvPr/>
        </p:nvSpPr>
        <p:spPr>
          <a:xfrm>
            <a:off x="3350895" y="2133520"/>
            <a:ext cx="7726680" cy="347472"/>
          </a:xfrm>
          <a:prstGeom prst="rect">
            <a:avLst/>
          </a:prstGeom>
          <a:noFill/>
          <a:ln/>
        </p:spPr>
        <p:txBody>
          <a:bodyPr wrap="square" lIns="0" tIns="0" rIns="0" bIns="0" rtlCol="0" anchor="ctr"/>
          <a:lstStyle/>
          <a:p>
            <a:pPr marL="0" indent="0">
              <a:buNone/>
            </a:pPr>
            <a:r>
              <a:rPr lang="en-US" sz="1400" dirty="0">
                <a:solidFill>
                  <a:srgbClr val="222222"/>
                </a:solidFill>
              </a:rPr>
              <a:t>Run db.sql and confirm users, pets and journal tables.</a:t>
            </a:r>
            <a:endParaRPr lang="en-US" sz="1400" dirty="0"/>
          </a:p>
        </p:txBody>
      </p:sp>
      <p:sp>
        <p:nvSpPr>
          <p:cNvPr id="13" name="Shape 6">
            <a:extLst>
              <a:ext uri="{FF2B5EF4-FFF2-40B4-BE49-F238E27FC236}">
                <a16:creationId xmlns:a16="http://schemas.microsoft.com/office/drawing/2014/main" id="{B581872B-41E7-15BF-5CA7-1BC4CDC094EA}"/>
              </a:ext>
            </a:extLst>
          </p:cNvPr>
          <p:cNvSpPr/>
          <p:nvPr/>
        </p:nvSpPr>
        <p:spPr>
          <a:xfrm>
            <a:off x="1110615" y="2947336"/>
            <a:ext cx="475488" cy="475488"/>
          </a:xfrm>
          <a:prstGeom prst="ellipse">
            <a:avLst/>
          </a:prstGeom>
          <a:solidFill>
            <a:srgbClr val="6FBE44"/>
          </a:solidFill>
          <a:ln w="12700">
            <a:solidFill>
              <a:srgbClr val="6FBE44"/>
            </a:solidFill>
            <a:prstDash val="solid"/>
          </a:ln>
        </p:spPr>
        <p:txBody>
          <a:bodyPr/>
          <a:lstStyle/>
          <a:p>
            <a:endParaRPr lang="en-SG"/>
          </a:p>
        </p:txBody>
      </p:sp>
      <p:sp>
        <p:nvSpPr>
          <p:cNvPr id="15" name="Text 7">
            <a:extLst>
              <a:ext uri="{FF2B5EF4-FFF2-40B4-BE49-F238E27FC236}">
                <a16:creationId xmlns:a16="http://schemas.microsoft.com/office/drawing/2014/main" id="{E9BF7F6B-4A92-036B-BE99-0BCAB6223F8E}"/>
              </a:ext>
            </a:extLst>
          </p:cNvPr>
          <p:cNvSpPr/>
          <p:nvPr/>
        </p:nvSpPr>
        <p:spPr>
          <a:xfrm>
            <a:off x="1110615" y="3084496"/>
            <a:ext cx="475488" cy="164592"/>
          </a:xfrm>
          <a:prstGeom prst="rect">
            <a:avLst/>
          </a:prstGeom>
          <a:noFill/>
          <a:ln/>
        </p:spPr>
        <p:txBody>
          <a:bodyPr wrap="square" lIns="0" tIns="0" rIns="0" bIns="0" rtlCol="0" anchor="ctr"/>
          <a:lstStyle/>
          <a:p>
            <a:pPr marL="0" indent="0" algn="ctr">
              <a:buNone/>
            </a:pPr>
            <a:r>
              <a:rPr lang="en-US" sz="1100" b="1" dirty="0">
                <a:solidFill>
                  <a:srgbClr val="FFFFFF"/>
                </a:solidFill>
              </a:rPr>
              <a:t>2</a:t>
            </a:r>
            <a:endParaRPr lang="en-US" sz="1100" dirty="0"/>
          </a:p>
        </p:txBody>
      </p:sp>
      <p:sp>
        <p:nvSpPr>
          <p:cNvPr id="17" name="Text 8">
            <a:extLst>
              <a:ext uri="{FF2B5EF4-FFF2-40B4-BE49-F238E27FC236}">
                <a16:creationId xmlns:a16="http://schemas.microsoft.com/office/drawing/2014/main" id="{6211465A-BCC5-2303-EF4E-DE77A4334086}"/>
              </a:ext>
            </a:extLst>
          </p:cNvPr>
          <p:cNvSpPr/>
          <p:nvPr/>
        </p:nvSpPr>
        <p:spPr>
          <a:xfrm>
            <a:off x="1842135" y="2974768"/>
            <a:ext cx="1417320" cy="274320"/>
          </a:xfrm>
          <a:prstGeom prst="rect">
            <a:avLst/>
          </a:prstGeom>
          <a:noFill/>
          <a:ln/>
        </p:spPr>
        <p:txBody>
          <a:bodyPr wrap="square" lIns="0" tIns="0" rIns="0" bIns="0" rtlCol="0" anchor="ctr"/>
          <a:lstStyle/>
          <a:p>
            <a:pPr marL="0" indent="0">
              <a:buNone/>
            </a:pPr>
            <a:r>
              <a:rPr lang="en-US" sz="1600" b="1" dirty="0">
                <a:solidFill>
                  <a:srgbClr val="173F35"/>
                </a:solidFill>
              </a:rPr>
              <a:t>Install</a:t>
            </a:r>
            <a:endParaRPr lang="en-US" sz="1600" dirty="0"/>
          </a:p>
        </p:txBody>
      </p:sp>
      <p:sp>
        <p:nvSpPr>
          <p:cNvPr id="19" name="Text 9">
            <a:extLst>
              <a:ext uri="{FF2B5EF4-FFF2-40B4-BE49-F238E27FC236}">
                <a16:creationId xmlns:a16="http://schemas.microsoft.com/office/drawing/2014/main" id="{BD52CDA4-4178-F577-79B4-C6F6443CA7D2}"/>
              </a:ext>
            </a:extLst>
          </p:cNvPr>
          <p:cNvSpPr/>
          <p:nvPr/>
        </p:nvSpPr>
        <p:spPr>
          <a:xfrm>
            <a:off x="3350895" y="2974768"/>
            <a:ext cx="7726680" cy="347472"/>
          </a:xfrm>
          <a:prstGeom prst="rect">
            <a:avLst/>
          </a:prstGeom>
          <a:noFill/>
          <a:ln/>
        </p:spPr>
        <p:txBody>
          <a:bodyPr wrap="square" lIns="0" tIns="0" rIns="0" bIns="0" rtlCol="0" anchor="ctr"/>
          <a:lstStyle/>
          <a:p>
            <a:pPr marL="0" indent="0">
              <a:buNone/>
            </a:pPr>
            <a:r>
              <a:rPr lang="en-US" sz="1400" dirty="0">
                <a:solidFill>
                  <a:srgbClr val="222222"/>
                </a:solidFill>
              </a:rPr>
              <a:t>Run npm install if dependencies are not present.</a:t>
            </a:r>
            <a:endParaRPr lang="en-US" sz="1400" dirty="0"/>
          </a:p>
        </p:txBody>
      </p:sp>
      <p:sp>
        <p:nvSpPr>
          <p:cNvPr id="21" name="Shape 10">
            <a:extLst>
              <a:ext uri="{FF2B5EF4-FFF2-40B4-BE49-F238E27FC236}">
                <a16:creationId xmlns:a16="http://schemas.microsoft.com/office/drawing/2014/main" id="{2AC14E1A-F642-34D0-2EF6-C738043D657B}"/>
              </a:ext>
            </a:extLst>
          </p:cNvPr>
          <p:cNvSpPr/>
          <p:nvPr/>
        </p:nvSpPr>
        <p:spPr>
          <a:xfrm>
            <a:off x="1110615" y="3788584"/>
            <a:ext cx="475488" cy="475488"/>
          </a:xfrm>
          <a:prstGeom prst="ellipse">
            <a:avLst/>
          </a:prstGeom>
          <a:solidFill>
            <a:srgbClr val="6FBE44"/>
          </a:solidFill>
          <a:ln w="12700">
            <a:solidFill>
              <a:srgbClr val="6FBE44"/>
            </a:solidFill>
            <a:prstDash val="solid"/>
          </a:ln>
        </p:spPr>
        <p:txBody>
          <a:bodyPr/>
          <a:lstStyle/>
          <a:p>
            <a:endParaRPr lang="en-SG"/>
          </a:p>
        </p:txBody>
      </p:sp>
      <p:sp>
        <p:nvSpPr>
          <p:cNvPr id="23" name="Text 11">
            <a:extLst>
              <a:ext uri="{FF2B5EF4-FFF2-40B4-BE49-F238E27FC236}">
                <a16:creationId xmlns:a16="http://schemas.microsoft.com/office/drawing/2014/main" id="{547A0953-F5C8-9881-28AB-13B47F85D4EE}"/>
              </a:ext>
            </a:extLst>
          </p:cNvPr>
          <p:cNvSpPr/>
          <p:nvPr/>
        </p:nvSpPr>
        <p:spPr>
          <a:xfrm>
            <a:off x="1110615" y="3925744"/>
            <a:ext cx="475488" cy="164592"/>
          </a:xfrm>
          <a:prstGeom prst="rect">
            <a:avLst/>
          </a:prstGeom>
          <a:noFill/>
          <a:ln/>
        </p:spPr>
        <p:txBody>
          <a:bodyPr wrap="square" lIns="0" tIns="0" rIns="0" bIns="0" rtlCol="0" anchor="ctr"/>
          <a:lstStyle/>
          <a:p>
            <a:pPr marL="0" indent="0" algn="ctr">
              <a:buNone/>
            </a:pPr>
            <a:r>
              <a:rPr lang="en-US" sz="1100" b="1" dirty="0">
                <a:solidFill>
                  <a:srgbClr val="FFFFFF"/>
                </a:solidFill>
              </a:rPr>
              <a:t>3</a:t>
            </a:r>
            <a:endParaRPr lang="en-US" sz="1100" dirty="0"/>
          </a:p>
        </p:txBody>
      </p:sp>
      <p:sp>
        <p:nvSpPr>
          <p:cNvPr id="25" name="Text 12">
            <a:extLst>
              <a:ext uri="{FF2B5EF4-FFF2-40B4-BE49-F238E27FC236}">
                <a16:creationId xmlns:a16="http://schemas.microsoft.com/office/drawing/2014/main" id="{DE3766FC-37B7-5448-3218-2C0CA264B8F2}"/>
              </a:ext>
            </a:extLst>
          </p:cNvPr>
          <p:cNvSpPr/>
          <p:nvPr/>
        </p:nvSpPr>
        <p:spPr>
          <a:xfrm>
            <a:off x="1842135" y="3816016"/>
            <a:ext cx="1417320" cy="274320"/>
          </a:xfrm>
          <a:prstGeom prst="rect">
            <a:avLst/>
          </a:prstGeom>
          <a:noFill/>
          <a:ln/>
        </p:spPr>
        <p:txBody>
          <a:bodyPr wrap="square" lIns="0" tIns="0" rIns="0" bIns="0" rtlCol="0" anchor="ctr"/>
          <a:lstStyle/>
          <a:p>
            <a:pPr marL="0" indent="0">
              <a:buNone/>
            </a:pPr>
            <a:r>
              <a:rPr lang="en-US" sz="1600" b="1" dirty="0">
                <a:solidFill>
                  <a:srgbClr val="173F35"/>
                </a:solidFill>
              </a:rPr>
              <a:t>Start</a:t>
            </a:r>
            <a:endParaRPr lang="en-US" sz="1600" dirty="0"/>
          </a:p>
        </p:txBody>
      </p:sp>
      <p:sp>
        <p:nvSpPr>
          <p:cNvPr id="27" name="Text 13">
            <a:extLst>
              <a:ext uri="{FF2B5EF4-FFF2-40B4-BE49-F238E27FC236}">
                <a16:creationId xmlns:a16="http://schemas.microsoft.com/office/drawing/2014/main" id="{54325963-AC0B-253F-58F4-8B3A20E07E88}"/>
              </a:ext>
            </a:extLst>
          </p:cNvPr>
          <p:cNvSpPr/>
          <p:nvPr/>
        </p:nvSpPr>
        <p:spPr>
          <a:xfrm>
            <a:off x="3350895" y="3816016"/>
            <a:ext cx="7726680" cy="347472"/>
          </a:xfrm>
          <a:prstGeom prst="rect">
            <a:avLst/>
          </a:prstGeom>
          <a:noFill/>
          <a:ln/>
        </p:spPr>
        <p:txBody>
          <a:bodyPr wrap="square" lIns="0" tIns="0" rIns="0" bIns="0" rtlCol="0" anchor="ctr"/>
          <a:lstStyle/>
          <a:p>
            <a:pPr marL="0" indent="0">
              <a:buNone/>
            </a:pPr>
            <a:r>
              <a:rPr lang="en-US" sz="1400" dirty="0">
                <a:solidFill>
                  <a:srgbClr val="222222"/>
                </a:solidFill>
              </a:rPr>
              <a:t>Run the application and open it in the browser.</a:t>
            </a:r>
            <a:endParaRPr lang="en-US" sz="1400" dirty="0"/>
          </a:p>
        </p:txBody>
      </p:sp>
      <p:sp>
        <p:nvSpPr>
          <p:cNvPr id="29" name="Shape 14">
            <a:extLst>
              <a:ext uri="{FF2B5EF4-FFF2-40B4-BE49-F238E27FC236}">
                <a16:creationId xmlns:a16="http://schemas.microsoft.com/office/drawing/2014/main" id="{D4821399-963B-F014-2C15-794894EB44DF}"/>
              </a:ext>
            </a:extLst>
          </p:cNvPr>
          <p:cNvSpPr/>
          <p:nvPr/>
        </p:nvSpPr>
        <p:spPr>
          <a:xfrm>
            <a:off x="1110615" y="4629832"/>
            <a:ext cx="475488" cy="475488"/>
          </a:xfrm>
          <a:prstGeom prst="ellipse">
            <a:avLst/>
          </a:prstGeom>
          <a:solidFill>
            <a:srgbClr val="007A5E"/>
          </a:solidFill>
          <a:ln w="12700">
            <a:solidFill>
              <a:srgbClr val="007A5E"/>
            </a:solidFill>
            <a:prstDash val="solid"/>
          </a:ln>
        </p:spPr>
        <p:txBody>
          <a:bodyPr/>
          <a:lstStyle/>
          <a:p>
            <a:endParaRPr lang="en-SG"/>
          </a:p>
        </p:txBody>
      </p:sp>
      <p:sp>
        <p:nvSpPr>
          <p:cNvPr id="31" name="Text 15">
            <a:extLst>
              <a:ext uri="{FF2B5EF4-FFF2-40B4-BE49-F238E27FC236}">
                <a16:creationId xmlns:a16="http://schemas.microsoft.com/office/drawing/2014/main" id="{B2DA41F7-30EE-4FCA-CE08-835F115D67D4}"/>
              </a:ext>
            </a:extLst>
          </p:cNvPr>
          <p:cNvSpPr/>
          <p:nvPr/>
        </p:nvSpPr>
        <p:spPr>
          <a:xfrm>
            <a:off x="1110615" y="4766992"/>
            <a:ext cx="475488" cy="164592"/>
          </a:xfrm>
          <a:prstGeom prst="rect">
            <a:avLst/>
          </a:prstGeom>
          <a:noFill/>
          <a:ln/>
        </p:spPr>
        <p:txBody>
          <a:bodyPr wrap="square" lIns="0" tIns="0" rIns="0" bIns="0" rtlCol="0" anchor="ctr"/>
          <a:lstStyle/>
          <a:p>
            <a:pPr marL="0" indent="0" algn="ctr">
              <a:buNone/>
            </a:pPr>
            <a:r>
              <a:rPr lang="en-US" sz="1100" b="1" dirty="0">
                <a:solidFill>
                  <a:srgbClr val="FFFFFF"/>
                </a:solidFill>
              </a:rPr>
              <a:t>4</a:t>
            </a:r>
            <a:endParaRPr lang="en-US" sz="1100" dirty="0"/>
          </a:p>
        </p:txBody>
      </p:sp>
      <p:sp>
        <p:nvSpPr>
          <p:cNvPr id="33" name="Text 16">
            <a:extLst>
              <a:ext uri="{FF2B5EF4-FFF2-40B4-BE49-F238E27FC236}">
                <a16:creationId xmlns:a16="http://schemas.microsoft.com/office/drawing/2014/main" id="{8885F733-D163-8DA4-26B2-0140B7C3C654}"/>
              </a:ext>
            </a:extLst>
          </p:cNvPr>
          <p:cNvSpPr/>
          <p:nvPr/>
        </p:nvSpPr>
        <p:spPr>
          <a:xfrm>
            <a:off x="1842135" y="4657264"/>
            <a:ext cx="1417320" cy="274320"/>
          </a:xfrm>
          <a:prstGeom prst="rect">
            <a:avLst/>
          </a:prstGeom>
          <a:noFill/>
          <a:ln/>
        </p:spPr>
        <p:txBody>
          <a:bodyPr wrap="square" lIns="0" tIns="0" rIns="0" bIns="0" rtlCol="0" anchor="ctr"/>
          <a:lstStyle/>
          <a:p>
            <a:pPr marL="0" indent="0">
              <a:buNone/>
            </a:pPr>
            <a:r>
              <a:rPr lang="en-US" sz="1600" b="1" dirty="0">
                <a:solidFill>
                  <a:srgbClr val="173F35"/>
                </a:solidFill>
              </a:rPr>
              <a:t>Test</a:t>
            </a:r>
            <a:endParaRPr lang="en-US" sz="1600" dirty="0"/>
          </a:p>
        </p:txBody>
      </p:sp>
      <p:sp>
        <p:nvSpPr>
          <p:cNvPr id="35" name="Text 17">
            <a:extLst>
              <a:ext uri="{FF2B5EF4-FFF2-40B4-BE49-F238E27FC236}">
                <a16:creationId xmlns:a16="http://schemas.microsoft.com/office/drawing/2014/main" id="{2ABD260D-9E60-41D1-52DF-E5E917D2EE83}"/>
              </a:ext>
            </a:extLst>
          </p:cNvPr>
          <p:cNvSpPr/>
          <p:nvPr/>
        </p:nvSpPr>
        <p:spPr>
          <a:xfrm>
            <a:off x="3350895" y="4657264"/>
            <a:ext cx="7726680" cy="347472"/>
          </a:xfrm>
          <a:prstGeom prst="rect">
            <a:avLst/>
          </a:prstGeom>
          <a:noFill/>
          <a:ln/>
        </p:spPr>
        <p:txBody>
          <a:bodyPr wrap="square" lIns="0" tIns="0" rIns="0" bIns="0" rtlCol="0" anchor="ctr"/>
          <a:lstStyle/>
          <a:p>
            <a:pPr marL="0" indent="0">
              <a:buNone/>
            </a:pPr>
            <a:r>
              <a:rPr lang="en-US" sz="1400" dirty="0">
                <a:solidFill>
                  <a:srgbClr val="222222"/>
                </a:solidFill>
              </a:rPr>
              <a:t>Log in and test pet and journal functions.</a:t>
            </a:r>
            <a:endParaRPr lang="en-US" sz="1400" dirty="0"/>
          </a:p>
        </p:txBody>
      </p:sp>
      <p:sp>
        <p:nvSpPr>
          <p:cNvPr id="37" name="Shape 18">
            <a:extLst>
              <a:ext uri="{FF2B5EF4-FFF2-40B4-BE49-F238E27FC236}">
                <a16:creationId xmlns:a16="http://schemas.microsoft.com/office/drawing/2014/main" id="{59CE5A1A-E3B4-1E65-AE7D-243305F3226B}"/>
              </a:ext>
            </a:extLst>
          </p:cNvPr>
          <p:cNvSpPr/>
          <p:nvPr/>
        </p:nvSpPr>
        <p:spPr>
          <a:xfrm>
            <a:off x="1110615" y="5471080"/>
            <a:ext cx="475488" cy="475488"/>
          </a:xfrm>
          <a:prstGeom prst="ellipse">
            <a:avLst/>
          </a:prstGeom>
          <a:solidFill>
            <a:srgbClr val="007A5E"/>
          </a:solidFill>
          <a:ln w="12700">
            <a:solidFill>
              <a:srgbClr val="007A5E"/>
            </a:solidFill>
            <a:prstDash val="solid"/>
          </a:ln>
        </p:spPr>
        <p:txBody>
          <a:bodyPr/>
          <a:lstStyle/>
          <a:p>
            <a:endParaRPr lang="en-SG"/>
          </a:p>
        </p:txBody>
      </p:sp>
      <p:sp>
        <p:nvSpPr>
          <p:cNvPr id="39" name="Text 19">
            <a:extLst>
              <a:ext uri="{FF2B5EF4-FFF2-40B4-BE49-F238E27FC236}">
                <a16:creationId xmlns:a16="http://schemas.microsoft.com/office/drawing/2014/main" id="{68CEC134-C321-F789-28DA-BF9D342FACF1}"/>
              </a:ext>
            </a:extLst>
          </p:cNvPr>
          <p:cNvSpPr/>
          <p:nvPr/>
        </p:nvSpPr>
        <p:spPr>
          <a:xfrm>
            <a:off x="1110615" y="5608240"/>
            <a:ext cx="475488" cy="164592"/>
          </a:xfrm>
          <a:prstGeom prst="rect">
            <a:avLst/>
          </a:prstGeom>
          <a:noFill/>
          <a:ln/>
        </p:spPr>
        <p:txBody>
          <a:bodyPr wrap="square" lIns="0" tIns="0" rIns="0" bIns="0" rtlCol="0" anchor="ctr"/>
          <a:lstStyle/>
          <a:p>
            <a:pPr marL="0" indent="0" algn="ctr">
              <a:buNone/>
            </a:pPr>
            <a:r>
              <a:rPr lang="en-US" sz="1100" b="1" dirty="0">
                <a:solidFill>
                  <a:srgbClr val="FFFFFF"/>
                </a:solidFill>
              </a:rPr>
              <a:t>5</a:t>
            </a:r>
            <a:endParaRPr lang="en-US" sz="1100" dirty="0"/>
          </a:p>
        </p:txBody>
      </p:sp>
      <p:sp>
        <p:nvSpPr>
          <p:cNvPr id="41" name="Text 20">
            <a:extLst>
              <a:ext uri="{FF2B5EF4-FFF2-40B4-BE49-F238E27FC236}">
                <a16:creationId xmlns:a16="http://schemas.microsoft.com/office/drawing/2014/main" id="{E96CA70B-8C7E-B605-C314-93E46A6CF100}"/>
              </a:ext>
            </a:extLst>
          </p:cNvPr>
          <p:cNvSpPr/>
          <p:nvPr/>
        </p:nvSpPr>
        <p:spPr>
          <a:xfrm>
            <a:off x="1842135" y="5498512"/>
            <a:ext cx="1417320" cy="274320"/>
          </a:xfrm>
          <a:prstGeom prst="rect">
            <a:avLst/>
          </a:prstGeom>
          <a:noFill/>
          <a:ln/>
        </p:spPr>
        <p:txBody>
          <a:bodyPr wrap="square" lIns="0" tIns="0" rIns="0" bIns="0" rtlCol="0" anchor="ctr"/>
          <a:lstStyle/>
          <a:p>
            <a:pPr marL="0" indent="0">
              <a:buNone/>
            </a:pPr>
            <a:r>
              <a:rPr lang="en-US" sz="1600" b="1" dirty="0">
                <a:solidFill>
                  <a:srgbClr val="173F35"/>
                </a:solidFill>
              </a:rPr>
              <a:t>Inspect</a:t>
            </a:r>
            <a:endParaRPr lang="en-US" sz="1600" dirty="0"/>
          </a:p>
        </p:txBody>
      </p:sp>
      <p:sp>
        <p:nvSpPr>
          <p:cNvPr id="43" name="Text 21">
            <a:extLst>
              <a:ext uri="{FF2B5EF4-FFF2-40B4-BE49-F238E27FC236}">
                <a16:creationId xmlns:a16="http://schemas.microsoft.com/office/drawing/2014/main" id="{C9896110-D132-6C8D-EB95-57EF618D5984}"/>
              </a:ext>
            </a:extLst>
          </p:cNvPr>
          <p:cNvSpPr/>
          <p:nvPr/>
        </p:nvSpPr>
        <p:spPr>
          <a:xfrm>
            <a:off x="3350895" y="5498512"/>
            <a:ext cx="7726680" cy="347472"/>
          </a:xfrm>
          <a:prstGeom prst="rect">
            <a:avLst/>
          </a:prstGeom>
          <a:noFill/>
          <a:ln/>
        </p:spPr>
        <p:txBody>
          <a:bodyPr wrap="square" lIns="0" tIns="0" rIns="0" bIns="0" rtlCol="0" anchor="ctr"/>
          <a:lstStyle/>
          <a:p>
            <a:pPr marL="0" indent="0">
              <a:buNone/>
            </a:pPr>
            <a:r>
              <a:rPr lang="en-US" sz="1400" dirty="0">
                <a:solidFill>
                  <a:srgbClr val="222222"/>
                </a:solidFill>
              </a:rPr>
              <a:t>Locate each tested function inside app.js and views/.</a:t>
            </a:r>
            <a:endParaRPr lang="en-US" sz="1400" dirty="0"/>
          </a:p>
        </p:txBody>
      </p:sp>
      <p:sp>
        <p:nvSpPr>
          <p:cNvPr id="47" name="Text 23">
            <a:extLst>
              <a:ext uri="{FF2B5EF4-FFF2-40B4-BE49-F238E27FC236}">
                <a16:creationId xmlns:a16="http://schemas.microsoft.com/office/drawing/2014/main" id="{9B6A3A54-DF2C-6C93-BEC8-1B8522D1440F}"/>
              </a:ext>
            </a:extLst>
          </p:cNvPr>
          <p:cNvSpPr/>
          <p:nvPr/>
        </p:nvSpPr>
        <p:spPr>
          <a:xfrm>
            <a:off x="4978527" y="6495208"/>
            <a:ext cx="2779776" cy="164592"/>
          </a:xfrm>
          <a:prstGeom prst="rect">
            <a:avLst/>
          </a:prstGeom>
          <a:noFill/>
          <a:ln/>
        </p:spPr>
        <p:txBody>
          <a:bodyPr wrap="square" lIns="0" tIns="0" rIns="0" bIns="0" rtlCol="0" anchor="ctr"/>
          <a:lstStyle/>
          <a:p>
            <a:pPr marL="0" indent="0" algn="ctr">
              <a:buNone/>
            </a:pPr>
            <a:r>
              <a:rPr lang="en-US" sz="1000" b="1" dirty="0">
                <a:solidFill>
                  <a:srgbClr val="FFFFFF"/>
                </a:solidFill>
              </a:rPr>
              <a:t>Guided practical</a:t>
            </a:r>
            <a:endParaRPr lang="en-US" sz="1000" dirty="0"/>
          </a:p>
        </p:txBody>
      </p:sp>
      <p:sp>
        <p:nvSpPr>
          <p:cNvPr id="4" name="TextBox 3">
            <a:extLst>
              <a:ext uri="{FF2B5EF4-FFF2-40B4-BE49-F238E27FC236}">
                <a16:creationId xmlns:a16="http://schemas.microsoft.com/office/drawing/2014/main" id="{4E0537E5-6B09-C7DB-FEDF-73320FD5A218}"/>
              </a:ext>
            </a:extLst>
          </p:cNvPr>
          <p:cNvSpPr txBox="1"/>
          <p:nvPr/>
        </p:nvSpPr>
        <p:spPr>
          <a:xfrm>
            <a:off x="7595165" y="4019127"/>
            <a:ext cx="4311083" cy="954107"/>
          </a:xfrm>
          <a:prstGeom prst="rect">
            <a:avLst/>
          </a:prstGeom>
          <a:noFill/>
        </p:spPr>
        <p:txBody>
          <a:bodyPr wrap="square" rtlCol="0">
            <a:spAutoFit/>
          </a:bodyPr>
          <a:lstStyle/>
          <a:p>
            <a:r>
              <a:rPr lang="en-US" sz="1400" dirty="0">
                <a:solidFill>
                  <a:srgbClr val="0070C0"/>
                </a:solidFill>
              </a:rPr>
              <a:t>You should have set up </a:t>
            </a:r>
            <a:r>
              <a:rPr lang="en-US" sz="1400" dirty="0" err="1">
                <a:solidFill>
                  <a:srgbClr val="0070C0"/>
                </a:solidFill>
              </a:rPr>
              <a:t>PetCareApp</a:t>
            </a:r>
            <a:r>
              <a:rPr lang="en-US" sz="1400" dirty="0">
                <a:solidFill>
                  <a:srgbClr val="0070C0"/>
                </a:solidFill>
              </a:rPr>
              <a:t> in lesson 01. If you have not yet done so, please refer to lesson 01 </a:t>
            </a:r>
            <a:r>
              <a:rPr lang="en-US" sz="1400" b="1" i="1" dirty="0">
                <a:solidFill>
                  <a:srgbClr val="0070C0"/>
                </a:solidFill>
              </a:rPr>
              <a:t>C372_W01_L01_Installation_Setup.pptx </a:t>
            </a:r>
          </a:p>
          <a:p>
            <a:endParaRPr lang="en-SG" sz="1400" dirty="0">
              <a:solidFill>
                <a:srgbClr val="0070C0"/>
              </a:solidFill>
            </a:endParaRPr>
          </a:p>
        </p:txBody>
      </p:sp>
      <p:sp>
        <p:nvSpPr>
          <p:cNvPr id="6" name="Rectangle 5">
            <a:extLst>
              <a:ext uri="{FF2B5EF4-FFF2-40B4-BE49-F238E27FC236}">
                <a16:creationId xmlns:a16="http://schemas.microsoft.com/office/drawing/2014/main" id="{602BA4E5-D732-6ABF-2FD0-0DDBAA9DB1A9}"/>
              </a:ext>
            </a:extLst>
          </p:cNvPr>
          <p:cNvSpPr/>
          <p:nvPr/>
        </p:nvSpPr>
        <p:spPr>
          <a:xfrm>
            <a:off x="893618" y="5309755"/>
            <a:ext cx="6785264" cy="762431"/>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pic>
        <p:nvPicPr>
          <p:cNvPr id="14" name="Picture 13" descr="molly.jpg">
            <a:extLst>
              <a:ext uri="{FF2B5EF4-FFF2-40B4-BE49-F238E27FC236}">
                <a16:creationId xmlns:a16="http://schemas.microsoft.com/office/drawing/2014/main" id="{23AAE7D6-8B90-AB7E-8D6A-FD5F8F77416C}"/>
              </a:ext>
            </a:extLst>
          </p:cNvPr>
          <p:cNvPicPr>
            <a:picLocks noChangeAspect="1"/>
          </p:cNvPicPr>
          <p:nvPr/>
        </p:nvPicPr>
        <p:blipFill>
          <a:blip r:embed="rId3"/>
          <a:stretch>
            <a:fillRect/>
          </a:stretch>
        </p:blipFill>
        <p:spPr>
          <a:xfrm>
            <a:off x="8218224" y="887729"/>
            <a:ext cx="2131641" cy="2131641"/>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30395068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CEA4ADA-2BB7-D0DA-BB7B-2A5881141219}"/>
              </a:ext>
            </a:extLst>
          </p:cNvPr>
          <p:cNvSpPr>
            <a:spLocks noGrp="1"/>
          </p:cNvSpPr>
          <p:nvPr>
            <p:ph type="body" sz="quarter" idx="14"/>
          </p:nvPr>
        </p:nvSpPr>
        <p:spPr/>
        <p:txBody>
          <a:bodyPr/>
          <a:lstStyle/>
          <a:p>
            <a:r>
              <a:rPr lang="en-US" dirty="0">
                <a:solidFill>
                  <a:srgbClr val="666666"/>
                </a:solidFill>
              </a:rPr>
              <a:t>C237 used a simple structure </a:t>
            </a:r>
            <a:endParaRPr lang="en-US" dirty="0"/>
          </a:p>
          <a:p>
            <a:endParaRPr lang="en-SG" dirty="0"/>
          </a:p>
        </p:txBody>
      </p:sp>
      <p:sp>
        <p:nvSpPr>
          <p:cNvPr id="3" name="Title 2">
            <a:extLst>
              <a:ext uri="{FF2B5EF4-FFF2-40B4-BE49-F238E27FC236}">
                <a16:creationId xmlns:a16="http://schemas.microsoft.com/office/drawing/2014/main" id="{94D4541E-A74E-4A36-CC73-2ABB93276D7E}"/>
              </a:ext>
            </a:extLst>
          </p:cNvPr>
          <p:cNvSpPr>
            <a:spLocks noGrp="1"/>
          </p:cNvSpPr>
          <p:nvPr>
            <p:ph type="title"/>
          </p:nvPr>
        </p:nvSpPr>
        <p:spPr/>
        <p:txBody>
          <a:bodyPr>
            <a:normAutofit/>
          </a:bodyPr>
          <a:lstStyle/>
          <a:p>
            <a:r>
              <a:rPr lang="en-SG" dirty="0" err="1"/>
              <a:t>PetCareApp</a:t>
            </a:r>
            <a:r>
              <a:rPr lang="en-SG" dirty="0"/>
              <a:t> Structure</a:t>
            </a:r>
          </a:p>
        </p:txBody>
      </p:sp>
      <p:sp>
        <p:nvSpPr>
          <p:cNvPr id="5" name="Shape 2">
            <a:extLst>
              <a:ext uri="{FF2B5EF4-FFF2-40B4-BE49-F238E27FC236}">
                <a16:creationId xmlns:a16="http://schemas.microsoft.com/office/drawing/2014/main" id="{A36ADAF2-569F-86AA-E267-D25A083CFF95}"/>
              </a:ext>
            </a:extLst>
          </p:cNvPr>
          <p:cNvSpPr/>
          <p:nvPr/>
        </p:nvSpPr>
        <p:spPr>
          <a:xfrm>
            <a:off x="809207" y="2265045"/>
            <a:ext cx="3246120" cy="3246120"/>
          </a:xfrm>
          <a:prstGeom prst="roundRect">
            <a:avLst>
              <a:gd name="adj" fmla="val 1408"/>
            </a:avLst>
          </a:prstGeom>
          <a:solidFill>
            <a:srgbClr val="FFFFFF"/>
          </a:solidFill>
          <a:ln w="12700">
            <a:solidFill>
              <a:srgbClr val="D8DED8"/>
            </a:solidFill>
            <a:prstDash val="solid"/>
          </a:ln>
          <a:effectLst>
            <a:outerShdw blurRad="12700" dist="6350" dir="2700000" algn="bl" rotWithShape="0">
              <a:srgbClr val="000000">
                <a:alpha val="10000"/>
              </a:srgbClr>
            </a:outerShdw>
          </a:effectLst>
        </p:spPr>
        <p:txBody>
          <a:bodyPr/>
          <a:lstStyle/>
          <a:p>
            <a:endParaRPr lang="en-SG"/>
          </a:p>
        </p:txBody>
      </p:sp>
      <p:sp>
        <p:nvSpPr>
          <p:cNvPr id="7" name="Shape 3">
            <a:extLst>
              <a:ext uri="{FF2B5EF4-FFF2-40B4-BE49-F238E27FC236}">
                <a16:creationId xmlns:a16="http://schemas.microsoft.com/office/drawing/2014/main" id="{B5514DA3-15CC-ADD2-A05F-14A0D3543D1C}"/>
              </a:ext>
            </a:extLst>
          </p:cNvPr>
          <p:cNvSpPr/>
          <p:nvPr/>
        </p:nvSpPr>
        <p:spPr>
          <a:xfrm>
            <a:off x="809207" y="2265045"/>
            <a:ext cx="82296" cy="3246120"/>
          </a:xfrm>
          <a:prstGeom prst="rect">
            <a:avLst/>
          </a:prstGeom>
          <a:solidFill>
            <a:srgbClr val="6FBE44"/>
          </a:solidFill>
          <a:ln w="12700">
            <a:solidFill>
              <a:srgbClr val="6FBE44"/>
            </a:solidFill>
            <a:prstDash val="solid"/>
          </a:ln>
        </p:spPr>
        <p:txBody>
          <a:bodyPr/>
          <a:lstStyle/>
          <a:p>
            <a:endParaRPr lang="en-SG"/>
          </a:p>
        </p:txBody>
      </p:sp>
      <p:sp>
        <p:nvSpPr>
          <p:cNvPr id="9" name="Text 4">
            <a:extLst>
              <a:ext uri="{FF2B5EF4-FFF2-40B4-BE49-F238E27FC236}">
                <a16:creationId xmlns:a16="http://schemas.microsoft.com/office/drawing/2014/main" id="{CE2B63EC-C372-566F-0344-368FAFE4674D}"/>
              </a:ext>
            </a:extLst>
          </p:cNvPr>
          <p:cNvSpPr/>
          <p:nvPr/>
        </p:nvSpPr>
        <p:spPr>
          <a:xfrm>
            <a:off x="1037807" y="2420493"/>
            <a:ext cx="2880360" cy="292608"/>
          </a:xfrm>
          <a:prstGeom prst="rect">
            <a:avLst/>
          </a:prstGeom>
          <a:noFill/>
          <a:ln/>
        </p:spPr>
        <p:txBody>
          <a:bodyPr wrap="square" lIns="0" tIns="0" rIns="0" bIns="0" rtlCol="0" anchor="ctr"/>
          <a:lstStyle/>
          <a:p>
            <a:pPr marL="0" indent="0">
              <a:buNone/>
            </a:pPr>
            <a:r>
              <a:rPr lang="en-US" sz="1500" b="1" dirty="0">
                <a:solidFill>
                  <a:srgbClr val="173F35"/>
                </a:solidFill>
              </a:rPr>
              <a:t>app.js</a:t>
            </a:r>
            <a:endParaRPr lang="en-US" sz="1500" dirty="0"/>
          </a:p>
        </p:txBody>
      </p:sp>
      <p:sp>
        <p:nvSpPr>
          <p:cNvPr id="11" name="Text 5">
            <a:extLst>
              <a:ext uri="{FF2B5EF4-FFF2-40B4-BE49-F238E27FC236}">
                <a16:creationId xmlns:a16="http://schemas.microsoft.com/office/drawing/2014/main" id="{250C9CB4-8575-B8DA-B66E-E3A99C9D7D8C}"/>
              </a:ext>
            </a:extLst>
          </p:cNvPr>
          <p:cNvSpPr/>
          <p:nvPr/>
        </p:nvSpPr>
        <p:spPr>
          <a:xfrm>
            <a:off x="1037807" y="2831973"/>
            <a:ext cx="2862072" cy="2542032"/>
          </a:xfrm>
          <a:prstGeom prst="rect">
            <a:avLst/>
          </a:prstGeom>
          <a:noFill/>
          <a:ln/>
        </p:spPr>
        <p:txBody>
          <a:bodyPr wrap="square" lIns="254" tIns="254" rIns="254" bIns="254" rtlCol="0" anchor="ctr"/>
          <a:lstStyle/>
          <a:p>
            <a:pPr marL="0" indent="0">
              <a:buNone/>
            </a:pPr>
            <a:r>
              <a:rPr lang="en-US" sz="1200" dirty="0">
                <a:solidFill>
                  <a:srgbClr val="222222"/>
                </a:solidFill>
              </a:rPr>
              <a:t>Express setup</a:t>
            </a:r>
            <a:endParaRPr lang="en-US" sz="1200" dirty="0"/>
          </a:p>
          <a:p>
            <a:pPr marL="0" indent="0">
              <a:buNone/>
            </a:pPr>
            <a:r>
              <a:rPr lang="en-US" sz="1200" dirty="0">
                <a:solidFill>
                  <a:srgbClr val="222222"/>
                </a:solidFill>
              </a:rPr>
              <a:t>Route handlers</a:t>
            </a:r>
            <a:endParaRPr lang="en-US" sz="1200" dirty="0"/>
          </a:p>
          <a:p>
            <a:pPr marL="0" indent="0">
              <a:buNone/>
            </a:pPr>
            <a:r>
              <a:rPr lang="en-US" sz="1200" dirty="0">
                <a:solidFill>
                  <a:srgbClr val="222222"/>
                </a:solidFill>
              </a:rPr>
              <a:t>SQL queries</a:t>
            </a:r>
            <a:endParaRPr lang="en-US" sz="1200" dirty="0"/>
          </a:p>
          <a:p>
            <a:pPr marL="0" indent="0">
              <a:buNone/>
            </a:pPr>
            <a:r>
              <a:rPr lang="en-US" sz="1200" dirty="0">
                <a:solidFill>
                  <a:srgbClr val="222222"/>
                </a:solidFill>
              </a:rPr>
              <a:t>Request processing</a:t>
            </a:r>
            <a:endParaRPr lang="en-US" sz="1200" dirty="0"/>
          </a:p>
          <a:p>
            <a:pPr marL="0" indent="0">
              <a:buNone/>
            </a:pPr>
            <a:r>
              <a:rPr lang="en-US" sz="1200" dirty="0">
                <a:solidFill>
                  <a:srgbClr val="222222"/>
                </a:solidFill>
              </a:rPr>
              <a:t>Rendering EJS pages</a:t>
            </a:r>
            <a:endParaRPr lang="en-US" sz="1200" dirty="0"/>
          </a:p>
        </p:txBody>
      </p:sp>
      <p:sp>
        <p:nvSpPr>
          <p:cNvPr id="13" name="Shape 6">
            <a:extLst>
              <a:ext uri="{FF2B5EF4-FFF2-40B4-BE49-F238E27FC236}">
                <a16:creationId xmlns:a16="http://schemas.microsoft.com/office/drawing/2014/main" id="{5FE30251-4DF7-DF0C-606B-EABDF9A19655}"/>
              </a:ext>
            </a:extLst>
          </p:cNvPr>
          <p:cNvSpPr/>
          <p:nvPr/>
        </p:nvSpPr>
        <p:spPr>
          <a:xfrm>
            <a:off x="4512527" y="2265045"/>
            <a:ext cx="3246120" cy="3246120"/>
          </a:xfrm>
          <a:prstGeom prst="roundRect">
            <a:avLst>
              <a:gd name="adj" fmla="val 1408"/>
            </a:avLst>
          </a:prstGeom>
          <a:solidFill>
            <a:srgbClr val="FFFFFF"/>
          </a:solidFill>
          <a:ln w="12700">
            <a:solidFill>
              <a:srgbClr val="D8DED8"/>
            </a:solidFill>
            <a:prstDash val="solid"/>
          </a:ln>
          <a:effectLst>
            <a:outerShdw blurRad="12700" dist="6350" dir="2700000" algn="bl" rotWithShape="0">
              <a:srgbClr val="000000">
                <a:alpha val="10000"/>
              </a:srgbClr>
            </a:outerShdw>
          </a:effectLst>
        </p:spPr>
        <p:txBody>
          <a:bodyPr/>
          <a:lstStyle/>
          <a:p>
            <a:endParaRPr lang="en-SG"/>
          </a:p>
        </p:txBody>
      </p:sp>
      <p:sp>
        <p:nvSpPr>
          <p:cNvPr id="15" name="Shape 7">
            <a:extLst>
              <a:ext uri="{FF2B5EF4-FFF2-40B4-BE49-F238E27FC236}">
                <a16:creationId xmlns:a16="http://schemas.microsoft.com/office/drawing/2014/main" id="{425D3282-EE2A-FB0F-DA45-6867E2F63011}"/>
              </a:ext>
            </a:extLst>
          </p:cNvPr>
          <p:cNvSpPr/>
          <p:nvPr/>
        </p:nvSpPr>
        <p:spPr>
          <a:xfrm>
            <a:off x="4512527" y="2265045"/>
            <a:ext cx="82296" cy="3246120"/>
          </a:xfrm>
          <a:prstGeom prst="rect">
            <a:avLst/>
          </a:prstGeom>
          <a:solidFill>
            <a:srgbClr val="007A5E"/>
          </a:solidFill>
          <a:ln w="12700">
            <a:solidFill>
              <a:srgbClr val="007A5E"/>
            </a:solidFill>
            <a:prstDash val="solid"/>
          </a:ln>
        </p:spPr>
        <p:txBody>
          <a:bodyPr/>
          <a:lstStyle/>
          <a:p>
            <a:endParaRPr lang="en-SG"/>
          </a:p>
        </p:txBody>
      </p:sp>
      <p:sp>
        <p:nvSpPr>
          <p:cNvPr id="17" name="Text 8">
            <a:extLst>
              <a:ext uri="{FF2B5EF4-FFF2-40B4-BE49-F238E27FC236}">
                <a16:creationId xmlns:a16="http://schemas.microsoft.com/office/drawing/2014/main" id="{6FDDA028-00C9-AA7E-5B1A-5E0E16269731}"/>
              </a:ext>
            </a:extLst>
          </p:cNvPr>
          <p:cNvSpPr/>
          <p:nvPr/>
        </p:nvSpPr>
        <p:spPr>
          <a:xfrm>
            <a:off x="4741127" y="2420493"/>
            <a:ext cx="2880360" cy="292608"/>
          </a:xfrm>
          <a:prstGeom prst="rect">
            <a:avLst/>
          </a:prstGeom>
          <a:noFill/>
          <a:ln/>
        </p:spPr>
        <p:txBody>
          <a:bodyPr wrap="square" lIns="0" tIns="0" rIns="0" bIns="0" rtlCol="0" anchor="ctr"/>
          <a:lstStyle/>
          <a:p>
            <a:pPr marL="0" indent="0">
              <a:buNone/>
            </a:pPr>
            <a:r>
              <a:rPr lang="en-US" sz="1500" b="1" dirty="0">
                <a:solidFill>
                  <a:srgbClr val="173F35"/>
                </a:solidFill>
              </a:rPr>
              <a:t>views/</a:t>
            </a:r>
            <a:endParaRPr lang="en-US" sz="1500" dirty="0"/>
          </a:p>
        </p:txBody>
      </p:sp>
      <p:sp>
        <p:nvSpPr>
          <p:cNvPr id="19" name="Text 9">
            <a:extLst>
              <a:ext uri="{FF2B5EF4-FFF2-40B4-BE49-F238E27FC236}">
                <a16:creationId xmlns:a16="http://schemas.microsoft.com/office/drawing/2014/main" id="{BDD4B497-D211-C205-2161-25887B756AA1}"/>
              </a:ext>
            </a:extLst>
          </p:cNvPr>
          <p:cNvSpPr/>
          <p:nvPr/>
        </p:nvSpPr>
        <p:spPr>
          <a:xfrm>
            <a:off x="4741127" y="2831973"/>
            <a:ext cx="2862072" cy="2542032"/>
          </a:xfrm>
          <a:prstGeom prst="rect">
            <a:avLst/>
          </a:prstGeom>
          <a:noFill/>
          <a:ln/>
        </p:spPr>
        <p:txBody>
          <a:bodyPr wrap="square" lIns="254" tIns="254" rIns="254" bIns="254" rtlCol="0" anchor="ctr"/>
          <a:lstStyle/>
          <a:p>
            <a:pPr marL="0" indent="0">
              <a:buNone/>
            </a:pPr>
            <a:r>
              <a:rPr lang="en-US" sz="1200" dirty="0">
                <a:solidFill>
                  <a:srgbClr val="222222"/>
                </a:solidFill>
              </a:rPr>
              <a:t>Login</a:t>
            </a:r>
            <a:endParaRPr lang="en-US" sz="1200" dirty="0"/>
          </a:p>
          <a:p>
            <a:pPr marL="0" indent="0">
              <a:buNone/>
            </a:pPr>
            <a:r>
              <a:rPr lang="en-US" sz="1200" dirty="0">
                <a:solidFill>
                  <a:srgbClr val="222222"/>
                </a:solidFill>
              </a:rPr>
              <a:t>Admin dashboard</a:t>
            </a:r>
            <a:endParaRPr lang="en-US" sz="1200" dirty="0"/>
          </a:p>
          <a:p>
            <a:pPr marL="0" indent="0">
              <a:buNone/>
            </a:pPr>
            <a:r>
              <a:rPr lang="en-US" sz="1200" dirty="0">
                <a:solidFill>
                  <a:srgbClr val="222222"/>
                </a:solidFill>
              </a:rPr>
              <a:t>Users</a:t>
            </a:r>
            <a:endParaRPr lang="en-US" sz="1200" dirty="0"/>
          </a:p>
          <a:p>
            <a:pPr marL="0" indent="0">
              <a:buNone/>
            </a:pPr>
            <a:r>
              <a:rPr lang="en-US" sz="1200" dirty="0">
                <a:solidFill>
                  <a:srgbClr val="222222"/>
                </a:solidFill>
              </a:rPr>
              <a:t>Pets</a:t>
            </a:r>
            <a:endParaRPr lang="en-US" sz="1200" dirty="0"/>
          </a:p>
          <a:p>
            <a:pPr marL="0" indent="0">
              <a:buNone/>
            </a:pPr>
            <a:r>
              <a:rPr lang="en-US" sz="1200" dirty="0">
                <a:solidFill>
                  <a:srgbClr val="222222"/>
                </a:solidFill>
              </a:rPr>
              <a:t>Journals</a:t>
            </a:r>
            <a:endParaRPr lang="en-US" sz="1200" dirty="0"/>
          </a:p>
          <a:p>
            <a:pPr marL="0" indent="0">
              <a:buNone/>
            </a:pPr>
            <a:r>
              <a:rPr lang="en-US" sz="1200" dirty="0">
                <a:solidFill>
                  <a:srgbClr val="222222"/>
                </a:solidFill>
              </a:rPr>
              <a:t>EJS partials</a:t>
            </a:r>
            <a:endParaRPr lang="en-US" sz="1200" dirty="0"/>
          </a:p>
        </p:txBody>
      </p:sp>
      <p:sp>
        <p:nvSpPr>
          <p:cNvPr id="23" name="Shape 11">
            <a:extLst>
              <a:ext uri="{FF2B5EF4-FFF2-40B4-BE49-F238E27FC236}">
                <a16:creationId xmlns:a16="http://schemas.microsoft.com/office/drawing/2014/main" id="{2CD9CFEF-D844-7730-A692-7671505285C7}"/>
              </a:ext>
            </a:extLst>
          </p:cNvPr>
          <p:cNvSpPr/>
          <p:nvPr/>
        </p:nvSpPr>
        <p:spPr>
          <a:xfrm>
            <a:off x="8215847" y="2265045"/>
            <a:ext cx="82296" cy="3246120"/>
          </a:xfrm>
          <a:prstGeom prst="rect">
            <a:avLst/>
          </a:prstGeom>
          <a:solidFill>
            <a:srgbClr val="F5A623"/>
          </a:solidFill>
          <a:ln w="12700">
            <a:solidFill>
              <a:srgbClr val="F5A623"/>
            </a:solidFill>
            <a:prstDash val="solid"/>
          </a:ln>
        </p:spPr>
        <p:txBody>
          <a:bodyPr/>
          <a:lstStyle/>
          <a:p>
            <a:endParaRPr lang="en-SG"/>
          </a:p>
        </p:txBody>
      </p:sp>
      <p:sp>
        <p:nvSpPr>
          <p:cNvPr id="25" name="Text 12">
            <a:extLst>
              <a:ext uri="{FF2B5EF4-FFF2-40B4-BE49-F238E27FC236}">
                <a16:creationId xmlns:a16="http://schemas.microsoft.com/office/drawing/2014/main" id="{F00DD7CC-F44C-76C2-EEE0-4B516D008249}"/>
              </a:ext>
            </a:extLst>
          </p:cNvPr>
          <p:cNvSpPr/>
          <p:nvPr/>
        </p:nvSpPr>
        <p:spPr>
          <a:xfrm>
            <a:off x="8444447" y="2420493"/>
            <a:ext cx="2880360" cy="292608"/>
          </a:xfrm>
          <a:prstGeom prst="rect">
            <a:avLst/>
          </a:prstGeom>
          <a:noFill/>
          <a:ln/>
        </p:spPr>
        <p:txBody>
          <a:bodyPr wrap="square" lIns="0" tIns="0" rIns="0" bIns="0" rtlCol="0" anchor="ctr"/>
          <a:lstStyle/>
          <a:p>
            <a:pPr marL="0" indent="0">
              <a:buNone/>
            </a:pPr>
            <a:r>
              <a:rPr lang="en-US" sz="1500" b="1" dirty="0">
                <a:solidFill>
                  <a:srgbClr val="173F35"/>
                </a:solidFill>
              </a:rPr>
              <a:t>public/</a:t>
            </a:r>
            <a:endParaRPr lang="en-US" sz="1500" dirty="0"/>
          </a:p>
        </p:txBody>
      </p:sp>
      <p:sp>
        <p:nvSpPr>
          <p:cNvPr id="27" name="Text 13">
            <a:extLst>
              <a:ext uri="{FF2B5EF4-FFF2-40B4-BE49-F238E27FC236}">
                <a16:creationId xmlns:a16="http://schemas.microsoft.com/office/drawing/2014/main" id="{779D6A17-FB53-D94D-4EA8-EC23F40C0290}"/>
              </a:ext>
            </a:extLst>
          </p:cNvPr>
          <p:cNvSpPr/>
          <p:nvPr/>
        </p:nvSpPr>
        <p:spPr>
          <a:xfrm>
            <a:off x="8444447" y="2831973"/>
            <a:ext cx="2862072" cy="2542032"/>
          </a:xfrm>
          <a:prstGeom prst="rect">
            <a:avLst/>
          </a:prstGeom>
          <a:noFill/>
          <a:ln/>
        </p:spPr>
        <p:txBody>
          <a:bodyPr wrap="square" lIns="254" tIns="254" rIns="254" bIns="254" rtlCol="0" anchor="ctr"/>
          <a:lstStyle/>
          <a:p>
            <a:pPr marL="0" indent="0">
              <a:buNone/>
            </a:pPr>
            <a:r>
              <a:rPr lang="en-US" sz="1200" dirty="0">
                <a:solidFill>
                  <a:srgbClr val="222222"/>
                </a:solidFill>
              </a:rPr>
              <a:t>Images</a:t>
            </a:r>
          </a:p>
          <a:p>
            <a:pPr marL="0" indent="0">
              <a:buNone/>
            </a:pPr>
            <a:r>
              <a:rPr lang="en-US" sz="1200" dirty="0">
                <a:solidFill>
                  <a:srgbClr val="222222"/>
                </a:solidFill>
              </a:rPr>
              <a:t>CSS stylesheets</a:t>
            </a:r>
          </a:p>
          <a:p>
            <a:pPr marL="0" indent="0">
              <a:buNone/>
            </a:pPr>
            <a:r>
              <a:rPr lang="en-US" sz="1200" dirty="0">
                <a:solidFill>
                  <a:srgbClr val="222222"/>
                </a:solidFill>
              </a:rPr>
              <a:t>Client-side JavaScript</a:t>
            </a:r>
          </a:p>
          <a:p>
            <a:pPr marL="0" indent="0">
              <a:buNone/>
            </a:pPr>
            <a:r>
              <a:rPr lang="en-US" sz="1200" dirty="0">
                <a:solidFill>
                  <a:srgbClr val="222222"/>
                </a:solidFill>
              </a:rPr>
              <a:t>Static assets used by web pages</a:t>
            </a:r>
          </a:p>
          <a:p>
            <a:pPr marL="0" indent="0">
              <a:buNone/>
            </a:pPr>
            <a:endParaRPr lang="en-US" sz="1200" dirty="0"/>
          </a:p>
        </p:txBody>
      </p:sp>
      <p:sp>
        <p:nvSpPr>
          <p:cNvPr id="29" name="Text 14">
            <a:extLst>
              <a:ext uri="{FF2B5EF4-FFF2-40B4-BE49-F238E27FC236}">
                <a16:creationId xmlns:a16="http://schemas.microsoft.com/office/drawing/2014/main" id="{8F90DA61-6F96-6DA4-DB40-40D4B56601EB}"/>
              </a:ext>
            </a:extLst>
          </p:cNvPr>
          <p:cNvSpPr/>
          <p:nvPr/>
        </p:nvSpPr>
        <p:spPr>
          <a:xfrm>
            <a:off x="1129247" y="5968365"/>
            <a:ext cx="9966960" cy="365760"/>
          </a:xfrm>
          <a:prstGeom prst="rect">
            <a:avLst/>
          </a:prstGeom>
          <a:noFill/>
          <a:ln/>
        </p:spPr>
        <p:txBody>
          <a:bodyPr wrap="square" lIns="0" tIns="0" rIns="0" bIns="0" rtlCol="0" anchor="ctr"/>
          <a:lstStyle/>
          <a:p>
            <a:pPr marL="0" indent="0" algn="ctr">
              <a:buNone/>
            </a:pPr>
            <a:r>
              <a:rPr lang="en-US" sz="2000" b="1" dirty="0">
                <a:solidFill>
                  <a:srgbClr val="173F35"/>
                </a:solidFill>
              </a:rPr>
              <a:t>Browser  →  app.js  →  MySQL  →  EJS response</a:t>
            </a:r>
            <a:endParaRPr lang="en-US" sz="2000" dirty="0"/>
          </a:p>
        </p:txBody>
      </p:sp>
    </p:spTree>
    <p:extLst>
      <p:ext uri="{BB962C8B-B14F-4D97-AF65-F5344CB8AC3E}">
        <p14:creationId xmlns:p14="http://schemas.microsoft.com/office/powerpoint/2010/main" val="27171326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2FFFE7C-39E8-2E5E-3ED8-48351FE95601}"/>
              </a:ext>
            </a:extLst>
          </p:cNvPr>
          <p:cNvSpPr>
            <a:spLocks noGrp="1"/>
          </p:cNvSpPr>
          <p:nvPr>
            <p:ph type="title"/>
          </p:nvPr>
        </p:nvSpPr>
        <p:spPr/>
        <p:txBody>
          <a:bodyPr>
            <a:normAutofit/>
          </a:bodyPr>
          <a:lstStyle/>
          <a:p>
            <a:r>
              <a:rPr lang="en-SG" dirty="0" err="1"/>
              <a:t>PetCareApp</a:t>
            </a:r>
            <a:r>
              <a:rPr lang="en-SG" dirty="0"/>
              <a:t> data</a:t>
            </a:r>
          </a:p>
        </p:txBody>
      </p:sp>
      <p:sp>
        <p:nvSpPr>
          <p:cNvPr id="25" name="Shape 2">
            <a:extLst>
              <a:ext uri="{FF2B5EF4-FFF2-40B4-BE49-F238E27FC236}">
                <a16:creationId xmlns:a16="http://schemas.microsoft.com/office/drawing/2014/main" id="{9E5C9369-30F9-D6A3-EE39-1A400EE82232}"/>
              </a:ext>
            </a:extLst>
          </p:cNvPr>
          <p:cNvSpPr/>
          <p:nvPr/>
        </p:nvSpPr>
        <p:spPr>
          <a:xfrm>
            <a:off x="742188" y="1808018"/>
            <a:ext cx="3383280" cy="1874520"/>
          </a:xfrm>
          <a:prstGeom prst="roundRect">
            <a:avLst>
              <a:gd name="adj" fmla="val 2439"/>
            </a:avLst>
          </a:prstGeom>
          <a:solidFill>
            <a:srgbClr val="FFFFFF"/>
          </a:solidFill>
          <a:ln w="12700">
            <a:solidFill>
              <a:srgbClr val="D8DED8"/>
            </a:solidFill>
            <a:prstDash val="solid"/>
          </a:ln>
          <a:effectLst>
            <a:outerShdw blurRad="12700" dist="6350" dir="2700000" algn="bl" rotWithShape="0">
              <a:srgbClr val="000000">
                <a:alpha val="10000"/>
              </a:srgbClr>
            </a:outerShdw>
          </a:effectLst>
        </p:spPr>
        <p:txBody>
          <a:bodyPr/>
          <a:lstStyle/>
          <a:p>
            <a:endParaRPr lang="en-SG"/>
          </a:p>
        </p:txBody>
      </p:sp>
      <p:sp>
        <p:nvSpPr>
          <p:cNvPr id="27" name="Shape 3">
            <a:extLst>
              <a:ext uri="{FF2B5EF4-FFF2-40B4-BE49-F238E27FC236}">
                <a16:creationId xmlns:a16="http://schemas.microsoft.com/office/drawing/2014/main" id="{6302EE74-5F10-3156-0E43-429827383E91}"/>
              </a:ext>
            </a:extLst>
          </p:cNvPr>
          <p:cNvSpPr/>
          <p:nvPr/>
        </p:nvSpPr>
        <p:spPr>
          <a:xfrm>
            <a:off x="742188" y="1808018"/>
            <a:ext cx="82296" cy="1874520"/>
          </a:xfrm>
          <a:prstGeom prst="rect">
            <a:avLst/>
          </a:prstGeom>
          <a:solidFill>
            <a:srgbClr val="6FBE44"/>
          </a:solidFill>
          <a:ln w="12700">
            <a:solidFill>
              <a:srgbClr val="6FBE44"/>
            </a:solidFill>
            <a:prstDash val="solid"/>
          </a:ln>
        </p:spPr>
        <p:txBody>
          <a:bodyPr/>
          <a:lstStyle/>
          <a:p>
            <a:endParaRPr lang="en-SG"/>
          </a:p>
        </p:txBody>
      </p:sp>
      <p:sp>
        <p:nvSpPr>
          <p:cNvPr id="29" name="Text 4">
            <a:extLst>
              <a:ext uri="{FF2B5EF4-FFF2-40B4-BE49-F238E27FC236}">
                <a16:creationId xmlns:a16="http://schemas.microsoft.com/office/drawing/2014/main" id="{C91C0113-07B0-369E-77FF-17762A32BBC0}"/>
              </a:ext>
            </a:extLst>
          </p:cNvPr>
          <p:cNvSpPr/>
          <p:nvPr/>
        </p:nvSpPr>
        <p:spPr>
          <a:xfrm>
            <a:off x="970788" y="1963466"/>
            <a:ext cx="3017520" cy="292608"/>
          </a:xfrm>
          <a:prstGeom prst="rect">
            <a:avLst/>
          </a:prstGeom>
          <a:noFill/>
          <a:ln/>
        </p:spPr>
        <p:txBody>
          <a:bodyPr wrap="square" lIns="0" tIns="0" rIns="0" bIns="0" rtlCol="0" anchor="ctr"/>
          <a:lstStyle/>
          <a:p>
            <a:pPr marL="0" indent="0">
              <a:buNone/>
            </a:pPr>
            <a:r>
              <a:rPr lang="en-US" sz="1500" b="1" dirty="0">
                <a:solidFill>
                  <a:srgbClr val="173F35"/>
                </a:solidFill>
              </a:rPr>
              <a:t>users</a:t>
            </a:r>
            <a:endParaRPr lang="en-US" sz="1500" dirty="0"/>
          </a:p>
        </p:txBody>
      </p:sp>
      <p:sp>
        <p:nvSpPr>
          <p:cNvPr id="31" name="Text 5">
            <a:extLst>
              <a:ext uri="{FF2B5EF4-FFF2-40B4-BE49-F238E27FC236}">
                <a16:creationId xmlns:a16="http://schemas.microsoft.com/office/drawing/2014/main" id="{3085C89A-0B22-B0EC-683F-D680E56C3183}"/>
              </a:ext>
            </a:extLst>
          </p:cNvPr>
          <p:cNvSpPr/>
          <p:nvPr/>
        </p:nvSpPr>
        <p:spPr>
          <a:xfrm>
            <a:off x="970788" y="2374946"/>
            <a:ext cx="2999232" cy="1170432"/>
          </a:xfrm>
          <a:prstGeom prst="rect">
            <a:avLst/>
          </a:prstGeom>
          <a:noFill/>
          <a:ln/>
        </p:spPr>
        <p:txBody>
          <a:bodyPr wrap="square" lIns="254" tIns="254" rIns="254" bIns="254" rtlCol="0" anchor="ctr"/>
          <a:lstStyle/>
          <a:p>
            <a:pPr marL="0" indent="0">
              <a:buNone/>
            </a:pPr>
            <a:r>
              <a:rPr lang="en-US" sz="1200" dirty="0">
                <a:solidFill>
                  <a:srgbClr val="222222"/>
                </a:solidFill>
              </a:rPr>
              <a:t>Login credentials, name, role and account creation date</a:t>
            </a:r>
            <a:endParaRPr lang="en-US" sz="1200" dirty="0"/>
          </a:p>
        </p:txBody>
      </p:sp>
      <p:sp>
        <p:nvSpPr>
          <p:cNvPr id="33" name="Shape 6">
            <a:extLst>
              <a:ext uri="{FF2B5EF4-FFF2-40B4-BE49-F238E27FC236}">
                <a16:creationId xmlns:a16="http://schemas.microsoft.com/office/drawing/2014/main" id="{A86CC9E4-A66B-64BD-E586-54962CC2DF46}"/>
              </a:ext>
            </a:extLst>
          </p:cNvPr>
          <p:cNvSpPr/>
          <p:nvPr/>
        </p:nvSpPr>
        <p:spPr>
          <a:xfrm>
            <a:off x="4536948" y="1808018"/>
            <a:ext cx="3383280" cy="1874520"/>
          </a:xfrm>
          <a:prstGeom prst="roundRect">
            <a:avLst>
              <a:gd name="adj" fmla="val 2439"/>
            </a:avLst>
          </a:prstGeom>
          <a:solidFill>
            <a:srgbClr val="FFFFFF"/>
          </a:solidFill>
          <a:ln w="12700">
            <a:solidFill>
              <a:srgbClr val="D8DED8"/>
            </a:solidFill>
            <a:prstDash val="solid"/>
          </a:ln>
          <a:effectLst>
            <a:outerShdw blurRad="12700" dist="6350" dir="2700000" algn="bl" rotWithShape="0">
              <a:srgbClr val="000000">
                <a:alpha val="10000"/>
              </a:srgbClr>
            </a:outerShdw>
          </a:effectLst>
        </p:spPr>
        <p:txBody>
          <a:bodyPr/>
          <a:lstStyle/>
          <a:p>
            <a:endParaRPr lang="en-SG"/>
          </a:p>
        </p:txBody>
      </p:sp>
      <p:sp>
        <p:nvSpPr>
          <p:cNvPr id="35" name="Shape 7">
            <a:extLst>
              <a:ext uri="{FF2B5EF4-FFF2-40B4-BE49-F238E27FC236}">
                <a16:creationId xmlns:a16="http://schemas.microsoft.com/office/drawing/2014/main" id="{968D12CB-7E47-62C2-44DF-CECCABA59A77}"/>
              </a:ext>
            </a:extLst>
          </p:cNvPr>
          <p:cNvSpPr/>
          <p:nvPr/>
        </p:nvSpPr>
        <p:spPr>
          <a:xfrm>
            <a:off x="4536948" y="1808018"/>
            <a:ext cx="82296" cy="1874520"/>
          </a:xfrm>
          <a:prstGeom prst="rect">
            <a:avLst/>
          </a:prstGeom>
          <a:solidFill>
            <a:srgbClr val="007A5E"/>
          </a:solidFill>
          <a:ln w="12700">
            <a:solidFill>
              <a:srgbClr val="007A5E"/>
            </a:solidFill>
            <a:prstDash val="solid"/>
          </a:ln>
        </p:spPr>
        <p:txBody>
          <a:bodyPr/>
          <a:lstStyle/>
          <a:p>
            <a:endParaRPr lang="en-SG"/>
          </a:p>
        </p:txBody>
      </p:sp>
      <p:sp>
        <p:nvSpPr>
          <p:cNvPr id="37" name="Text 8">
            <a:extLst>
              <a:ext uri="{FF2B5EF4-FFF2-40B4-BE49-F238E27FC236}">
                <a16:creationId xmlns:a16="http://schemas.microsoft.com/office/drawing/2014/main" id="{41FBFB89-B471-198D-4A0D-B188D3D3340C}"/>
              </a:ext>
            </a:extLst>
          </p:cNvPr>
          <p:cNvSpPr/>
          <p:nvPr/>
        </p:nvSpPr>
        <p:spPr>
          <a:xfrm>
            <a:off x="4765548" y="1963466"/>
            <a:ext cx="3017520" cy="292608"/>
          </a:xfrm>
          <a:prstGeom prst="rect">
            <a:avLst/>
          </a:prstGeom>
          <a:noFill/>
          <a:ln/>
        </p:spPr>
        <p:txBody>
          <a:bodyPr wrap="square" lIns="0" tIns="0" rIns="0" bIns="0" rtlCol="0" anchor="ctr"/>
          <a:lstStyle/>
          <a:p>
            <a:pPr marL="0" indent="0">
              <a:buNone/>
            </a:pPr>
            <a:r>
              <a:rPr lang="en-US" sz="1500" b="1" dirty="0">
                <a:solidFill>
                  <a:srgbClr val="173F35"/>
                </a:solidFill>
              </a:rPr>
              <a:t>pets</a:t>
            </a:r>
            <a:endParaRPr lang="en-US" sz="1500" dirty="0"/>
          </a:p>
        </p:txBody>
      </p:sp>
      <p:sp>
        <p:nvSpPr>
          <p:cNvPr id="39" name="Text 9">
            <a:extLst>
              <a:ext uri="{FF2B5EF4-FFF2-40B4-BE49-F238E27FC236}">
                <a16:creationId xmlns:a16="http://schemas.microsoft.com/office/drawing/2014/main" id="{82B546B4-1105-FC0D-FF82-B4D2DC2A86C4}"/>
              </a:ext>
            </a:extLst>
          </p:cNvPr>
          <p:cNvSpPr/>
          <p:nvPr/>
        </p:nvSpPr>
        <p:spPr>
          <a:xfrm>
            <a:off x="4765548" y="2374946"/>
            <a:ext cx="2999232" cy="1170432"/>
          </a:xfrm>
          <a:prstGeom prst="rect">
            <a:avLst/>
          </a:prstGeom>
          <a:noFill/>
          <a:ln/>
        </p:spPr>
        <p:txBody>
          <a:bodyPr wrap="square" lIns="254" tIns="254" rIns="254" bIns="254" rtlCol="0" anchor="ctr"/>
          <a:lstStyle/>
          <a:p>
            <a:pPr marL="0" indent="0">
              <a:buNone/>
            </a:pPr>
            <a:r>
              <a:rPr lang="en-US" sz="1200" dirty="0">
                <a:solidFill>
                  <a:srgbClr val="222222"/>
                </a:solidFill>
              </a:rPr>
              <a:t>Owner, name, species, breed, age and image</a:t>
            </a:r>
            <a:endParaRPr lang="en-US" sz="1200" dirty="0"/>
          </a:p>
        </p:txBody>
      </p:sp>
      <p:sp>
        <p:nvSpPr>
          <p:cNvPr id="41" name="Shape 10">
            <a:extLst>
              <a:ext uri="{FF2B5EF4-FFF2-40B4-BE49-F238E27FC236}">
                <a16:creationId xmlns:a16="http://schemas.microsoft.com/office/drawing/2014/main" id="{59BE6EB9-4C0B-F93B-3794-86620B92BC16}"/>
              </a:ext>
            </a:extLst>
          </p:cNvPr>
          <p:cNvSpPr/>
          <p:nvPr/>
        </p:nvSpPr>
        <p:spPr>
          <a:xfrm>
            <a:off x="8331708" y="1808018"/>
            <a:ext cx="3383280" cy="1874520"/>
          </a:xfrm>
          <a:prstGeom prst="roundRect">
            <a:avLst>
              <a:gd name="adj" fmla="val 2439"/>
            </a:avLst>
          </a:prstGeom>
          <a:solidFill>
            <a:srgbClr val="FFFFFF"/>
          </a:solidFill>
          <a:ln w="12700">
            <a:solidFill>
              <a:srgbClr val="D8DED8"/>
            </a:solidFill>
            <a:prstDash val="solid"/>
          </a:ln>
          <a:effectLst>
            <a:outerShdw blurRad="12700" dist="6350" dir="2700000" algn="bl" rotWithShape="0">
              <a:srgbClr val="000000">
                <a:alpha val="10000"/>
              </a:srgbClr>
            </a:outerShdw>
          </a:effectLst>
        </p:spPr>
        <p:txBody>
          <a:bodyPr/>
          <a:lstStyle/>
          <a:p>
            <a:endParaRPr lang="en-SG"/>
          </a:p>
        </p:txBody>
      </p:sp>
      <p:sp>
        <p:nvSpPr>
          <p:cNvPr id="43" name="Shape 11">
            <a:extLst>
              <a:ext uri="{FF2B5EF4-FFF2-40B4-BE49-F238E27FC236}">
                <a16:creationId xmlns:a16="http://schemas.microsoft.com/office/drawing/2014/main" id="{B65B8ACC-C199-7445-88A7-03514CA017EF}"/>
              </a:ext>
            </a:extLst>
          </p:cNvPr>
          <p:cNvSpPr/>
          <p:nvPr/>
        </p:nvSpPr>
        <p:spPr>
          <a:xfrm>
            <a:off x="8331708" y="1808018"/>
            <a:ext cx="82296" cy="1874520"/>
          </a:xfrm>
          <a:prstGeom prst="rect">
            <a:avLst/>
          </a:prstGeom>
          <a:solidFill>
            <a:srgbClr val="F5A623"/>
          </a:solidFill>
          <a:ln w="12700">
            <a:solidFill>
              <a:srgbClr val="F5A623"/>
            </a:solidFill>
            <a:prstDash val="solid"/>
          </a:ln>
        </p:spPr>
        <p:txBody>
          <a:bodyPr/>
          <a:lstStyle/>
          <a:p>
            <a:endParaRPr lang="en-SG"/>
          </a:p>
        </p:txBody>
      </p:sp>
      <p:sp>
        <p:nvSpPr>
          <p:cNvPr id="45" name="Text 12">
            <a:extLst>
              <a:ext uri="{FF2B5EF4-FFF2-40B4-BE49-F238E27FC236}">
                <a16:creationId xmlns:a16="http://schemas.microsoft.com/office/drawing/2014/main" id="{02855CE4-973C-ACAD-C726-5400152EF25E}"/>
              </a:ext>
            </a:extLst>
          </p:cNvPr>
          <p:cNvSpPr/>
          <p:nvPr/>
        </p:nvSpPr>
        <p:spPr>
          <a:xfrm>
            <a:off x="8560308" y="1963466"/>
            <a:ext cx="3017520" cy="292608"/>
          </a:xfrm>
          <a:prstGeom prst="rect">
            <a:avLst/>
          </a:prstGeom>
          <a:noFill/>
          <a:ln/>
        </p:spPr>
        <p:txBody>
          <a:bodyPr wrap="square" lIns="0" tIns="0" rIns="0" bIns="0" rtlCol="0" anchor="ctr"/>
          <a:lstStyle/>
          <a:p>
            <a:pPr marL="0" indent="0">
              <a:buNone/>
            </a:pPr>
            <a:r>
              <a:rPr lang="en-US" sz="1500" b="1" dirty="0">
                <a:solidFill>
                  <a:srgbClr val="173F35"/>
                </a:solidFill>
              </a:rPr>
              <a:t>journal</a:t>
            </a:r>
            <a:endParaRPr lang="en-US" sz="1500" dirty="0"/>
          </a:p>
        </p:txBody>
      </p:sp>
      <p:sp>
        <p:nvSpPr>
          <p:cNvPr id="47" name="Text 13">
            <a:extLst>
              <a:ext uri="{FF2B5EF4-FFF2-40B4-BE49-F238E27FC236}">
                <a16:creationId xmlns:a16="http://schemas.microsoft.com/office/drawing/2014/main" id="{9CAB940C-35F3-3A11-1EAC-5470120D3375}"/>
              </a:ext>
            </a:extLst>
          </p:cNvPr>
          <p:cNvSpPr/>
          <p:nvPr/>
        </p:nvSpPr>
        <p:spPr>
          <a:xfrm>
            <a:off x="8560308" y="2374946"/>
            <a:ext cx="2999232" cy="1170432"/>
          </a:xfrm>
          <a:prstGeom prst="rect">
            <a:avLst/>
          </a:prstGeom>
          <a:noFill/>
          <a:ln/>
        </p:spPr>
        <p:txBody>
          <a:bodyPr wrap="square" lIns="254" tIns="254" rIns="254" bIns="254" rtlCol="0" anchor="ctr"/>
          <a:lstStyle/>
          <a:p>
            <a:pPr marL="0" indent="0">
              <a:buNone/>
            </a:pPr>
            <a:r>
              <a:rPr lang="en-US" sz="1200" dirty="0">
                <a:solidFill>
                  <a:srgbClr val="222222"/>
                </a:solidFill>
              </a:rPr>
              <a:t>Pet activity, notes, entry date and creation date</a:t>
            </a:r>
            <a:endParaRPr lang="en-US" sz="1200" dirty="0"/>
          </a:p>
        </p:txBody>
      </p:sp>
      <p:sp>
        <p:nvSpPr>
          <p:cNvPr id="49" name="Shape 14">
            <a:extLst>
              <a:ext uri="{FF2B5EF4-FFF2-40B4-BE49-F238E27FC236}">
                <a16:creationId xmlns:a16="http://schemas.microsoft.com/office/drawing/2014/main" id="{7AC15582-2FBE-8C3A-0D93-AA1BAD18060F}"/>
              </a:ext>
            </a:extLst>
          </p:cNvPr>
          <p:cNvSpPr/>
          <p:nvPr/>
        </p:nvSpPr>
        <p:spPr>
          <a:xfrm>
            <a:off x="678180" y="4322618"/>
            <a:ext cx="3477768" cy="822960"/>
          </a:xfrm>
          <a:prstGeom prst="roundRect">
            <a:avLst>
              <a:gd name="adj" fmla="val 4444"/>
            </a:avLst>
          </a:prstGeom>
          <a:solidFill>
            <a:srgbClr val="F1F7F4"/>
          </a:solidFill>
          <a:ln w="12700">
            <a:solidFill>
              <a:srgbClr val="9DBBAF"/>
            </a:solidFill>
            <a:prstDash val="solid"/>
          </a:ln>
        </p:spPr>
        <p:txBody>
          <a:bodyPr/>
          <a:lstStyle/>
          <a:p>
            <a:endParaRPr lang="en-SG"/>
          </a:p>
        </p:txBody>
      </p:sp>
      <p:sp>
        <p:nvSpPr>
          <p:cNvPr id="51" name="Text 15">
            <a:extLst>
              <a:ext uri="{FF2B5EF4-FFF2-40B4-BE49-F238E27FC236}">
                <a16:creationId xmlns:a16="http://schemas.microsoft.com/office/drawing/2014/main" id="{61BC1A1B-0870-D6B3-0E1F-A3C1A5E3A09E}"/>
              </a:ext>
            </a:extLst>
          </p:cNvPr>
          <p:cNvSpPr/>
          <p:nvPr/>
        </p:nvSpPr>
        <p:spPr>
          <a:xfrm>
            <a:off x="751332" y="4551218"/>
            <a:ext cx="3331464" cy="274320"/>
          </a:xfrm>
          <a:prstGeom prst="rect">
            <a:avLst/>
          </a:prstGeom>
          <a:noFill/>
          <a:ln/>
        </p:spPr>
        <p:txBody>
          <a:bodyPr wrap="square" lIns="0" tIns="0" rIns="0" bIns="0" rtlCol="0" anchor="ctr"/>
          <a:lstStyle/>
          <a:p>
            <a:pPr marL="0" indent="0" algn="ctr">
              <a:buNone/>
            </a:pPr>
            <a:r>
              <a:rPr lang="en-US" sz="1200" b="1" dirty="0">
                <a:solidFill>
                  <a:srgbClr val="173F35"/>
                </a:solidFill>
              </a:rPr>
              <a:t>User</a:t>
            </a:r>
            <a:endParaRPr lang="en-US" sz="1200" dirty="0"/>
          </a:p>
        </p:txBody>
      </p:sp>
      <p:sp>
        <p:nvSpPr>
          <p:cNvPr id="53" name="Text 16">
            <a:extLst>
              <a:ext uri="{FF2B5EF4-FFF2-40B4-BE49-F238E27FC236}">
                <a16:creationId xmlns:a16="http://schemas.microsoft.com/office/drawing/2014/main" id="{5B468EBB-6262-2838-CAF5-19632BB28C0A}"/>
              </a:ext>
            </a:extLst>
          </p:cNvPr>
          <p:cNvSpPr/>
          <p:nvPr/>
        </p:nvSpPr>
        <p:spPr>
          <a:xfrm>
            <a:off x="4155948" y="4569506"/>
            <a:ext cx="201168" cy="228600"/>
          </a:xfrm>
          <a:prstGeom prst="rect">
            <a:avLst/>
          </a:prstGeom>
          <a:noFill/>
          <a:ln/>
        </p:spPr>
        <p:txBody>
          <a:bodyPr wrap="square" lIns="0" tIns="0" rIns="0" bIns="0" rtlCol="0" anchor="ctr"/>
          <a:lstStyle/>
          <a:p>
            <a:pPr marL="0" indent="0" algn="ctr">
              <a:buNone/>
            </a:pPr>
            <a:r>
              <a:rPr lang="en-US" sz="1600" b="1" dirty="0">
                <a:solidFill>
                  <a:srgbClr val="F5A623"/>
                </a:solidFill>
              </a:rPr>
              <a:t>→</a:t>
            </a:r>
            <a:endParaRPr lang="en-US" sz="1600" dirty="0"/>
          </a:p>
        </p:txBody>
      </p:sp>
      <p:sp>
        <p:nvSpPr>
          <p:cNvPr id="55" name="Shape 17">
            <a:extLst>
              <a:ext uri="{FF2B5EF4-FFF2-40B4-BE49-F238E27FC236}">
                <a16:creationId xmlns:a16="http://schemas.microsoft.com/office/drawing/2014/main" id="{A0DB4061-2FAF-2B9E-B0EB-27F895BBD5DB}"/>
              </a:ext>
            </a:extLst>
          </p:cNvPr>
          <p:cNvSpPr/>
          <p:nvPr/>
        </p:nvSpPr>
        <p:spPr>
          <a:xfrm>
            <a:off x="4357116" y="4322618"/>
            <a:ext cx="3477768" cy="822960"/>
          </a:xfrm>
          <a:prstGeom prst="roundRect">
            <a:avLst>
              <a:gd name="adj" fmla="val 4444"/>
            </a:avLst>
          </a:prstGeom>
          <a:solidFill>
            <a:srgbClr val="EAF5E3"/>
          </a:solidFill>
          <a:ln w="12700">
            <a:solidFill>
              <a:srgbClr val="6FBE44"/>
            </a:solidFill>
            <a:prstDash val="solid"/>
          </a:ln>
        </p:spPr>
        <p:txBody>
          <a:bodyPr/>
          <a:lstStyle/>
          <a:p>
            <a:endParaRPr lang="en-SG"/>
          </a:p>
        </p:txBody>
      </p:sp>
      <p:sp>
        <p:nvSpPr>
          <p:cNvPr id="57" name="Text 18">
            <a:extLst>
              <a:ext uri="{FF2B5EF4-FFF2-40B4-BE49-F238E27FC236}">
                <a16:creationId xmlns:a16="http://schemas.microsoft.com/office/drawing/2014/main" id="{81F8CE87-8DD3-6219-D347-A9320D3907CC}"/>
              </a:ext>
            </a:extLst>
          </p:cNvPr>
          <p:cNvSpPr/>
          <p:nvPr/>
        </p:nvSpPr>
        <p:spPr>
          <a:xfrm>
            <a:off x="4430268" y="4551218"/>
            <a:ext cx="3331464" cy="274320"/>
          </a:xfrm>
          <a:prstGeom prst="rect">
            <a:avLst/>
          </a:prstGeom>
          <a:noFill/>
          <a:ln/>
        </p:spPr>
        <p:txBody>
          <a:bodyPr wrap="square" lIns="0" tIns="0" rIns="0" bIns="0" rtlCol="0" anchor="ctr"/>
          <a:lstStyle/>
          <a:p>
            <a:pPr marL="0" indent="0" algn="ctr">
              <a:buNone/>
            </a:pPr>
            <a:r>
              <a:rPr lang="en-US" sz="1200" b="1" dirty="0">
                <a:solidFill>
                  <a:srgbClr val="173F35"/>
                </a:solidFill>
              </a:rPr>
              <a:t>Pet</a:t>
            </a:r>
            <a:endParaRPr lang="en-US" sz="1200" dirty="0"/>
          </a:p>
        </p:txBody>
      </p:sp>
      <p:sp>
        <p:nvSpPr>
          <p:cNvPr id="59" name="Text 19">
            <a:extLst>
              <a:ext uri="{FF2B5EF4-FFF2-40B4-BE49-F238E27FC236}">
                <a16:creationId xmlns:a16="http://schemas.microsoft.com/office/drawing/2014/main" id="{872AC082-A60D-5770-5977-497635BD4BB0}"/>
              </a:ext>
            </a:extLst>
          </p:cNvPr>
          <p:cNvSpPr/>
          <p:nvPr/>
        </p:nvSpPr>
        <p:spPr>
          <a:xfrm>
            <a:off x="7834884" y="4569506"/>
            <a:ext cx="201168" cy="228600"/>
          </a:xfrm>
          <a:prstGeom prst="rect">
            <a:avLst/>
          </a:prstGeom>
          <a:noFill/>
          <a:ln/>
        </p:spPr>
        <p:txBody>
          <a:bodyPr wrap="square" lIns="0" tIns="0" rIns="0" bIns="0" rtlCol="0" anchor="ctr"/>
          <a:lstStyle/>
          <a:p>
            <a:pPr marL="0" indent="0" algn="ctr">
              <a:buNone/>
            </a:pPr>
            <a:r>
              <a:rPr lang="en-US" sz="1600" b="1" dirty="0">
                <a:solidFill>
                  <a:srgbClr val="F5A623"/>
                </a:solidFill>
              </a:rPr>
              <a:t>→</a:t>
            </a:r>
            <a:endParaRPr lang="en-US" sz="1600" dirty="0"/>
          </a:p>
        </p:txBody>
      </p:sp>
      <p:sp>
        <p:nvSpPr>
          <p:cNvPr id="61" name="Shape 20">
            <a:extLst>
              <a:ext uri="{FF2B5EF4-FFF2-40B4-BE49-F238E27FC236}">
                <a16:creationId xmlns:a16="http://schemas.microsoft.com/office/drawing/2014/main" id="{A5DBD1BD-1E8F-87A0-BFEA-0537D3233E12}"/>
              </a:ext>
            </a:extLst>
          </p:cNvPr>
          <p:cNvSpPr/>
          <p:nvPr/>
        </p:nvSpPr>
        <p:spPr>
          <a:xfrm>
            <a:off x="8036052" y="4322618"/>
            <a:ext cx="3477768" cy="822960"/>
          </a:xfrm>
          <a:prstGeom prst="roundRect">
            <a:avLst>
              <a:gd name="adj" fmla="val 4444"/>
            </a:avLst>
          </a:prstGeom>
          <a:solidFill>
            <a:srgbClr val="F1F7F4"/>
          </a:solidFill>
          <a:ln w="12700">
            <a:solidFill>
              <a:srgbClr val="9DBBAF"/>
            </a:solidFill>
            <a:prstDash val="solid"/>
          </a:ln>
        </p:spPr>
        <p:txBody>
          <a:bodyPr/>
          <a:lstStyle/>
          <a:p>
            <a:endParaRPr lang="en-SG"/>
          </a:p>
        </p:txBody>
      </p:sp>
      <p:sp>
        <p:nvSpPr>
          <p:cNvPr id="63" name="Text 21">
            <a:extLst>
              <a:ext uri="{FF2B5EF4-FFF2-40B4-BE49-F238E27FC236}">
                <a16:creationId xmlns:a16="http://schemas.microsoft.com/office/drawing/2014/main" id="{35FCA482-E02A-3FE8-DDC3-72DE333594BE}"/>
              </a:ext>
            </a:extLst>
          </p:cNvPr>
          <p:cNvSpPr/>
          <p:nvPr/>
        </p:nvSpPr>
        <p:spPr>
          <a:xfrm>
            <a:off x="8109204" y="4551218"/>
            <a:ext cx="3331464" cy="274320"/>
          </a:xfrm>
          <a:prstGeom prst="rect">
            <a:avLst/>
          </a:prstGeom>
          <a:noFill/>
          <a:ln/>
        </p:spPr>
        <p:txBody>
          <a:bodyPr wrap="square" lIns="0" tIns="0" rIns="0" bIns="0" rtlCol="0" anchor="ctr"/>
          <a:lstStyle/>
          <a:p>
            <a:pPr marL="0" indent="0" algn="ctr">
              <a:buNone/>
            </a:pPr>
            <a:r>
              <a:rPr lang="en-US" sz="1200" b="1" dirty="0">
                <a:solidFill>
                  <a:srgbClr val="173F35"/>
                </a:solidFill>
              </a:rPr>
              <a:t>Journal entry</a:t>
            </a:r>
            <a:endParaRPr lang="en-US" sz="1200" dirty="0"/>
          </a:p>
        </p:txBody>
      </p:sp>
      <p:sp>
        <p:nvSpPr>
          <p:cNvPr id="65" name="Text 22">
            <a:extLst>
              <a:ext uri="{FF2B5EF4-FFF2-40B4-BE49-F238E27FC236}">
                <a16:creationId xmlns:a16="http://schemas.microsoft.com/office/drawing/2014/main" id="{0F59BB21-B90F-E0A4-95F7-57BADA08FCE3}"/>
              </a:ext>
            </a:extLst>
          </p:cNvPr>
          <p:cNvSpPr/>
          <p:nvPr/>
        </p:nvSpPr>
        <p:spPr>
          <a:xfrm>
            <a:off x="906780" y="5557058"/>
            <a:ext cx="10332720" cy="320040"/>
          </a:xfrm>
          <a:prstGeom prst="rect">
            <a:avLst/>
          </a:prstGeom>
          <a:noFill/>
          <a:ln/>
        </p:spPr>
        <p:txBody>
          <a:bodyPr wrap="square" lIns="0" tIns="0" rIns="0" bIns="0" rtlCol="0" anchor="ctr"/>
          <a:lstStyle/>
          <a:p>
            <a:pPr marL="0" indent="0" algn="ctr">
              <a:buNone/>
            </a:pPr>
            <a:r>
              <a:rPr lang="en-US" sz="1600" b="1" dirty="0">
                <a:solidFill>
                  <a:srgbClr val="173F35"/>
                </a:solidFill>
              </a:rPr>
              <a:t>Current purpose: manage pet information and record pet-care activities.</a:t>
            </a:r>
            <a:endParaRPr lang="en-US" sz="1600" dirty="0"/>
          </a:p>
        </p:txBody>
      </p:sp>
    </p:spTree>
    <p:extLst>
      <p:ext uri="{BB962C8B-B14F-4D97-AF65-F5344CB8AC3E}">
        <p14:creationId xmlns:p14="http://schemas.microsoft.com/office/powerpoint/2010/main" val="27844119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Title 37">
            <a:extLst>
              <a:ext uri="{FF2B5EF4-FFF2-40B4-BE49-F238E27FC236}">
                <a16:creationId xmlns:a16="http://schemas.microsoft.com/office/drawing/2014/main" id="{8621C32A-F0D0-D8F6-EE28-E2E8A8DDF3D9}"/>
              </a:ext>
            </a:extLst>
          </p:cNvPr>
          <p:cNvSpPr>
            <a:spLocks noGrp="1"/>
          </p:cNvSpPr>
          <p:nvPr>
            <p:ph type="title"/>
          </p:nvPr>
        </p:nvSpPr>
        <p:spPr/>
        <p:txBody>
          <a:bodyPr/>
          <a:lstStyle/>
          <a:p>
            <a:r>
              <a:rPr lang="en-US" dirty="0" err="1"/>
              <a:t>PetCareApp</a:t>
            </a:r>
            <a:r>
              <a:rPr lang="en-US" dirty="0"/>
              <a:t> Walkthrough</a:t>
            </a:r>
            <a:endParaRPr lang="en-SG" dirty="0"/>
          </a:p>
        </p:txBody>
      </p:sp>
      <p:sp>
        <p:nvSpPr>
          <p:cNvPr id="5" name="Rounded Rectangle 4"/>
          <p:cNvSpPr/>
          <p:nvPr/>
        </p:nvSpPr>
        <p:spPr>
          <a:xfrm>
            <a:off x="685800" y="1901952"/>
            <a:ext cx="2615184" cy="1600200"/>
          </a:xfrm>
          <a:prstGeom prst="roundRect">
            <a:avLst/>
          </a:prstGeom>
          <a:solidFill>
            <a:srgbClr val="FFFFFF"/>
          </a:solidFill>
          <a:ln w="12700">
            <a:solidFill>
              <a:srgbClr val="D9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6" name="Rounded Rectangle 5"/>
          <p:cNvSpPr/>
          <p:nvPr/>
        </p:nvSpPr>
        <p:spPr>
          <a:xfrm>
            <a:off x="841248" y="2084832"/>
            <a:ext cx="64008" cy="1234440"/>
          </a:xfrm>
          <a:prstGeom prst="roundRect">
            <a:avLst/>
          </a:prstGeom>
          <a:solidFill>
            <a:srgbClr val="3D7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7" name="TextBox 6"/>
          <p:cNvSpPr txBox="1"/>
          <p:nvPr/>
        </p:nvSpPr>
        <p:spPr>
          <a:xfrm>
            <a:off x="1033271" y="2058692"/>
            <a:ext cx="2103120" cy="363176"/>
          </a:xfrm>
          <a:prstGeom prst="rect">
            <a:avLst/>
          </a:prstGeom>
          <a:noFill/>
        </p:spPr>
        <p:txBody>
          <a:bodyPr wrap="square" lIns="27432" tIns="27432" rIns="27432" bIns="27432" anchor="ctr">
            <a:spAutoFit/>
          </a:bodyPr>
          <a:lstStyle/>
          <a:p>
            <a:pPr algn="l">
              <a:spcAft>
                <a:spcPts val="0"/>
              </a:spcAft>
            </a:pPr>
            <a:r>
              <a:rPr sz="2000" b="1">
                <a:solidFill>
                  <a:srgbClr val="17283D"/>
                </a:solidFill>
                <a:latin typeface="Aptos"/>
              </a:rPr>
              <a:t>Accounts</a:t>
            </a:r>
          </a:p>
        </p:txBody>
      </p:sp>
      <p:sp>
        <p:nvSpPr>
          <p:cNvPr id="8" name="TextBox 7"/>
          <p:cNvSpPr txBox="1"/>
          <p:nvPr/>
        </p:nvSpPr>
        <p:spPr>
          <a:xfrm>
            <a:off x="1033271" y="2478024"/>
            <a:ext cx="2103120" cy="486287"/>
          </a:xfrm>
          <a:prstGeom prst="rect">
            <a:avLst/>
          </a:prstGeom>
          <a:noFill/>
        </p:spPr>
        <p:txBody>
          <a:bodyPr wrap="square" lIns="27432" tIns="27432" rIns="27432" bIns="27432" anchor="t">
            <a:spAutoFit/>
          </a:bodyPr>
          <a:lstStyle/>
          <a:p>
            <a:pPr algn="l">
              <a:spcAft>
                <a:spcPts val="0"/>
              </a:spcAft>
            </a:pPr>
            <a:r>
              <a:rPr sz="1400" b="0">
                <a:solidFill>
                  <a:srgbClr val="68788D"/>
                </a:solidFill>
                <a:latin typeface="Aptos"/>
              </a:rPr>
              <a:t>Sign up, log in, log out; user and admin roles.</a:t>
            </a:r>
          </a:p>
        </p:txBody>
      </p:sp>
      <p:sp>
        <p:nvSpPr>
          <p:cNvPr id="9" name="Rounded Rectangle 8"/>
          <p:cNvSpPr/>
          <p:nvPr/>
        </p:nvSpPr>
        <p:spPr>
          <a:xfrm>
            <a:off x="3456432" y="1901952"/>
            <a:ext cx="2615184" cy="1600200"/>
          </a:xfrm>
          <a:prstGeom prst="roundRect">
            <a:avLst/>
          </a:prstGeom>
          <a:solidFill>
            <a:srgbClr val="FFFFFF"/>
          </a:solidFill>
          <a:ln w="12700">
            <a:solidFill>
              <a:srgbClr val="D9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0" name="Rounded Rectangle 9"/>
          <p:cNvSpPr/>
          <p:nvPr/>
        </p:nvSpPr>
        <p:spPr>
          <a:xfrm>
            <a:off x="3611879" y="2084832"/>
            <a:ext cx="64008" cy="1234440"/>
          </a:xfrm>
          <a:prstGeom prst="roundRect">
            <a:avLst/>
          </a:prstGeom>
          <a:solidFill>
            <a:srgbClr val="16A9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1" name="TextBox 10"/>
          <p:cNvSpPr txBox="1"/>
          <p:nvPr/>
        </p:nvSpPr>
        <p:spPr>
          <a:xfrm>
            <a:off x="3803904" y="2058692"/>
            <a:ext cx="2103120" cy="363176"/>
          </a:xfrm>
          <a:prstGeom prst="rect">
            <a:avLst/>
          </a:prstGeom>
          <a:noFill/>
        </p:spPr>
        <p:txBody>
          <a:bodyPr wrap="square" lIns="27432" tIns="27432" rIns="27432" bIns="27432" anchor="ctr">
            <a:spAutoFit/>
          </a:bodyPr>
          <a:lstStyle/>
          <a:p>
            <a:pPr algn="l">
              <a:spcAft>
                <a:spcPts val="0"/>
              </a:spcAft>
            </a:pPr>
            <a:r>
              <a:rPr sz="2000" b="1">
                <a:solidFill>
                  <a:srgbClr val="17283D"/>
                </a:solidFill>
                <a:latin typeface="Aptos"/>
              </a:rPr>
              <a:t>Pet profiles</a:t>
            </a:r>
          </a:p>
        </p:txBody>
      </p:sp>
      <p:sp>
        <p:nvSpPr>
          <p:cNvPr id="12" name="TextBox 11"/>
          <p:cNvSpPr txBox="1"/>
          <p:nvPr/>
        </p:nvSpPr>
        <p:spPr>
          <a:xfrm>
            <a:off x="3803904" y="2478024"/>
            <a:ext cx="2103120" cy="701731"/>
          </a:xfrm>
          <a:prstGeom prst="rect">
            <a:avLst/>
          </a:prstGeom>
          <a:noFill/>
        </p:spPr>
        <p:txBody>
          <a:bodyPr wrap="square" lIns="27432" tIns="27432" rIns="27432" bIns="27432" anchor="t">
            <a:spAutoFit/>
          </a:bodyPr>
          <a:lstStyle/>
          <a:p>
            <a:pPr algn="l">
              <a:spcAft>
                <a:spcPts val="0"/>
              </a:spcAft>
            </a:pPr>
            <a:r>
              <a:rPr sz="1400" b="0">
                <a:solidFill>
                  <a:srgbClr val="68788D"/>
                </a:solidFill>
                <a:latin typeface="Aptos"/>
              </a:rPr>
              <a:t>Store name, species, breed, age, and an optional image.</a:t>
            </a:r>
          </a:p>
        </p:txBody>
      </p:sp>
      <p:sp>
        <p:nvSpPr>
          <p:cNvPr id="13" name="Rounded Rectangle 12"/>
          <p:cNvSpPr/>
          <p:nvPr/>
        </p:nvSpPr>
        <p:spPr>
          <a:xfrm>
            <a:off x="6227064" y="1901952"/>
            <a:ext cx="2615184" cy="1600200"/>
          </a:xfrm>
          <a:prstGeom prst="roundRect">
            <a:avLst/>
          </a:prstGeom>
          <a:solidFill>
            <a:srgbClr val="FFFFFF"/>
          </a:solidFill>
          <a:ln w="12700">
            <a:solidFill>
              <a:srgbClr val="D9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4" name="Rounded Rectangle 13"/>
          <p:cNvSpPr/>
          <p:nvPr/>
        </p:nvSpPr>
        <p:spPr>
          <a:xfrm>
            <a:off x="6382512" y="2084832"/>
            <a:ext cx="64008" cy="1234440"/>
          </a:xfrm>
          <a:prstGeom prst="roundRect">
            <a:avLst/>
          </a:prstGeom>
          <a:solidFill>
            <a:srgbClr val="F2A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5" name="TextBox 14"/>
          <p:cNvSpPr txBox="1"/>
          <p:nvPr/>
        </p:nvSpPr>
        <p:spPr>
          <a:xfrm>
            <a:off x="6574536" y="2058692"/>
            <a:ext cx="2103120" cy="363176"/>
          </a:xfrm>
          <a:prstGeom prst="rect">
            <a:avLst/>
          </a:prstGeom>
          <a:noFill/>
        </p:spPr>
        <p:txBody>
          <a:bodyPr wrap="square" lIns="27432" tIns="27432" rIns="27432" bIns="27432" anchor="ctr">
            <a:spAutoFit/>
          </a:bodyPr>
          <a:lstStyle/>
          <a:p>
            <a:pPr algn="l">
              <a:spcAft>
                <a:spcPts val="0"/>
              </a:spcAft>
            </a:pPr>
            <a:r>
              <a:rPr sz="2000" b="1">
                <a:solidFill>
                  <a:srgbClr val="17283D"/>
                </a:solidFill>
                <a:latin typeface="Aptos"/>
              </a:rPr>
              <a:t>Care journals</a:t>
            </a:r>
          </a:p>
        </p:txBody>
      </p:sp>
      <p:sp>
        <p:nvSpPr>
          <p:cNvPr id="16" name="TextBox 15"/>
          <p:cNvSpPr txBox="1"/>
          <p:nvPr/>
        </p:nvSpPr>
        <p:spPr>
          <a:xfrm>
            <a:off x="6574536" y="2478024"/>
            <a:ext cx="2103120" cy="701731"/>
          </a:xfrm>
          <a:prstGeom prst="rect">
            <a:avLst/>
          </a:prstGeom>
          <a:noFill/>
        </p:spPr>
        <p:txBody>
          <a:bodyPr wrap="square" lIns="27432" tIns="27432" rIns="27432" bIns="27432" anchor="t">
            <a:spAutoFit/>
          </a:bodyPr>
          <a:lstStyle/>
          <a:p>
            <a:pPr algn="l">
              <a:spcAft>
                <a:spcPts val="0"/>
              </a:spcAft>
            </a:pPr>
            <a:r>
              <a:rPr sz="1400" b="0">
                <a:solidFill>
                  <a:srgbClr val="68788D"/>
                </a:solidFill>
                <a:latin typeface="Aptos"/>
              </a:rPr>
              <a:t>Record dated activities and notes; filter by pet or search text.</a:t>
            </a:r>
          </a:p>
        </p:txBody>
      </p:sp>
      <p:sp>
        <p:nvSpPr>
          <p:cNvPr id="17" name="Rounded Rectangle 16"/>
          <p:cNvSpPr/>
          <p:nvPr/>
        </p:nvSpPr>
        <p:spPr>
          <a:xfrm>
            <a:off x="8997696" y="1901952"/>
            <a:ext cx="2468880" cy="1600200"/>
          </a:xfrm>
          <a:prstGeom prst="roundRect">
            <a:avLst/>
          </a:prstGeom>
          <a:solidFill>
            <a:srgbClr val="FFFFFF"/>
          </a:solidFill>
          <a:ln w="12700">
            <a:solidFill>
              <a:srgbClr val="D9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8" name="Rounded Rectangle 17"/>
          <p:cNvSpPr/>
          <p:nvPr/>
        </p:nvSpPr>
        <p:spPr>
          <a:xfrm>
            <a:off x="9153144" y="2084832"/>
            <a:ext cx="64008" cy="1234440"/>
          </a:xfrm>
          <a:prstGeom prst="roundRect">
            <a:avLst/>
          </a:prstGeom>
          <a:solidFill>
            <a:srgbClr val="1C9B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9" name="TextBox 18"/>
          <p:cNvSpPr txBox="1"/>
          <p:nvPr/>
        </p:nvSpPr>
        <p:spPr>
          <a:xfrm>
            <a:off x="9345168" y="2058692"/>
            <a:ext cx="1956816" cy="363176"/>
          </a:xfrm>
          <a:prstGeom prst="rect">
            <a:avLst/>
          </a:prstGeom>
          <a:noFill/>
        </p:spPr>
        <p:txBody>
          <a:bodyPr wrap="square" lIns="27432" tIns="27432" rIns="27432" bIns="27432" anchor="ctr">
            <a:spAutoFit/>
          </a:bodyPr>
          <a:lstStyle/>
          <a:p>
            <a:pPr algn="l">
              <a:spcAft>
                <a:spcPts val="0"/>
              </a:spcAft>
            </a:pPr>
            <a:r>
              <a:rPr sz="2000" b="1">
                <a:solidFill>
                  <a:srgbClr val="17283D"/>
                </a:solidFill>
                <a:latin typeface="Aptos"/>
              </a:rPr>
              <a:t>Admin tools</a:t>
            </a:r>
          </a:p>
        </p:txBody>
      </p:sp>
      <p:sp>
        <p:nvSpPr>
          <p:cNvPr id="20" name="TextBox 19"/>
          <p:cNvSpPr txBox="1"/>
          <p:nvPr/>
        </p:nvSpPr>
        <p:spPr>
          <a:xfrm>
            <a:off x="9345168" y="2478024"/>
            <a:ext cx="1956816" cy="701731"/>
          </a:xfrm>
          <a:prstGeom prst="rect">
            <a:avLst/>
          </a:prstGeom>
          <a:noFill/>
        </p:spPr>
        <p:txBody>
          <a:bodyPr wrap="square" lIns="27432" tIns="27432" rIns="27432" bIns="27432" anchor="t">
            <a:spAutoFit/>
          </a:bodyPr>
          <a:lstStyle/>
          <a:p>
            <a:pPr algn="l">
              <a:spcAft>
                <a:spcPts val="0"/>
              </a:spcAft>
            </a:pPr>
            <a:r>
              <a:rPr sz="1400" b="0">
                <a:solidFill>
                  <a:srgbClr val="68788D"/>
                </a:solidFill>
                <a:latin typeface="Aptos"/>
              </a:rPr>
              <a:t>Browse users and inspect their pets and journal records.</a:t>
            </a:r>
          </a:p>
        </p:txBody>
      </p:sp>
      <p:sp>
        <p:nvSpPr>
          <p:cNvPr id="21" name="TextBox 20"/>
          <p:cNvSpPr txBox="1"/>
          <p:nvPr/>
        </p:nvSpPr>
        <p:spPr>
          <a:xfrm>
            <a:off x="822960" y="4007034"/>
            <a:ext cx="1828800" cy="224677"/>
          </a:xfrm>
          <a:prstGeom prst="rect">
            <a:avLst/>
          </a:prstGeom>
          <a:noFill/>
        </p:spPr>
        <p:txBody>
          <a:bodyPr wrap="square" lIns="27432" tIns="27432" rIns="27432" bIns="27432" anchor="ctr">
            <a:spAutoFit/>
          </a:bodyPr>
          <a:lstStyle/>
          <a:p>
            <a:pPr algn="l">
              <a:spcAft>
                <a:spcPts val="0"/>
              </a:spcAft>
            </a:pPr>
            <a:r>
              <a:rPr sz="1100" b="1">
                <a:solidFill>
                  <a:srgbClr val="68788D"/>
                </a:solidFill>
                <a:latin typeface="Aptos"/>
              </a:rPr>
              <a:t>DATA MODEL</a:t>
            </a:r>
          </a:p>
        </p:txBody>
      </p:sp>
      <p:sp>
        <p:nvSpPr>
          <p:cNvPr id="22" name="Rounded Rectangle 21"/>
          <p:cNvSpPr/>
          <p:nvPr/>
        </p:nvSpPr>
        <p:spPr>
          <a:xfrm>
            <a:off x="932688" y="4517136"/>
            <a:ext cx="2331720" cy="950976"/>
          </a:xfrm>
          <a:prstGeom prst="roundRect">
            <a:avLst/>
          </a:prstGeom>
          <a:solidFill>
            <a:srgbClr val="EAF1FF"/>
          </a:solidFill>
          <a:ln w="12700">
            <a:solidFill>
              <a:srgbClr val="D9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3" name="TextBox 22"/>
          <p:cNvSpPr txBox="1"/>
          <p:nvPr/>
        </p:nvSpPr>
        <p:spPr>
          <a:xfrm>
            <a:off x="1115568" y="4609869"/>
            <a:ext cx="1920240" cy="363176"/>
          </a:xfrm>
          <a:prstGeom prst="rect">
            <a:avLst/>
          </a:prstGeom>
          <a:noFill/>
        </p:spPr>
        <p:txBody>
          <a:bodyPr wrap="square" lIns="27432" tIns="27432" rIns="27432" bIns="27432" anchor="ctr">
            <a:spAutoFit/>
          </a:bodyPr>
          <a:lstStyle/>
          <a:p>
            <a:pPr algn="ctr">
              <a:spcAft>
                <a:spcPts val="0"/>
              </a:spcAft>
            </a:pPr>
            <a:r>
              <a:rPr sz="2000" b="1">
                <a:solidFill>
                  <a:srgbClr val="3D76F6"/>
                </a:solidFill>
                <a:latin typeface="Aptos"/>
              </a:rPr>
              <a:t>users</a:t>
            </a:r>
          </a:p>
        </p:txBody>
      </p:sp>
      <p:sp>
        <p:nvSpPr>
          <p:cNvPr id="24" name="TextBox 23"/>
          <p:cNvSpPr txBox="1"/>
          <p:nvPr/>
        </p:nvSpPr>
        <p:spPr>
          <a:xfrm>
            <a:off x="1115568" y="4999158"/>
            <a:ext cx="1920240" cy="224677"/>
          </a:xfrm>
          <a:prstGeom prst="rect">
            <a:avLst/>
          </a:prstGeom>
          <a:noFill/>
        </p:spPr>
        <p:txBody>
          <a:bodyPr wrap="square" lIns="27432" tIns="27432" rIns="27432" bIns="27432" anchor="ctr">
            <a:spAutoFit/>
          </a:bodyPr>
          <a:lstStyle/>
          <a:p>
            <a:pPr algn="ctr">
              <a:spcAft>
                <a:spcPts val="0"/>
              </a:spcAft>
            </a:pPr>
            <a:r>
              <a:rPr sz="1100" b="0">
                <a:solidFill>
                  <a:srgbClr val="68788D"/>
                </a:solidFill>
                <a:latin typeface="Aptos"/>
              </a:rPr>
              <a:t>id ? username ? role</a:t>
            </a:r>
          </a:p>
        </p:txBody>
      </p:sp>
      <p:sp>
        <p:nvSpPr>
          <p:cNvPr id="25" name="Rounded Rectangle 24"/>
          <p:cNvSpPr/>
          <p:nvPr/>
        </p:nvSpPr>
        <p:spPr>
          <a:xfrm>
            <a:off x="4773168" y="4517136"/>
            <a:ext cx="2331720" cy="950976"/>
          </a:xfrm>
          <a:prstGeom prst="roundRect">
            <a:avLst/>
          </a:prstGeom>
          <a:solidFill>
            <a:srgbClr val="E8F6F3"/>
          </a:solidFill>
          <a:ln w="12700">
            <a:solidFill>
              <a:srgbClr val="D9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6" name="TextBox 25"/>
          <p:cNvSpPr txBox="1"/>
          <p:nvPr/>
        </p:nvSpPr>
        <p:spPr>
          <a:xfrm>
            <a:off x="4956048" y="4609869"/>
            <a:ext cx="1920240" cy="363176"/>
          </a:xfrm>
          <a:prstGeom prst="rect">
            <a:avLst/>
          </a:prstGeom>
          <a:noFill/>
        </p:spPr>
        <p:txBody>
          <a:bodyPr wrap="square" lIns="27432" tIns="27432" rIns="27432" bIns="27432" anchor="ctr">
            <a:spAutoFit/>
          </a:bodyPr>
          <a:lstStyle/>
          <a:p>
            <a:pPr algn="ctr">
              <a:spcAft>
                <a:spcPts val="0"/>
              </a:spcAft>
            </a:pPr>
            <a:r>
              <a:rPr sz="2000" b="1">
                <a:solidFill>
                  <a:srgbClr val="16A98A"/>
                </a:solidFill>
                <a:latin typeface="Aptos"/>
              </a:rPr>
              <a:t>pets</a:t>
            </a:r>
          </a:p>
        </p:txBody>
      </p:sp>
      <p:sp>
        <p:nvSpPr>
          <p:cNvPr id="27" name="TextBox 26"/>
          <p:cNvSpPr txBox="1"/>
          <p:nvPr/>
        </p:nvSpPr>
        <p:spPr>
          <a:xfrm>
            <a:off x="4956048" y="4999158"/>
            <a:ext cx="1920240" cy="224677"/>
          </a:xfrm>
          <a:prstGeom prst="rect">
            <a:avLst/>
          </a:prstGeom>
          <a:noFill/>
        </p:spPr>
        <p:txBody>
          <a:bodyPr wrap="square" lIns="27432" tIns="27432" rIns="27432" bIns="27432" anchor="ctr">
            <a:spAutoFit/>
          </a:bodyPr>
          <a:lstStyle/>
          <a:p>
            <a:pPr algn="ctr">
              <a:spcAft>
                <a:spcPts val="0"/>
              </a:spcAft>
            </a:pPr>
            <a:r>
              <a:rPr sz="1100" b="0">
                <a:solidFill>
                  <a:srgbClr val="68788D"/>
                </a:solidFill>
                <a:latin typeface="Aptos"/>
              </a:rPr>
              <a:t>owner_id ? details ? image</a:t>
            </a:r>
          </a:p>
        </p:txBody>
      </p:sp>
      <p:sp>
        <p:nvSpPr>
          <p:cNvPr id="28" name="Rounded Rectangle 27"/>
          <p:cNvSpPr/>
          <p:nvPr/>
        </p:nvSpPr>
        <p:spPr>
          <a:xfrm>
            <a:off x="8613648" y="4517136"/>
            <a:ext cx="2331720" cy="950976"/>
          </a:xfrm>
          <a:prstGeom prst="roundRect">
            <a:avLst/>
          </a:prstGeom>
          <a:solidFill>
            <a:srgbClr val="FFF4E2"/>
          </a:solidFill>
          <a:ln w="12700">
            <a:solidFill>
              <a:srgbClr val="D9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9" name="TextBox 28"/>
          <p:cNvSpPr txBox="1"/>
          <p:nvPr/>
        </p:nvSpPr>
        <p:spPr>
          <a:xfrm>
            <a:off x="8796528" y="4609869"/>
            <a:ext cx="1920240" cy="363176"/>
          </a:xfrm>
          <a:prstGeom prst="rect">
            <a:avLst/>
          </a:prstGeom>
          <a:noFill/>
        </p:spPr>
        <p:txBody>
          <a:bodyPr wrap="square" lIns="27432" tIns="27432" rIns="27432" bIns="27432" anchor="ctr">
            <a:spAutoFit/>
          </a:bodyPr>
          <a:lstStyle/>
          <a:p>
            <a:pPr algn="ctr">
              <a:spcAft>
                <a:spcPts val="0"/>
              </a:spcAft>
            </a:pPr>
            <a:r>
              <a:rPr sz="2000" b="1">
                <a:solidFill>
                  <a:srgbClr val="B97819"/>
                </a:solidFill>
                <a:latin typeface="Aptos"/>
              </a:rPr>
              <a:t>journal</a:t>
            </a:r>
          </a:p>
        </p:txBody>
      </p:sp>
      <p:sp>
        <p:nvSpPr>
          <p:cNvPr id="30" name="TextBox 29"/>
          <p:cNvSpPr txBox="1"/>
          <p:nvPr/>
        </p:nvSpPr>
        <p:spPr>
          <a:xfrm>
            <a:off x="8796528" y="5003005"/>
            <a:ext cx="1920240" cy="216982"/>
          </a:xfrm>
          <a:prstGeom prst="rect">
            <a:avLst/>
          </a:prstGeom>
          <a:noFill/>
        </p:spPr>
        <p:txBody>
          <a:bodyPr wrap="square" lIns="27432" tIns="27432" rIns="27432" bIns="27432" anchor="ctr">
            <a:spAutoFit/>
          </a:bodyPr>
          <a:lstStyle/>
          <a:p>
            <a:pPr algn="ctr">
              <a:spcAft>
                <a:spcPts val="0"/>
              </a:spcAft>
            </a:pPr>
            <a:r>
              <a:rPr sz="1050" b="0">
                <a:solidFill>
                  <a:srgbClr val="68788D"/>
                </a:solidFill>
                <a:latin typeface="Aptos"/>
              </a:rPr>
              <a:t>pet_id ? activity ? date ? notes</a:t>
            </a:r>
          </a:p>
        </p:txBody>
      </p:sp>
      <p:cxnSp>
        <p:nvCxnSpPr>
          <p:cNvPr id="31" name="Connector 30"/>
          <p:cNvCxnSpPr/>
          <p:nvPr/>
        </p:nvCxnSpPr>
        <p:spPr>
          <a:xfrm>
            <a:off x="3337560" y="4974336"/>
            <a:ext cx="1280160" cy="0"/>
          </a:xfrm>
          <a:prstGeom prst="line">
            <a:avLst/>
          </a:prstGeom>
          <a:ln w="25400">
            <a:solidFill>
              <a:srgbClr val="3D76F6"/>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3429000" y="4650961"/>
            <a:ext cx="1097280" cy="216982"/>
          </a:xfrm>
          <a:prstGeom prst="rect">
            <a:avLst/>
          </a:prstGeom>
          <a:noFill/>
        </p:spPr>
        <p:txBody>
          <a:bodyPr wrap="square" lIns="27432" tIns="27432" rIns="27432" bIns="27432" anchor="ctr">
            <a:spAutoFit/>
          </a:bodyPr>
          <a:lstStyle/>
          <a:p>
            <a:pPr algn="ctr">
              <a:spcAft>
                <a:spcPts val="0"/>
              </a:spcAft>
            </a:pPr>
            <a:r>
              <a:rPr sz="1050" b="1">
                <a:solidFill>
                  <a:srgbClr val="68788D"/>
                </a:solidFill>
                <a:latin typeface="Aptos"/>
              </a:rPr>
              <a:t>1 : many</a:t>
            </a:r>
          </a:p>
        </p:txBody>
      </p:sp>
      <p:cxnSp>
        <p:nvCxnSpPr>
          <p:cNvPr id="33" name="Connector 32"/>
          <p:cNvCxnSpPr/>
          <p:nvPr/>
        </p:nvCxnSpPr>
        <p:spPr>
          <a:xfrm>
            <a:off x="7187184" y="4974336"/>
            <a:ext cx="1271016" cy="0"/>
          </a:xfrm>
          <a:prstGeom prst="line">
            <a:avLst/>
          </a:prstGeom>
          <a:ln w="25400">
            <a:solidFill>
              <a:srgbClr val="16A98A"/>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7269480" y="4650961"/>
            <a:ext cx="1097280" cy="216982"/>
          </a:xfrm>
          <a:prstGeom prst="rect">
            <a:avLst/>
          </a:prstGeom>
          <a:noFill/>
        </p:spPr>
        <p:txBody>
          <a:bodyPr wrap="square" lIns="27432" tIns="27432" rIns="27432" bIns="27432" anchor="ctr">
            <a:spAutoFit/>
          </a:bodyPr>
          <a:lstStyle/>
          <a:p>
            <a:pPr algn="ctr">
              <a:spcAft>
                <a:spcPts val="0"/>
              </a:spcAft>
            </a:pPr>
            <a:r>
              <a:rPr sz="1050" b="1">
                <a:solidFill>
                  <a:srgbClr val="68788D"/>
                </a:solidFill>
                <a:latin typeface="Aptos"/>
              </a:rPr>
              <a:t>1 : many</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Title 27">
            <a:extLst>
              <a:ext uri="{FF2B5EF4-FFF2-40B4-BE49-F238E27FC236}">
                <a16:creationId xmlns:a16="http://schemas.microsoft.com/office/drawing/2014/main" id="{0B86B3D1-8C70-248B-476A-52640451589D}"/>
              </a:ext>
            </a:extLst>
          </p:cNvPr>
          <p:cNvSpPr>
            <a:spLocks noGrp="1"/>
          </p:cNvSpPr>
          <p:nvPr>
            <p:ph type="title"/>
          </p:nvPr>
        </p:nvSpPr>
        <p:spPr/>
        <p:txBody>
          <a:bodyPr/>
          <a:lstStyle/>
          <a:p>
            <a:r>
              <a:rPr lang="en-US" dirty="0" err="1"/>
              <a:t>PetCareApp</a:t>
            </a:r>
            <a:r>
              <a:rPr lang="en-US" dirty="0"/>
              <a:t> Walkthrough - Signup</a:t>
            </a:r>
            <a:endParaRPr lang="en-SG" dirty="0"/>
          </a:p>
        </p:txBody>
      </p:sp>
      <p:sp>
        <p:nvSpPr>
          <p:cNvPr id="4" name="TextBox 3"/>
          <p:cNvSpPr txBox="1"/>
          <p:nvPr/>
        </p:nvSpPr>
        <p:spPr>
          <a:xfrm>
            <a:off x="676656" y="1298448"/>
            <a:ext cx="10607040" cy="365760"/>
          </a:xfrm>
          <a:prstGeom prst="rect">
            <a:avLst/>
          </a:prstGeom>
          <a:noFill/>
        </p:spPr>
        <p:txBody>
          <a:bodyPr wrap="square" lIns="27432" tIns="27432" rIns="27432" bIns="27432" anchor="ctr">
            <a:spAutoFit/>
          </a:bodyPr>
          <a:lstStyle/>
          <a:p>
            <a:pPr algn="l">
              <a:spcAft>
                <a:spcPts val="0"/>
              </a:spcAft>
            </a:pPr>
            <a:r>
              <a:rPr sz="1200" b="0" dirty="0">
                <a:solidFill>
                  <a:srgbClr val="68788D"/>
                </a:solidFill>
                <a:latin typeface="Aptos"/>
              </a:rPr>
              <a:t>Signup collects account details, role, pet attributes, and an optional image upload.</a:t>
            </a:r>
          </a:p>
        </p:txBody>
      </p:sp>
      <p:sp>
        <p:nvSpPr>
          <p:cNvPr id="5" name="Rounded Rectangle 4"/>
          <p:cNvSpPr/>
          <p:nvPr/>
        </p:nvSpPr>
        <p:spPr>
          <a:xfrm>
            <a:off x="658368" y="1773936"/>
            <a:ext cx="3886200" cy="4315968"/>
          </a:xfrm>
          <a:prstGeom prst="roundRect">
            <a:avLst/>
          </a:prstGeom>
          <a:solidFill>
            <a:srgbClr val="FFFFFF"/>
          </a:solidFill>
          <a:ln w="12700">
            <a:solidFill>
              <a:srgbClr val="D9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pic>
        <p:nvPicPr>
          <p:cNvPr id="6" name="Picture 5" descr="signup-crop.png"/>
          <p:cNvPicPr>
            <a:picLocks noChangeAspect="1"/>
          </p:cNvPicPr>
          <p:nvPr/>
        </p:nvPicPr>
        <p:blipFill>
          <a:blip r:embed="rId3"/>
          <a:stretch>
            <a:fillRect/>
          </a:stretch>
        </p:blipFill>
        <p:spPr>
          <a:xfrm>
            <a:off x="1353215" y="1901952"/>
            <a:ext cx="2487361" cy="4041648"/>
          </a:xfrm>
          <a:prstGeom prst="rect">
            <a:avLst/>
          </a:prstGeom>
        </p:spPr>
      </p:pic>
      <p:sp>
        <p:nvSpPr>
          <p:cNvPr id="7" name="TextBox 6"/>
          <p:cNvSpPr txBox="1"/>
          <p:nvPr/>
        </p:nvSpPr>
        <p:spPr>
          <a:xfrm>
            <a:off x="795527" y="6199632"/>
            <a:ext cx="3602736" cy="209288"/>
          </a:xfrm>
          <a:prstGeom prst="rect">
            <a:avLst/>
          </a:prstGeom>
          <a:noFill/>
        </p:spPr>
        <p:txBody>
          <a:bodyPr wrap="square" lIns="27432" tIns="27432" rIns="27432" bIns="27432" anchor="ctr">
            <a:spAutoFit/>
          </a:bodyPr>
          <a:lstStyle/>
          <a:p>
            <a:pPr algn="ctr">
              <a:spcAft>
                <a:spcPts val="0"/>
              </a:spcAft>
            </a:pPr>
            <a:r>
              <a:rPr sz="1000" b="1" dirty="0">
                <a:solidFill>
                  <a:srgbClr val="68788D"/>
                </a:solidFill>
                <a:latin typeface="Aptos"/>
              </a:rPr>
              <a:t>SIGNUP FORM</a:t>
            </a:r>
          </a:p>
        </p:txBody>
      </p:sp>
      <p:sp>
        <p:nvSpPr>
          <p:cNvPr id="8" name="Oval 7"/>
          <p:cNvSpPr/>
          <p:nvPr/>
        </p:nvSpPr>
        <p:spPr>
          <a:xfrm>
            <a:off x="5084064" y="2148839"/>
            <a:ext cx="100584" cy="100584"/>
          </a:xfrm>
          <a:prstGeom prst="ellipse">
            <a:avLst/>
          </a:prstGeom>
          <a:solidFill>
            <a:srgbClr val="3D7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9" name="TextBox 8"/>
          <p:cNvSpPr txBox="1"/>
          <p:nvPr/>
        </p:nvSpPr>
        <p:spPr>
          <a:xfrm>
            <a:off x="5294376" y="2043749"/>
            <a:ext cx="2615184" cy="301621"/>
          </a:xfrm>
          <a:prstGeom prst="rect">
            <a:avLst/>
          </a:prstGeom>
          <a:noFill/>
        </p:spPr>
        <p:txBody>
          <a:bodyPr wrap="square" lIns="27432" tIns="27432" rIns="27432" bIns="27432" anchor="ctr">
            <a:spAutoFit/>
          </a:bodyPr>
          <a:lstStyle/>
          <a:p>
            <a:pPr algn="l">
              <a:spcAft>
                <a:spcPts val="0"/>
              </a:spcAft>
            </a:pPr>
            <a:r>
              <a:rPr sz="1600" b="1">
                <a:solidFill>
                  <a:srgbClr val="17283D"/>
                </a:solidFill>
                <a:latin typeface="Aptos"/>
              </a:rPr>
              <a:t>Account fields</a:t>
            </a:r>
          </a:p>
        </p:txBody>
      </p:sp>
      <p:sp>
        <p:nvSpPr>
          <p:cNvPr id="10" name="TextBox 9"/>
          <p:cNvSpPr txBox="1"/>
          <p:nvPr/>
        </p:nvSpPr>
        <p:spPr>
          <a:xfrm>
            <a:off x="5294376" y="2359151"/>
            <a:ext cx="2615184" cy="393954"/>
          </a:xfrm>
          <a:prstGeom prst="rect">
            <a:avLst/>
          </a:prstGeom>
          <a:noFill/>
        </p:spPr>
        <p:txBody>
          <a:bodyPr wrap="square" lIns="27432" tIns="27432" rIns="27432" bIns="27432" anchor="t">
            <a:spAutoFit/>
          </a:bodyPr>
          <a:lstStyle/>
          <a:p>
            <a:pPr algn="l">
              <a:spcAft>
                <a:spcPts val="0"/>
              </a:spcAft>
            </a:pPr>
            <a:r>
              <a:rPr sz="1100" b="0">
                <a:solidFill>
                  <a:srgbClr val="68788D"/>
                </a:solidFill>
                <a:latin typeface="Aptos"/>
              </a:rPr>
              <a:t>Username, password, display name, and role.</a:t>
            </a:r>
          </a:p>
        </p:txBody>
      </p:sp>
      <p:sp>
        <p:nvSpPr>
          <p:cNvPr id="11" name="Oval 10"/>
          <p:cNvSpPr/>
          <p:nvPr/>
        </p:nvSpPr>
        <p:spPr>
          <a:xfrm>
            <a:off x="5084064" y="3136391"/>
            <a:ext cx="100584" cy="100584"/>
          </a:xfrm>
          <a:prstGeom prst="ellipse">
            <a:avLst/>
          </a:prstGeom>
          <a:solidFill>
            <a:srgbClr val="16A9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2" name="TextBox 11"/>
          <p:cNvSpPr txBox="1"/>
          <p:nvPr/>
        </p:nvSpPr>
        <p:spPr>
          <a:xfrm>
            <a:off x="5294376" y="3031302"/>
            <a:ext cx="2615184" cy="301621"/>
          </a:xfrm>
          <a:prstGeom prst="rect">
            <a:avLst/>
          </a:prstGeom>
          <a:noFill/>
        </p:spPr>
        <p:txBody>
          <a:bodyPr wrap="square" lIns="27432" tIns="27432" rIns="27432" bIns="27432" anchor="ctr">
            <a:spAutoFit/>
          </a:bodyPr>
          <a:lstStyle/>
          <a:p>
            <a:pPr algn="l">
              <a:spcAft>
                <a:spcPts val="0"/>
              </a:spcAft>
            </a:pPr>
            <a:r>
              <a:rPr sz="1600" b="1">
                <a:solidFill>
                  <a:srgbClr val="17283D"/>
                </a:solidFill>
                <a:latin typeface="Aptos"/>
              </a:rPr>
              <a:t>Initial pet</a:t>
            </a:r>
          </a:p>
        </p:txBody>
      </p:sp>
      <p:sp>
        <p:nvSpPr>
          <p:cNvPr id="13" name="TextBox 12"/>
          <p:cNvSpPr txBox="1"/>
          <p:nvPr/>
        </p:nvSpPr>
        <p:spPr>
          <a:xfrm>
            <a:off x="5294376" y="3346703"/>
            <a:ext cx="2615184" cy="393954"/>
          </a:xfrm>
          <a:prstGeom prst="rect">
            <a:avLst/>
          </a:prstGeom>
          <a:noFill/>
        </p:spPr>
        <p:txBody>
          <a:bodyPr wrap="square" lIns="27432" tIns="27432" rIns="27432" bIns="27432" anchor="t">
            <a:spAutoFit/>
          </a:bodyPr>
          <a:lstStyle/>
          <a:p>
            <a:pPr algn="l">
              <a:spcAft>
                <a:spcPts val="0"/>
              </a:spcAft>
            </a:pPr>
            <a:r>
              <a:rPr sz="1100" b="0">
                <a:solidFill>
                  <a:srgbClr val="68788D"/>
                </a:solidFill>
                <a:latin typeface="Aptos"/>
              </a:rPr>
              <a:t>Pet name, species, breed, age, and optional photo.</a:t>
            </a:r>
          </a:p>
        </p:txBody>
      </p:sp>
      <p:sp>
        <p:nvSpPr>
          <p:cNvPr id="14" name="Oval 13"/>
          <p:cNvSpPr/>
          <p:nvPr/>
        </p:nvSpPr>
        <p:spPr>
          <a:xfrm>
            <a:off x="5084064" y="4123944"/>
            <a:ext cx="100584" cy="100584"/>
          </a:xfrm>
          <a:prstGeom prst="ellipse">
            <a:avLst/>
          </a:prstGeom>
          <a:solidFill>
            <a:srgbClr val="F2A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5" name="TextBox 14"/>
          <p:cNvSpPr txBox="1"/>
          <p:nvPr/>
        </p:nvSpPr>
        <p:spPr>
          <a:xfrm>
            <a:off x="5294376" y="4018854"/>
            <a:ext cx="2615184" cy="301621"/>
          </a:xfrm>
          <a:prstGeom prst="rect">
            <a:avLst/>
          </a:prstGeom>
          <a:noFill/>
        </p:spPr>
        <p:txBody>
          <a:bodyPr wrap="square" lIns="27432" tIns="27432" rIns="27432" bIns="27432" anchor="ctr">
            <a:spAutoFit/>
          </a:bodyPr>
          <a:lstStyle/>
          <a:p>
            <a:pPr algn="l">
              <a:spcAft>
                <a:spcPts val="0"/>
              </a:spcAft>
            </a:pPr>
            <a:r>
              <a:rPr sz="1600" b="1">
                <a:solidFill>
                  <a:srgbClr val="17283D"/>
                </a:solidFill>
                <a:latin typeface="Aptos"/>
              </a:rPr>
              <a:t>Upload path</a:t>
            </a:r>
          </a:p>
        </p:txBody>
      </p:sp>
      <p:sp>
        <p:nvSpPr>
          <p:cNvPr id="16" name="TextBox 15"/>
          <p:cNvSpPr txBox="1"/>
          <p:nvPr/>
        </p:nvSpPr>
        <p:spPr>
          <a:xfrm>
            <a:off x="5294376" y="4334256"/>
            <a:ext cx="2615184" cy="393954"/>
          </a:xfrm>
          <a:prstGeom prst="rect">
            <a:avLst/>
          </a:prstGeom>
          <a:noFill/>
        </p:spPr>
        <p:txBody>
          <a:bodyPr wrap="square" lIns="27432" tIns="27432" rIns="27432" bIns="27432" anchor="t">
            <a:spAutoFit/>
          </a:bodyPr>
          <a:lstStyle/>
          <a:p>
            <a:pPr algn="l">
              <a:spcAft>
                <a:spcPts val="0"/>
              </a:spcAft>
            </a:pPr>
            <a:r>
              <a:rPr sz="1100" b="0">
                <a:solidFill>
                  <a:srgbClr val="68788D"/>
                </a:solidFill>
                <a:latin typeface="Aptos"/>
              </a:rPr>
              <a:t>Multer saves the image file; the pet row stores its filename.</a:t>
            </a:r>
          </a:p>
        </p:txBody>
      </p:sp>
      <p:sp>
        <p:nvSpPr>
          <p:cNvPr id="17" name="Rounded Rectangle 16"/>
          <p:cNvSpPr/>
          <p:nvPr/>
        </p:nvSpPr>
        <p:spPr>
          <a:xfrm>
            <a:off x="8266175" y="1901952"/>
            <a:ext cx="3163824" cy="3602736"/>
          </a:xfrm>
          <a:prstGeom prst="roundRect">
            <a:avLst/>
          </a:prstGeom>
          <a:solidFill>
            <a:srgbClr val="1422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8" name="TextBox 17"/>
          <p:cNvSpPr txBox="1"/>
          <p:nvPr/>
        </p:nvSpPr>
        <p:spPr>
          <a:xfrm>
            <a:off x="8595360" y="2246814"/>
            <a:ext cx="2423160" cy="224677"/>
          </a:xfrm>
          <a:prstGeom prst="rect">
            <a:avLst/>
          </a:prstGeom>
          <a:noFill/>
        </p:spPr>
        <p:txBody>
          <a:bodyPr wrap="square" lIns="27432" tIns="27432" rIns="27432" bIns="27432" anchor="ctr">
            <a:spAutoFit/>
          </a:bodyPr>
          <a:lstStyle/>
          <a:p>
            <a:pPr algn="ctr">
              <a:spcAft>
                <a:spcPts val="0"/>
              </a:spcAft>
            </a:pPr>
            <a:r>
              <a:rPr sz="1100" b="1">
                <a:solidFill>
                  <a:srgbClr val="68D5BE"/>
                </a:solidFill>
                <a:latin typeface="Aptos"/>
              </a:rPr>
              <a:t>FLOW</a:t>
            </a:r>
          </a:p>
        </p:txBody>
      </p:sp>
      <p:sp>
        <p:nvSpPr>
          <p:cNvPr id="19" name="TextBox 18"/>
          <p:cNvSpPr txBox="1"/>
          <p:nvPr/>
        </p:nvSpPr>
        <p:spPr>
          <a:xfrm>
            <a:off x="8558784" y="2741592"/>
            <a:ext cx="2468880" cy="332399"/>
          </a:xfrm>
          <a:prstGeom prst="rect">
            <a:avLst/>
          </a:prstGeom>
          <a:noFill/>
        </p:spPr>
        <p:txBody>
          <a:bodyPr wrap="square" lIns="27432" tIns="27432" rIns="27432" bIns="27432" anchor="ctr">
            <a:spAutoFit/>
          </a:bodyPr>
          <a:lstStyle/>
          <a:p>
            <a:pPr algn="ctr">
              <a:spcAft>
                <a:spcPts val="0"/>
              </a:spcAft>
            </a:pPr>
            <a:r>
              <a:rPr b="1">
                <a:solidFill>
                  <a:srgbClr val="FFFFFF"/>
                </a:solidFill>
                <a:latin typeface="Aptos"/>
              </a:rPr>
              <a:t>Form submit</a:t>
            </a:r>
          </a:p>
        </p:txBody>
      </p:sp>
      <p:cxnSp>
        <p:nvCxnSpPr>
          <p:cNvPr id="20" name="Connector 19"/>
          <p:cNvCxnSpPr/>
          <p:nvPr/>
        </p:nvCxnSpPr>
        <p:spPr>
          <a:xfrm>
            <a:off x="9765792" y="3108960"/>
            <a:ext cx="0" cy="438912"/>
          </a:xfrm>
          <a:prstGeom prst="line">
            <a:avLst/>
          </a:prstGeom>
          <a:ln w="25400">
            <a:solidFill>
              <a:srgbClr val="68D5BE"/>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8558784" y="3601128"/>
            <a:ext cx="2468880" cy="332399"/>
          </a:xfrm>
          <a:prstGeom prst="rect">
            <a:avLst/>
          </a:prstGeom>
          <a:noFill/>
        </p:spPr>
        <p:txBody>
          <a:bodyPr wrap="square" lIns="27432" tIns="27432" rIns="27432" bIns="27432" anchor="ctr">
            <a:spAutoFit/>
          </a:bodyPr>
          <a:lstStyle/>
          <a:p>
            <a:pPr algn="ctr">
              <a:spcAft>
                <a:spcPts val="0"/>
              </a:spcAft>
            </a:pPr>
            <a:r>
              <a:rPr b="1">
                <a:solidFill>
                  <a:srgbClr val="FFFFFF"/>
                </a:solidFill>
                <a:latin typeface="Aptos"/>
              </a:rPr>
              <a:t>Insert user</a:t>
            </a:r>
          </a:p>
        </p:txBody>
      </p:sp>
      <p:cxnSp>
        <p:nvCxnSpPr>
          <p:cNvPr id="22" name="Connector 21"/>
          <p:cNvCxnSpPr/>
          <p:nvPr/>
        </p:nvCxnSpPr>
        <p:spPr>
          <a:xfrm>
            <a:off x="9765792" y="3968496"/>
            <a:ext cx="0" cy="438912"/>
          </a:xfrm>
          <a:prstGeom prst="line">
            <a:avLst/>
          </a:prstGeom>
          <a:ln w="25400">
            <a:solidFill>
              <a:srgbClr val="68D5BE"/>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8558784" y="4460664"/>
            <a:ext cx="2468880" cy="332399"/>
          </a:xfrm>
          <a:prstGeom prst="rect">
            <a:avLst/>
          </a:prstGeom>
          <a:noFill/>
        </p:spPr>
        <p:txBody>
          <a:bodyPr wrap="square" lIns="27432" tIns="27432" rIns="27432" bIns="27432" anchor="ctr">
            <a:spAutoFit/>
          </a:bodyPr>
          <a:lstStyle/>
          <a:p>
            <a:pPr algn="ctr">
              <a:spcAft>
                <a:spcPts val="0"/>
              </a:spcAft>
            </a:pPr>
            <a:r>
              <a:rPr b="1">
                <a:solidFill>
                  <a:srgbClr val="FFFFFF"/>
                </a:solidFill>
                <a:latin typeface="Aptos"/>
              </a:rPr>
              <a:t>Insert first pet</a:t>
            </a:r>
          </a:p>
        </p:txBody>
      </p:sp>
      <p:sp>
        <p:nvSpPr>
          <p:cNvPr id="24" name="TextBox 23"/>
          <p:cNvSpPr txBox="1"/>
          <p:nvPr/>
        </p:nvSpPr>
        <p:spPr>
          <a:xfrm>
            <a:off x="8503920" y="5085301"/>
            <a:ext cx="2560320" cy="216982"/>
          </a:xfrm>
          <a:prstGeom prst="rect">
            <a:avLst/>
          </a:prstGeom>
          <a:noFill/>
        </p:spPr>
        <p:txBody>
          <a:bodyPr wrap="square" lIns="27432" tIns="27432" rIns="27432" bIns="27432" anchor="ctr">
            <a:spAutoFit/>
          </a:bodyPr>
          <a:lstStyle/>
          <a:p>
            <a:pPr algn="ctr">
              <a:spcAft>
                <a:spcPts val="0"/>
              </a:spcAft>
            </a:pPr>
            <a:r>
              <a:rPr sz="1050" b="0">
                <a:solidFill>
                  <a:srgbClr val="B4C3D5"/>
                </a:solidFill>
                <a:latin typeface="Aptos"/>
              </a:rPr>
              <a:t>Then redirect to login.</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76656" y="1298448"/>
            <a:ext cx="10607040" cy="365760"/>
          </a:xfrm>
          <a:prstGeom prst="rect">
            <a:avLst/>
          </a:prstGeom>
          <a:noFill/>
        </p:spPr>
        <p:txBody>
          <a:bodyPr wrap="square" lIns="27432" tIns="27432" rIns="27432" bIns="27432" anchor="ctr">
            <a:spAutoFit/>
          </a:bodyPr>
          <a:lstStyle/>
          <a:p>
            <a:pPr algn="l">
              <a:spcAft>
                <a:spcPts val="0"/>
              </a:spcAft>
            </a:pPr>
            <a:r>
              <a:rPr sz="1200" b="0">
                <a:solidFill>
                  <a:srgbClr val="68788D"/>
                </a:solidFill>
                <a:latin typeface="Aptos"/>
              </a:rPr>
              <a:t>Choose a pet to see its profile and matching records; search can narrow by activity or notes.</a:t>
            </a:r>
          </a:p>
        </p:txBody>
      </p:sp>
      <p:sp>
        <p:nvSpPr>
          <p:cNvPr id="5" name="Rounded Rectangle 4"/>
          <p:cNvSpPr/>
          <p:nvPr/>
        </p:nvSpPr>
        <p:spPr>
          <a:xfrm>
            <a:off x="676656" y="1755648"/>
            <a:ext cx="4681728" cy="4480560"/>
          </a:xfrm>
          <a:prstGeom prst="roundRect">
            <a:avLst/>
          </a:prstGeom>
          <a:solidFill>
            <a:srgbClr val="FFFFFF"/>
          </a:solidFill>
          <a:ln w="12700">
            <a:solidFill>
              <a:srgbClr val="D9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pic>
        <p:nvPicPr>
          <p:cNvPr id="6" name="Picture 5" descr="journals-crop.png"/>
          <p:cNvPicPr>
            <a:picLocks noChangeAspect="1"/>
          </p:cNvPicPr>
          <p:nvPr/>
        </p:nvPicPr>
        <p:blipFill>
          <a:blip r:embed="rId3"/>
          <a:stretch>
            <a:fillRect/>
          </a:stretch>
        </p:blipFill>
        <p:spPr>
          <a:xfrm>
            <a:off x="1638580" y="1901952"/>
            <a:ext cx="2757878" cy="4160520"/>
          </a:xfrm>
          <a:prstGeom prst="rect">
            <a:avLst/>
          </a:prstGeom>
        </p:spPr>
      </p:pic>
      <p:sp>
        <p:nvSpPr>
          <p:cNvPr id="7" name="TextBox 6"/>
          <p:cNvSpPr txBox="1"/>
          <p:nvPr/>
        </p:nvSpPr>
        <p:spPr>
          <a:xfrm>
            <a:off x="914400" y="6040125"/>
            <a:ext cx="4206240" cy="209288"/>
          </a:xfrm>
          <a:prstGeom prst="rect">
            <a:avLst/>
          </a:prstGeom>
          <a:noFill/>
        </p:spPr>
        <p:txBody>
          <a:bodyPr wrap="square" lIns="27432" tIns="27432" rIns="27432" bIns="27432" anchor="ctr">
            <a:spAutoFit/>
          </a:bodyPr>
          <a:lstStyle/>
          <a:p>
            <a:pPr algn="ctr">
              <a:spcAft>
                <a:spcPts val="0"/>
              </a:spcAft>
            </a:pPr>
            <a:r>
              <a:rPr sz="1000" b="1" dirty="0">
                <a:solidFill>
                  <a:srgbClr val="68788D"/>
                </a:solidFill>
                <a:latin typeface="Aptos"/>
              </a:rPr>
              <a:t>JOURNAL LIST</a:t>
            </a:r>
          </a:p>
        </p:txBody>
      </p:sp>
      <p:sp>
        <p:nvSpPr>
          <p:cNvPr id="8" name="Oval 7"/>
          <p:cNvSpPr/>
          <p:nvPr/>
        </p:nvSpPr>
        <p:spPr>
          <a:xfrm>
            <a:off x="5806440" y="2112264"/>
            <a:ext cx="100584" cy="100584"/>
          </a:xfrm>
          <a:prstGeom prst="ellipse">
            <a:avLst/>
          </a:prstGeom>
          <a:solidFill>
            <a:srgbClr val="3D7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9" name="TextBox 8"/>
          <p:cNvSpPr txBox="1"/>
          <p:nvPr/>
        </p:nvSpPr>
        <p:spPr>
          <a:xfrm>
            <a:off x="6016752" y="2007174"/>
            <a:ext cx="5175504" cy="301621"/>
          </a:xfrm>
          <a:prstGeom prst="rect">
            <a:avLst/>
          </a:prstGeom>
          <a:noFill/>
        </p:spPr>
        <p:txBody>
          <a:bodyPr wrap="square" lIns="27432" tIns="27432" rIns="27432" bIns="27432" anchor="ctr">
            <a:spAutoFit/>
          </a:bodyPr>
          <a:lstStyle/>
          <a:p>
            <a:pPr algn="l">
              <a:spcAft>
                <a:spcPts val="0"/>
              </a:spcAft>
            </a:pPr>
            <a:r>
              <a:rPr sz="1600" b="1">
                <a:solidFill>
                  <a:srgbClr val="17283D"/>
                </a:solidFill>
                <a:latin typeface="Aptos"/>
              </a:rPr>
              <a:t>Pet selector</a:t>
            </a:r>
          </a:p>
        </p:txBody>
      </p:sp>
      <p:sp>
        <p:nvSpPr>
          <p:cNvPr id="10" name="TextBox 9"/>
          <p:cNvSpPr txBox="1"/>
          <p:nvPr/>
        </p:nvSpPr>
        <p:spPr>
          <a:xfrm>
            <a:off x="6016752" y="2322576"/>
            <a:ext cx="5175504" cy="224677"/>
          </a:xfrm>
          <a:prstGeom prst="rect">
            <a:avLst/>
          </a:prstGeom>
          <a:noFill/>
        </p:spPr>
        <p:txBody>
          <a:bodyPr wrap="square" lIns="27432" tIns="27432" rIns="27432" bIns="27432" anchor="t">
            <a:spAutoFit/>
          </a:bodyPr>
          <a:lstStyle/>
          <a:p>
            <a:pPr algn="l">
              <a:spcAft>
                <a:spcPts val="0"/>
              </a:spcAft>
            </a:pPr>
            <a:r>
              <a:rPr sz="1100" b="0">
                <a:solidFill>
                  <a:srgbClr val="68788D"/>
                </a:solidFill>
                <a:latin typeface="Aptos"/>
              </a:rPr>
              <a:t>Switch between pets owned by the signed-in user.</a:t>
            </a:r>
          </a:p>
        </p:txBody>
      </p:sp>
      <p:sp>
        <p:nvSpPr>
          <p:cNvPr id="11" name="Oval 10"/>
          <p:cNvSpPr/>
          <p:nvPr/>
        </p:nvSpPr>
        <p:spPr>
          <a:xfrm>
            <a:off x="5806440" y="3081527"/>
            <a:ext cx="100584" cy="100584"/>
          </a:xfrm>
          <a:prstGeom prst="ellipse">
            <a:avLst/>
          </a:prstGeom>
          <a:solidFill>
            <a:srgbClr val="16A9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2" name="TextBox 11"/>
          <p:cNvSpPr txBox="1"/>
          <p:nvPr/>
        </p:nvSpPr>
        <p:spPr>
          <a:xfrm>
            <a:off x="6016752" y="2976438"/>
            <a:ext cx="5175504" cy="301621"/>
          </a:xfrm>
          <a:prstGeom prst="rect">
            <a:avLst/>
          </a:prstGeom>
          <a:noFill/>
        </p:spPr>
        <p:txBody>
          <a:bodyPr wrap="square" lIns="27432" tIns="27432" rIns="27432" bIns="27432" anchor="ctr">
            <a:spAutoFit/>
          </a:bodyPr>
          <a:lstStyle/>
          <a:p>
            <a:pPr algn="l">
              <a:spcAft>
                <a:spcPts val="0"/>
              </a:spcAft>
            </a:pPr>
            <a:r>
              <a:rPr sz="1600" b="1">
                <a:solidFill>
                  <a:srgbClr val="17283D"/>
                </a:solidFill>
                <a:latin typeface="Aptos"/>
              </a:rPr>
              <a:t>Profile card</a:t>
            </a:r>
          </a:p>
        </p:txBody>
      </p:sp>
      <p:sp>
        <p:nvSpPr>
          <p:cNvPr id="13" name="TextBox 12"/>
          <p:cNvSpPr txBox="1"/>
          <p:nvPr/>
        </p:nvSpPr>
        <p:spPr>
          <a:xfrm>
            <a:off x="6016752" y="3291839"/>
            <a:ext cx="5175504" cy="224677"/>
          </a:xfrm>
          <a:prstGeom prst="rect">
            <a:avLst/>
          </a:prstGeom>
          <a:noFill/>
        </p:spPr>
        <p:txBody>
          <a:bodyPr wrap="square" lIns="27432" tIns="27432" rIns="27432" bIns="27432" anchor="t">
            <a:spAutoFit/>
          </a:bodyPr>
          <a:lstStyle/>
          <a:p>
            <a:pPr algn="l">
              <a:spcAft>
                <a:spcPts val="0"/>
              </a:spcAft>
            </a:pPr>
            <a:r>
              <a:rPr sz="1100" b="0">
                <a:solidFill>
                  <a:srgbClr val="68788D"/>
                </a:solidFill>
                <a:latin typeface="Aptos"/>
              </a:rPr>
              <a:t>Display pet image, species, breed, and age.</a:t>
            </a:r>
          </a:p>
        </p:txBody>
      </p:sp>
      <p:sp>
        <p:nvSpPr>
          <p:cNvPr id="14" name="Oval 13"/>
          <p:cNvSpPr/>
          <p:nvPr/>
        </p:nvSpPr>
        <p:spPr>
          <a:xfrm>
            <a:off x="5806440" y="4050791"/>
            <a:ext cx="100584" cy="100584"/>
          </a:xfrm>
          <a:prstGeom prst="ellipse">
            <a:avLst/>
          </a:prstGeom>
          <a:solidFill>
            <a:srgbClr val="F2A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5" name="TextBox 14"/>
          <p:cNvSpPr txBox="1"/>
          <p:nvPr/>
        </p:nvSpPr>
        <p:spPr>
          <a:xfrm>
            <a:off x="6016752" y="3945702"/>
            <a:ext cx="5175504" cy="301621"/>
          </a:xfrm>
          <a:prstGeom prst="rect">
            <a:avLst/>
          </a:prstGeom>
          <a:noFill/>
        </p:spPr>
        <p:txBody>
          <a:bodyPr wrap="square" lIns="27432" tIns="27432" rIns="27432" bIns="27432" anchor="ctr">
            <a:spAutoFit/>
          </a:bodyPr>
          <a:lstStyle/>
          <a:p>
            <a:pPr algn="l">
              <a:spcAft>
                <a:spcPts val="0"/>
              </a:spcAft>
            </a:pPr>
            <a:r>
              <a:rPr sz="1600" b="1">
                <a:solidFill>
                  <a:srgbClr val="17283D"/>
                </a:solidFill>
                <a:latin typeface="Aptos"/>
              </a:rPr>
              <a:t>Search and filter</a:t>
            </a:r>
          </a:p>
        </p:txBody>
      </p:sp>
      <p:sp>
        <p:nvSpPr>
          <p:cNvPr id="16" name="TextBox 15"/>
          <p:cNvSpPr txBox="1"/>
          <p:nvPr/>
        </p:nvSpPr>
        <p:spPr>
          <a:xfrm>
            <a:off x="6016752" y="4261104"/>
            <a:ext cx="5175504" cy="224677"/>
          </a:xfrm>
          <a:prstGeom prst="rect">
            <a:avLst/>
          </a:prstGeom>
          <a:noFill/>
        </p:spPr>
        <p:txBody>
          <a:bodyPr wrap="square" lIns="27432" tIns="27432" rIns="27432" bIns="27432" anchor="t">
            <a:spAutoFit/>
          </a:bodyPr>
          <a:lstStyle/>
          <a:p>
            <a:pPr algn="l">
              <a:spcAft>
                <a:spcPts val="0"/>
              </a:spcAft>
            </a:pPr>
            <a:r>
              <a:rPr sz="1100" b="0">
                <a:solidFill>
                  <a:srgbClr val="68788D"/>
                </a:solidFill>
                <a:latin typeface="Aptos"/>
              </a:rPr>
              <a:t>Search activity/notes; keep the selected pet filter.</a:t>
            </a:r>
          </a:p>
        </p:txBody>
      </p:sp>
      <p:sp>
        <p:nvSpPr>
          <p:cNvPr id="17" name="Oval 16"/>
          <p:cNvSpPr/>
          <p:nvPr/>
        </p:nvSpPr>
        <p:spPr>
          <a:xfrm>
            <a:off x="5806440" y="5020056"/>
            <a:ext cx="100584" cy="100584"/>
          </a:xfrm>
          <a:prstGeom prst="ellipse">
            <a:avLst/>
          </a:prstGeom>
          <a:solidFill>
            <a:srgbClr val="1C9B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8" name="TextBox 17"/>
          <p:cNvSpPr txBox="1"/>
          <p:nvPr/>
        </p:nvSpPr>
        <p:spPr>
          <a:xfrm>
            <a:off x="6016752" y="4914966"/>
            <a:ext cx="5175504" cy="301621"/>
          </a:xfrm>
          <a:prstGeom prst="rect">
            <a:avLst/>
          </a:prstGeom>
          <a:noFill/>
        </p:spPr>
        <p:txBody>
          <a:bodyPr wrap="square" lIns="27432" tIns="27432" rIns="27432" bIns="27432" anchor="ctr">
            <a:spAutoFit/>
          </a:bodyPr>
          <a:lstStyle/>
          <a:p>
            <a:pPr algn="l">
              <a:spcAft>
                <a:spcPts val="0"/>
              </a:spcAft>
            </a:pPr>
            <a:r>
              <a:rPr sz="1600" b="1">
                <a:solidFill>
                  <a:srgbClr val="17283D"/>
                </a:solidFill>
                <a:latin typeface="Aptos"/>
              </a:rPr>
              <a:t>Quick actions</a:t>
            </a:r>
          </a:p>
        </p:txBody>
      </p:sp>
      <p:sp>
        <p:nvSpPr>
          <p:cNvPr id="19" name="TextBox 18"/>
          <p:cNvSpPr txBox="1"/>
          <p:nvPr/>
        </p:nvSpPr>
        <p:spPr>
          <a:xfrm>
            <a:off x="6016752" y="5230368"/>
            <a:ext cx="5175504" cy="224677"/>
          </a:xfrm>
          <a:prstGeom prst="rect">
            <a:avLst/>
          </a:prstGeom>
          <a:noFill/>
        </p:spPr>
        <p:txBody>
          <a:bodyPr wrap="square" lIns="27432" tIns="27432" rIns="27432" bIns="27432" anchor="t">
            <a:spAutoFit/>
          </a:bodyPr>
          <a:lstStyle/>
          <a:p>
            <a:pPr algn="l">
              <a:spcAft>
                <a:spcPts val="0"/>
              </a:spcAft>
            </a:pPr>
            <a:r>
              <a:rPr sz="1100" b="0">
                <a:solidFill>
                  <a:srgbClr val="68788D"/>
                </a:solidFill>
                <a:latin typeface="Aptos"/>
              </a:rPr>
              <a:t>Add an entry or pet; edit/delete listed entries.</a:t>
            </a:r>
          </a:p>
        </p:txBody>
      </p:sp>
      <p:sp>
        <p:nvSpPr>
          <p:cNvPr id="23" name="Title 22">
            <a:extLst>
              <a:ext uri="{FF2B5EF4-FFF2-40B4-BE49-F238E27FC236}">
                <a16:creationId xmlns:a16="http://schemas.microsoft.com/office/drawing/2014/main" id="{F59D1E84-6D66-1B7E-B200-7840A7990B75}"/>
              </a:ext>
            </a:extLst>
          </p:cNvPr>
          <p:cNvSpPr>
            <a:spLocks noGrp="1"/>
          </p:cNvSpPr>
          <p:nvPr>
            <p:ph type="title"/>
          </p:nvPr>
        </p:nvSpPr>
        <p:spPr>
          <a:xfrm>
            <a:off x="546165" y="379538"/>
            <a:ext cx="9695115" cy="1029943"/>
          </a:xfrm>
        </p:spPr>
        <p:txBody>
          <a:bodyPr>
            <a:normAutofit/>
          </a:bodyPr>
          <a:lstStyle/>
          <a:p>
            <a:r>
              <a:rPr lang="en-US" dirty="0" err="1"/>
              <a:t>PetCareApp</a:t>
            </a:r>
            <a:r>
              <a:rPr lang="en-US" dirty="0"/>
              <a:t> Walkthrough - Pet context and journal entries </a:t>
            </a:r>
            <a:endParaRPr lang="en-SG"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76656" y="1330517"/>
            <a:ext cx="10607040" cy="301621"/>
          </a:xfrm>
          <a:prstGeom prst="rect">
            <a:avLst/>
          </a:prstGeom>
          <a:noFill/>
        </p:spPr>
        <p:txBody>
          <a:bodyPr wrap="square" lIns="27432" tIns="27432" rIns="27432" bIns="27432" anchor="ctr">
            <a:spAutoFit/>
          </a:bodyPr>
          <a:lstStyle/>
          <a:p>
            <a:pPr algn="l">
              <a:spcAft>
                <a:spcPts val="0"/>
              </a:spcAft>
            </a:pPr>
            <a:r>
              <a:rPr sz="1600" b="0">
                <a:solidFill>
                  <a:srgbClr val="68788D"/>
                </a:solidFill>
                <a:latin typeface="Aptos"/>
              </a:rPr>
              <a:t>Each entry belongs to a pet and records an activity, date, and optional notes.</a:t>
            </a:r>
          </a:p>
        </p:txBody>
      </p:sp>
      <p:sp>
        <p:nvSpPr>
          <p:cNvPr id="5" name="Rounded Rectangle 4"/>
          <p:cNvSpPr/>
          <p:nvPr/>
        </p:nvSpPr>
        <p:spPr>
          <a:xfrm>
            <a:off x="676656" y="1773936"/>
            <a:ext cx="4608576" cy="4462272"/>
          </a:xfrm>
          <a:prstGeom prst="roundRect">
            <a:avLst/>
          </a:prstGeom>
          <a:solidFill>
            <a:srgbClr val="FFFFFF"/>
          </a:solidFill>
          <a:ln w="12700">
            <a:solidFill>
              <a:srgbClr val="D9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pic>
        <p:nvPicPr>
          <p:cNvPr id="6" name="Picture 5" descr="journal-entry-crop.png"/>
          <p:cNvPicPr>
            <a:picLocks noChangeAspect="1"/>
          </p:cNvPicPr>
          <p:nvPr/>
        </p:nvPicPr>
        <p:blipFill>
          <a:blip r:embed="rId3"/>
          <a:stretch>
            <a:fillRect/>
          </a:stretch>
        </p:blipFill>
        <p:spPr>
          <a:xfrm>
            <a:off x="841248" y="1993715"/>
            <a:ext cx="4279392" cy="3967848"/>
          </a:xfrm>
          <a:prstGeom prst="rect">
            <a:avLst/>
          </a:prstGeom>
        </p:spPr>
      </p:pic>
      <p:sp>
        <p:nvSpPr>
          <p:cNvPr id="7" name="TextBox 6"/>
          <p:cNvSpPr txBox="1"/>
          <p:nvPr/>
        </p:nvSpPr>
        <p:spPr>
          <a:xfrm>
            <a:off x="914400" y="6030981"/>
            <a:ext cx="4114800" cy="209288"/>
          </a:xfrm>
          <a:prstGeom prst="rect">
            <a:avLst/>
          </a:prstGeom>
          <a:noFill/>
        </p:spPr>
        <p:txBody>
          <a:bodyPr wrap="square" lIns="27432" tIns="27432" rIns="27432" bIns="27432" anchor="ctr">
            <a:spAutoFit/>
          </a:bodyPr>
          <a:lstStyle/>
          <a:p>
            <a:pPr algn="ctr">
              <a:spcAft>
                <a:spcPts val="0"/>
              </a:spcAft>
            </a:pPr>
            <a:r>
              <a:rPr sz="1000" b="1" dirty="0">
                <a:solidFill>
                  <a:srgbClr val="68788D"/>
                </a:solidFill>
                <a:latin typeface="Aptos"/>
              </a:rPr>
              <a:t>NEW ENTRY</a:t>
            </a:r>
          </a:p>
        </p:txBody>
      </p:sp>
      <p:sp>
        <p:nvSpPr>
          <p:cNvPr id="8" name="Rounded Rectangle 7"/>
          <p:cNvSpPr/>
          <p:nvPr/>
        </p:nvSpPr>
        <p:spPr>
          <a:xfrm>
            <a:off x="5724144" y="1847088"/>
            <a:ext cx="2560320" cy="1298448"/>
          </a:xfrm>
          <a:prstGeom prst="roundRect">
            <a:avLst/>
          </a:prstGeom>
          <a:solidFill>
            <a:srgbClr val="FFFFFF"/>
          </a:solidFill>
          <a:ln w="12700">
            <a:solidFill>
              <a:srgbClr val="D9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9" name="Rounded Rectangle 8"/>
          <p:cNvSpPr/>
          <p:nvPr/>
        </p:nvSpPr>
        <p:spPr>
          <a:xfrm>
            <a:off x="5879592" y="2029968"/>
            <a:ext cx="64008" cy="932688"/>
          </a:xfrm>
          <a:prstGeom prst="roundRect">
            <a:avLst/>
          </a:prstGeom>
          <a:solidFill>
            <a:srgbClr val="3D7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0" name="TextBox 9"/>
          <p:cNvSpPr txBox="1"/>
          <p:nvPr/>
        </p:nvSpPr>
        <p:spPr>
          <a:xfrm>
            <a:off x="6071616" y="2034605"/>
            <a:ext cx="2048255" cy="301621"/>
          </a:xfrm>
          <a:prstGeom prst="rect">
            <a:avLst/>
          </a:prstGeom>
          <a:noFill/>
        </p:spPr>
        <p:txBody>
          <a:bodyPr wrap="square" lIns="27432" tIns="27432" rIns="27432" bIns="27432" anchor="ctr">
            <a:spAutoFit/>
          </a:bodyPr>
          <a:lstStyle/>
          <a:p>
            <a:pPr algn="l">
              <a:spcAft>
                <a:spcPts val="0"/>
              </a:spcAft>
            </a:pPr>
            <a:r>
              <a:rPr sz="1600" b="1">
                <a:solidFill>
                  <a:srgbClr val="17283D"/>
                </a:solidFill>
                <a:latin typeface="Aptos"/>
              </a:rPr>
              <a:t>Create</a:t>
            </a:r>
          </a:p>
        </p:txBody>
      </p:sp>
      <p:sp>
        <p:nvSpPr>
          <p:cNvPr id="11" name="TextBox 10"/>
          <p:cNvSpPr txBox="1"/>
          <p:nvPr/>
        </p:nvSpPr>
        <p:spPr>
          <a:xfrm>
            <a:off x="6071616" y="2423160"/>
            <a:ext cx="2048255" cy="393954"/>
          </a:xfrm>
          <a:prstGeom prst="rect">
            <a:avLst/>
          </a:prstGeom>
          <a:noFill/>
        </p:spPr>
        <p:txBody>
          <a:bodyPr wrap="square" lIns="27432" tIns="27432" rIns="27432" bIns="27432" anchor="t">
            <a:spAutoFit/>
          </a:bodyPr>
          <a:lstStyle/>
          <a:p>
            <a:pPr algn="l">
              <a:spcAft>
                <a:spcPts val="0"/>
              </a:spcAft>
            </a:pPr>
            <a:r>
              <a:rPr sz="1100" b="0">
                <a:solidFill>
                  <a:srgbClr val="68788D"/>
                </a:solidFill>
                <a:latin typeface="Aptos"/>
              </a:rPr>
              <a:t>Choose pet, date, activity, and notes.</a:t>
            </a:r>
          </a:p>
        </p:txBody>
      </p:sp>
      <p:sp>
        <p:nvSpPr>
          <p:cNvPr id="12" name="Rounded Rectangle 11"/>
          <p:cNvSpPr/>
          <p:nvPr/>
        </p:nvSpPr>
        <p:spPr>
          <a:xfrm>
            <a:off x="8531352" y="1847088"/>
            <a:ext cx="2560320" cy="1298448"/>
          </a:xfrm>
          <a:prstGeom prst="roundRect">
            <a:avLst/>
          </a:prstGeom>
          <a:solidFill>
            <a:srgbClr val="FFFFFF"/>
          </a:solidFill>
          <a:ln w="12700">
            <a:solidFill>
              <a:srgbClr val="D9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3" name="Rounded Rectangle 12"/>
          <p:cNvSpPr/>
          <p:nvPr/>
        </p:nvSpPr>
        <p:spPr>
          <a:xfrm>
            <a:off x="8686800" y="2029968"/>
            <a:ext cx="64008" cy="932688"/>
          </a:xfrm>
          <a:prstGeom prst="roundRect">
            <a:avLst/>
          </a:prstGeom>
          <a:solidFill>
            <a:srgbClr val="16A9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4" name="TextBox 13"/>
          <p:cNvSpPr txBox="1"/>
          <p:nvPr/>
        </p:nvSpPr>
        <p:spPr>
          <a:xfrm>
            <a:off x="8878824" y="2034605"/>
            <a:ext cx="2048255" cy="301621"/>
          </a:xfrm>
          <a:prstGeom prst="rect">
            <a:avLst/>
          </a:prstGeom>
          <a:noFill/>
        </p:spPr>
        <p:txBody>
          <a:bodyPr wrap="square" lIns="27432" tIns="27432" rIns="27432" bIns="27432" anchor="ctr">
            <a:spAutoFit/>
          </a:bodyPr>
          <a:lstStyle/>
          <a:p>
            <a:pPr algn="l">
              <a:spcAft>
                <a:spcPts val="0"/>
              </a:spcAft>
            </a:pPr>
            <a:r>
              <a:rPr sz="1600" b="1">
                <a:solidFill>
                  <a:srgbClr val="17283D"/>
                </a:solidFill>
                <a:latin typeface="Aptos"/>
              </a:rPr>
              <a:t>Read</a:t>
            </a:r>
          </a:p>
        </p:txBody>
      </p:sp>
      <p:sp>
        <p:nvSpPr>
          <p:cNvPr id="15" name="TextBox 14"/>
          <p:cNvSpPr txBox="1"/>
          <p:nvPr/>
        </p:nvSpPr>
        <p:spPr>
          <a:xfrm>
            <a:off x="8878824" y="2423160"/>
            <a:ext cx="2048255" cy="393954"/>
          </a:xfrm>
          <a:prstGeom prst="rect">
            <a:avLst/>
          </a:prstGeom>
          <a:noFill/>
        </p:spPr>
        <p:txBody>
          <a:bodyPr wrap="square" lIns="27432" tIns="27432" rIns="27432" bIns="27432" anchor="t">
            <a:spAutoFit/>
          </a:bodyPr>
          <a:lstStyle/>
          <a:p>
            <a:pPr algn="l">
              <a:spcAft>
                <a:spcPts val="0"/>
              </a:spcAft>
            </a:pPr>
            <a:r>
              <a:rPr sz="1100" b="0">
                <a:solidFill>
                  <a:srgbClr val="68788D"/>
                </a:solidFill>
                <a:latin typeface="Aptos"/>
              </a:rPr>
              <a:t>Journal page loads pet + entry data from MySQL.</a:t>
            </a:r>
          </a:p>
        </p:txBody>
      </p:sp>
      <p:sp>
        <p:nvSpPr>
          <p:cNvPr id="16" name="Rounded Rectangle 15"/>
          <p:cNvSpPr/>
          <p:nvPr/>
        </p:nvSpPr>
        <p:spPr>
          <a:xfrm>
            <a:off x="5724144" y="3410712"/>
            <a:ext cx="2560320" cy="1298448"/>
          </a:xfrm>
          <a:prstGeom prst="roundRect">
            <a:avLst/>
          </a:prstGeom>
          <a:solidFill>
            <a:srgbClr val="FFFFFF"/>
          </a:solidFill>
          <a:ln w="12700">
            <a:solidFill>
              <a:srgbClr val="D9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7" name="Rounded Rectangle 16"/>
          <p:cNvSpPr/>
          <p:nvPr/>
        </p:nvSpPr>
        <p:spPr>
          <a:xfrm>
            <a:off x="5879592" y="3593592"/>
            <a:ext cx="64008" cy="932688"/>
          </a:xfrm>
          <a:prstGeom prst="roundRect">
            <a:avLst/>
          </a:prstGeom>
          <a:solidFill>
            <a:srgbClr val="F2A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8" name="TextBox 17"/>
          <p:cNvSpPr txBox="1"/>
          <p:nvPr/>
        </p:nvSpPr>
        <p:spPr>
          <a:xfrm>
            <a:off x="6071616" y="3598229"/>
            <a:ext cx="2048255" cy="301621"/>
          </a:xfrm>
          <a:prstGeom prst="rect">
            <a:avLst/>
          </a:prstGeom>
          <a:noFill/>
        </p:spPr>
        <p:txBody>
          <a:bodyPr wrap="square" lIns="27432" tIns="27432" rIns="27432" bIns="27432" anchor="ctr">
            <a:spAutoFit/>
          </a:bodyPr>
          <a:lstStyle/>
          <a:p>
            <a:pPr algn="l">
              <a:spcAft>
                <a:spcPts val="0"/>
              </a:spcAft>
            </a:pPr>
            <a:r>
              <a:rPr sz="1600" b="1">
                <a:solidFill>
                  <a:srgbClr val="17283D"/>
                </a:solidFill>
                <a:latin typeface="Aptos"/>
              </a:rPr>
              <a:t>Update</a:t>
            </a:r>
          </a:p>
        </p:txBody>
      </p:sp>
      <p:sp>
        <p:nvSpPr>
          <p:cNvPr id="19" name="TextBox 18"/>
          <p:cNvSpPr txBox="1"/>
          <p:nvPr/>
        </p:nvSpPr>
        <p:spPr>
          <a:xfrm>
            <a:off x="6071616" y="3986784"/>
            <a:ext cx="2048255" cy="393954"/>
          </a:xfrm>
          <a:prstGeom prst="rect">
            <a:avLst/>
          </a:prstGeom>
          <a:noFill/>
        </p:spPr>
        <p:txBody>
          <a:bodyPr wrap="square" lIns="27432" tIns="27432" rIns="27432" bIns="27432" anchor="t">
            <a:spAutoFit/>
          </a:bodyPr>
          <a:lstStyle/>
          <a:p>
            <a:pPr algn="l">
              <a:spcAft>
                <a:spcPts val="0"/>
              </a:spcAft>
            </a:pPr>
            <a:r>
              <a:rPr sz="1100" b="0">
                <a:solidFill>
                  <a:srgbClr val="68788D"/>
                </a:solidFill>
                <a:latin typeface="Aptos"/>
              </a:rPr>
              <a:t>Edit the date, activity, notes, or pet.</a:t>
            </a:r>
          </a:p>
        </p:txBody>
      </p:sp>
      <p:sp>
        <p:nvSpPr>
          <p:cNvPr id="20" name="Rounded Rectangle 19"/>
          <p:cNvSpPr/>
          <p:nvPr/>
        </p:nvSpPr>
        <p:spPr>
          <a:xfrm>
            <a:off x="8531352" y="3410712"/>
            <a:ext cx="2560320" cy="1298448"/>
          </a:xfrm>
          <a:prstGeom prst="roundRect">
            <a:avLst/>
          </a:prstGeom>
          <a:solidFill>
            <a:srgbClr val="FFFFFF"/>
          </a:solidFill>
          <a:ln w="12700">
            <a:solidFill>
              <a:srgbClr val="D9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1" name="Rounded Rectangle 20"/>
          <p:cNvSpPr/>
          <p:nvPr/>
        </p:nvSpPr>
        <p:spPr>
          <a:xfrm>
            <a:off x="8686800" y="3593592"/>
            <a:ext cx="64008" cy="932688"/>
          </a:xfrm>
          <a:prstGeom prst="roundRect">
            <a:avLst/>
          </a:prstGeom>
          <a:solidFill>
            <a:srgbClr val="D95C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2" name="TextBox 21"/>
          <p:cNvSpPr txBox="1"/>
          <p:nvPr/>
        </p:nvSpPr>
        <p:spPr>
          <a:xfrm>
            <a:off x="8878824" y="3598229"/>
            <a:ext cx="2048255" cy="301621"/>
          </a:xfrm>
          <a:prstGeom prst="rect">
            <a:avLst/>
          </a:prstGeom>
          <a:noFill/>
        </p:spPr>
        <p:txBody>
          <a:bodyPr wrap="square" lIns="27432" tIns="27432" rIns="27432" bIns="27432" anchor="ctr">
            <a:spAutoFit/>
          </a:bodyPr>
          <a:lstStyle/>
          <a:p>
            <a:pPr algn="l">
              <a:spcAft>
                <a:spcPts val="0"/>
              </a:spcAft>
            </a:pPr>
            <a:r>
              <a:rPr sz="1600" b="1">
                <a:solidFill>
                  <a:srgbClr val="17283D"/>
                </a:solidFill>
                <a:latin typeface="Aptos"/>
              </a:rPr>
              <a:t>Delete</a:t>
            </a:r>
          </a:p>
        </p:txBody>
      </p:sp>
      <p:sp>
        <p:nvSpPr>
          <p:cNvPr id="23" name="TextBox 22"/>
          <p:cNvSpPr txBox="1"/>
          <p:nvPr/>
        </p:nvSpPr>
        <p:spPr>
          <a:xfrm>
            <a:off x="8878824" y="3986784"/>
            <a:ext cx="2048255" cy="393954"/>
          </a:xfrm>
          <a:prstGeom prst="rect">
            <a:avLst/>
          </a:prstGeom>
          <a:noFill/>
        </p:spPr>
        <p:txBody>
          <a:bodyPr wrap="square" lIns="27432" tIns="27432" rIns="27432" bIns="27432" anchor="t">
            <a:spAutoFit/>
          </a:bodyPr>
          <a:lstStyle/>
          <a:p>
            <a:pPr algn="l">
              <a:spcAft>
                <a:spcPts val="0"/>
              </a:spcAft>
            </a:pPr>
            <a:r>
              <a:rPr sz="1100" b="0">
                <a:solidFill>
                  <a:srgbClr val="68788D"/>
                </a:solidFill>
                <a:latin typeface="Aptos"/>
              </a:rPr>
              <a:t>Remove an entry, then return to that pet?s journal.</a:t>
            </a:r>
          </a:p>
        </p:txBody>
      </p:sp>
      <p:sp>
        <p:nvSpPr>
          <p:cNvPr id="24" name="Rounded Rectangle 23"/>
          <p:cNvSpPr/>
          <p:nvPr/>
        </p:nvSpPr>
        <p:spPr>
          <a:xfrm>
            <a:off x="5724144" y="5102352"/>
            <a:ext cx="5367528" cy="621792"/>
          </a:xfrm>
          <a:prstGeom prst="roundRect">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5" name="TextBox 24"/>
          <p:cNvSpPr txBox="1"/>
          <p:nvPr/>
        </p:nvSpPr>
        <p:spPr>
          <a:xfrm>
            <a:off x="5943600" y="5268683"/>
            <a:ext cx="4937760" cy="270843"/>
          </a:xfrm>
          <a:prstGeom prst="rect">
            <a:avLst/>
          </a:prstGeom>
          <a:noFill/>
        </p:spPr>
        <p:txBody>
          <a:bodyPr wrap="square" lIns="27432" tIns="27432" rIns="27432" bIns="27432" anchor="ctr">
            <a:spAutoFit/>
          </a:bodyPr>
          <a:lstStyle/>
          <a:p>
            <a:pPr algn="ctr">
              <a:spcAft>
                <a:spcPts val="0"/>
              </a:spcAft>
            </a:pPr>
            <a:r>
              <a:rPr sz="1400" b="1">
                <a:solidFill>
                  <a:srgbClr val="3D76F6"/>
                </a:solidFill>
                <a:latin typeface="Aptos"/>
              </a:rPr>
              <a:t>CRUD = Create  ?  Read  ?  Update  ?  Delete</a:t>
            </a:r>
          </a:p>
        </p:txBody>
      </p:sp>
      <p:sp>
        <p:nvSpPr>
          <p:cNvPr id="29" name="Title 28">
            <a:extLst>
              <a:ext uri="{FF2B5EF4-FFF2-40B4-BE49-F238E27FC236}">
                <a16:creationId xmlns:a16="http://schemas.microsoft.com/office/drawing/2014/main" id="{161341B3-C801-2B74-3201-617F2DFC72CB}"/>
              </a:ext>
            </a:extLst>
          </p:cNvPr>
          <p:cNvSpPr>
            <a:spLocks noGrp="1"/>
          </p:cNvSpPr>
          <p:nvPr>
            <p:ph type="title"/>
          </p:nvPr>
        </p:nvSpPr>
        <p:spPr/>
        <p:txBody>
          <a:bodyPr/>
          <a:lstStyle/>
          <a:p>
            <a:r>
              <a:rPr lang="en-US" dirty="0" err="1"/>
              <a:t>PetCareApp</a:t>
            </a:r>
            <a:r>
              <a:rPr lang="en-US" dirty="0"/>
              <a:t> Walkthrough – Journal Entry</a:t>
            </a:r>
            <a:endParaRPr lang="en-SG"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76656" y="1330517"/>
            <a:ext cx="10607040" cy="301621"/>
          </a:xfrm>
          <a:prstGeom prst="rect">
            <a:avLst/>
          </a:prstGeom>
          <a:noFill/>
        </p:spPr>
        <p:txBody>
          <a:bodyPr wrap="square" lIns="27432" tIns="27432" rIns="27432" bIns="27432" anchor="ctr">
            <a:spAutoFit/>
          </a:bodyPr>
          <a:lstStyle/>
          <a:p>
            <a:pPr algn="l">
              <a:spcAft>
                <a:spcPts val="0"/>
              </a:spcAft>
            </a:pPr>
            <a:r>
              <a:rPr sz="1600" b="0" dirty="0">
                <a:solidFill>
                  <a:srgbClr val="68788D"/>
                </a:solidFill>
                <a:latin typeface="Aptos"/>
              </a:rPr>
              <a:t>Week01/app.js keeps routing, session handling, database calls, and redirects in one Express entry point.</a:t>
            </a:r>
          </a:p>
        </p:txBody>
      </p:sp>
      <p:pic>
        <p:nvPicPr>
          <p:cNvPr id="6" name="Picture 5" descr="code-tour.png"/>
          <p:cNvPicPr>
            <a:picLocks noChangeAspect="1"/>
          </p:cNvPicPr>
          <p:nvPr/>
        </p:nvPicPr>
        <p:blipFill>
          <a:blip r:embed="rId3"/>
          <a:srcRect b="17230"/>
          <a:stretch>
            <a:fillRect/>
          </a:stretch>
        </p:blipFill>
        <p:spPr>
          <a:xfrm>
            <a:off x="786384" y="1969389"/>
            <a:ext cx="6455664" cy="3339623"/>
          </a:xfrm>
          <a:prstGeom prst="rect">
            <a:avLst/>
          </a:prstGeom>
        </p:spPr>
      </p:pic>
      <p:sp>
        <p:nvSpPr>
          <p:cNvPr id="8" name="Oval 7"/>
          <p:cNvSpPr/>
          <p:nvPr/>
        </p:nvSpPr>
        <p:spPr>
          <a:xfrm>
            <a:off x="7845552" y="2231136"/>
            <a:ext cx="100584" cy="100584"/>
          </a:xfrm>
          <a:prstGeom prst="ellipse">
            <a:avLst/>
          </a:prstGeom>
          <a:solidFill>
            <a:srgbClr val="3D7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9" name="TextBox 8"/>
          <p:cNvSpPr txBox="1"/>
          <p:nvPr/>
        </p:nvSpPr>
        <p:spPr>
          <a:xfrm>
            <a:off x="8055864" y="2126046"/>
            <a:ext cx="3255263" cy="301621"/>
          </a:xfrm>
          <a:prstGeom prst="rect">
            <a:avLst/>
          </a:prstGeom>
          <a:noFill/>
        </p:spPr>
        <p:txBody>
          <a:bodyPr wrap="square" lIns="27432" tIns="27432" rIns="27432" bIns="27432" anchor="ctr">
            <a:spAutoFit/>
          </a:bodyPr>
          <a:lstStyle/>
          <a:p>
            <a:pPr algn="l">
              <a:spcAft>
                <a:spcPts val="0"/>
              </a:spcAft>
            </a:pPr>
            <a:r>
              <a:rPr sz="1600" b="1">
                <a:solidFill>
                  <a:srgbClr val="17283D"/>
                </a:solidFill>
                <a:latin typeface="Aptos"/>
              </a:rPr>
              <a:t>Prepared values</a:t>
            </a:r>
          </a:p>
        </p:txBody>
      </p:sp>
      <p:sp>
        <p:nvSpPr>
          <p:cNvPr id="10" name="TextBox 9"/>
          <p:cNvSpPr txBox="1"/>
          <p:nvPr/>
        </p:nvSpPr>
        <p:spPr>
          <a:xfrm>
            <a:off x="8055864" y="2441448"/>
            <a:ext cx="3255263" cy="393954"/>
          </a:xfrm>
          <a:prstGeom prst="rect">
            <a:avLst/>
          </a:prstGeom>
          <a:noFill/>
        </p:spPr>
        <p:txBody>
          <a:bodyPr wrap="square" lIns="27432" tIns="27432" rIns="27432" bIns="27432" anchor="t">
            <a:spAutoFit/>
          </a:bodyPr>
          <a:lstStyle/>
          <a:p>
            <a:pPr algn="l">
              <a:spcAft>
                <a:spcPts val="0"/>
              </a:spcAft>
            </a:pPr>
            <a:r>
              <a:rPr sz="1100" b="0">
                <a:solidFill>
                  <a:srgbClr val="68788D"/>
                </a:solidFill>
                <a:latin typeface="Aptos"/>
              </a:rPr>
              <a:t>Question-mark placeholders keep submitted values separate from SQL text.</a:t>
            </a:r>
          </a:p>
        </p:txBody>
      </p:sp>
      <p:sp>
        <p:nvSpPr>
          <p:cNvPr id="11" name="Oval 10"/>
          <p:cNvSpPr/>
          <p:nvPr/>
        </p:nvSpPr>
        <p:spPr>
          <a:xfrm>
            <a:off x="7845552" y="3392424"/>
            <a:ext cx="100584" cy="100584"/>
          </a:xfrm>
          <a:prstGeom prst="ellipse">
            <a:avLst/>
          </a:prstGeom>
          <a:solidFill>
            <a:srgbClr val="16A9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2" name="TextBox 11"/>
          <p:cNvSpPr txBox="1"/>
          <p:nvPr/>
        </p:nvSpPr>
        <p:spPr>
          <a:xfrm>
            <a:off x="8055864" y="3287334"/>
            <a:ext cx="3255263" cy="301621"/>
          </a:xfrm>
          <a:prstGeom prst="rect">
            <a:avLst/>
          </a:prstGeom>
          <a:noFill/>
        </p:spPr>
        <p:txBody>
          <a:bodyPr wrap="square" lIns="27432" tIns="27432" rIns="27432" bIns="27432" anchor="ctr">
            <a:spAutoFit/>
          </a:bodyPr>
          <a:lstStyle/>
          <a:p>
            <a:pPr algn="l">
              <a:spcAft>
                <a:spcPts val="0"/>
              </a:spcAft>
            </a:pPr>
            <a:r>
              <a:rPr sz="1600" b="1">
                <a:solidFill>
                  <a:srgbClr val="17283D"/>
                </a:solidFill>
                <a:latin typeface="Aptos"/>
              </a:rPr>
              <a:t>Callback flow</a:t>
            </a:r>
          </a:p>
        </p:txBody>
      </p:sp>
      <p:sp>
        <p:nvSpPr>
          <p:cNvPr id="13" name="TextBox 12"/>
          <p:cNvSpPr txBox="1"/>
          <p:nvPr/>
        </p:nvSpPr>
        <p:spPr>
          <a:xfrm>
            <a:off x="8055864" y="3602736"/>
            <a:ext cx="3255263" cy="393954"/>
          </a:xfrm>
          <a:prstGeom prst="rect">
            <a:avLst/>
          </a:prstGeom>
          <a:noFill/>
        </p:spPr>
        <p:txBody>
          <a:bodyPr wrap="square" lIns="27432" tIns="27432" rIns="27432" bIns="27432" anchor="t">
            <a:spAutoFit/>
          </a:bodyPr>
          <a:lstStyle/>
          <a:p>
            <a:pPr algn="l">
              <a:spcAft>
                <a:spcPts val="0"/>
              </a:spcAft>
            </a:pPr>
            <a:r>
              <a:rPr sz="1100" b="0">
                <a:solidFill>
                  <a:srgbClr val="68788D"/>
                </a:solidFill>
                <a:latin typeface="Aptos"/>
              </a:rPr>
              <a:t>Handle a database error, then redirect after a successful insert.</a:t>
            </a:r>
          </a:p>
        </p:txBody>
      </p:sp>
      <p:sp>
        <p:nvSpPr>
          <p:cNvPr id="14" name="Oval 13"/>
          <p:cNvSpPr/>
          <p:nvPr/>
        </p:nvSpPr>
        <p:spPr>
          <a:xfrm>
            <a:off x="7845552" y="4553712"/>
            <a:ext cx="100584" cy="100584"/>
          </a:xfrm>
          <a:prstGeom prst="ellipse">
            <a:avLst/>
          </a:prstGeom>
          <a:solidFill>
            <a:srgbClr val="F2A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5" name="TextBox 14"/>
          <p:cNvSpPr txBox="1"/>
          <p:nvPr/>
        </p:nvSpPr>
        <p:spPr>
          <a:xfrm>
            <a:off x="8055864" y="4448622"/>
            <a:ext cx="3255263" cy="301621"/>
          </a:xfrm>
          <a:prstGeom prst="rect">
            <a:avLst/>
          </a:prstGeom>
          <a:noFill/>
        </p:spPr>
        <p:txBody>
          <a:bodyPr wrap="square" lIns="27432" tIns="27432" rIns="27432" bIns="27432" anchor="ctr">
            <a:spAutoFit/>
          </a:bodyPr>
          <a:lstStyle/>
          <a:p>
            <a:pPr algn="l">
              <a:spcAft>
                <a:spcPts val="0"/>
              </a:spcAft>
            </a:pPr>
            <a:r>
              <a:rPr sz="1600" b="1">
                <a:solidFill>
                  <a:srgbClr val="17283D"/>
                </a:solidFill>
                <a:latin typeface="Aptos"/>
              </a:rPr>
              <a:t>Session-aware pages</a:t>
            </a:r>
          </a:p>
        </p:txBody>
      </p:sp>
      <p:sp>
        <p:nvSpPr>
          <p:cNvPr id="16" name="TextBox 15"/>
          <p:cNvSpPr txBox="1"/>
          <p:nvPr/>
        </p:nvSpPr>
        <p:spPr>
          <a:xfrm>
            <a:off x="8055864" y="4764024"/>
            <a:ext cx="3255263" cy="393954"/>
          </a:xfrm>
          <a:prstGeom prst="rect">
            <a:avLst/>
          </a:prstGeom>
          <a:noFill/>
        </p:spPr>
        <p:txBody>
          <a:bodyPr wrap="square" lIns="27432" tIns="27432" rIns="27432" bIns="27432" anchor="t">
            <a:spAutoFit/>
          </a:bodyPr>
          <a:lstStyle/>
          <a:p>
            <a:pPr algn="l">
              <a:spcAft>
                <a:spcPts val="0"/>
              </a:spcAft>
            </a:pPr>
            <a:r>
              <a:rPr sz="1100" b="0">
                <a:solidFill>
                  <a:srgbClr val="68788D"/>
                </a:solidFill>
                <a:latin typeface="Aptos"/>
              </a:rPr>
              <a:t>isLoggedIn checks for a session user before protected routes run.</a:t>
            </a:r>
          </a:p>
        </p:txBody>
      </p:sp>
      <p:sp>
        <p:nvSpPr>
          <p:cNvPr id="17" name="Rounded Rectangle 16"/>
          <p:cNvSpPr/>
          <p:nvPr/>
        </p:nvSpPr>
        <p:spPr>
          <a:xfrm>
            <a:off x="7845552" y="5486400"/>
            <a:ext cx="3474720" cy="493776"/>
          </a:xfrm>
          <a:prstGeom prst="roundRect">
            <a:avLst/>
          </a:prstGeom>
          <a:solidFill>
            <a:srgbClr val="FFF4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8" name="TextBox 17"/>
          <p:cNvSpPr txBox="1"/>
          <p:nvPr/>
        </p:nvSpPr>
        <p:spPr>
          <a:xfrm>
            <a:off x="8001000" y="5611081"/>
            <a:ext cx="3172968" cy="216982"/>
          </a:xfrm>
          <a:prstGeom prst="rect">
            <a:avLst/>
          </a:prstGeom>
          <a:noFill/>
        </p:spPr>
        <p:txBody>
          <a:bodyPr wrap="square" lIns="27432" tIns="27432" rIns="27432" bIns="27432" anchor="ctr">
            <a:spAutoFit/>
          </a:bodyPr>
          <a:lstStyle/>
          <a:p>
            <a:pPr algn="ctr">
              <a:spcAft>
                <a:spcPts val="0"/>
              </a:spcAft>
            </a:pPr>
            <a:r>
              <a:rPr sz="1050" b="1" dirty="0">
                <a:solidFill>
                  <a:srgbClr val="865B14"/>
                </a:solidFill>
                <a:latin typeface="Aptos"/>
              </a:rPr>
              <a:t>Production: use </a:t>
            </a:r>
            <a:r>
              <a:rPr sz="1050" b="1" dirty="0" err="1">
                <a:solidFill>
                  <a:srgbClr val="865B14"/>
                </a:solidFill>
                <a:latin typeface="Aptos"/>
              </a:rPr>
              <a:t>bcrypt</a:t>
            </a:r>
            <a:r>
              <a:rPr sz="1050" b="1" dirty="0">
                <a:solidFill>
                  <a:srgbClr val="865B14"/>
                </a:solidFill>
                <a:latin typeface="Aptos"/>
              </a:rPr>
              <a:t>/Argon2 for passwords.</a:t>
            </a:r>
          </a:p>
        </p:txBody>
      </p:sp>
      <p:sp>
        <p:nvSpPr>
          <p:cNvPr id="22" name="Title 21">
            <a:extLst>
              <a:ext uri="{FF2B5EF4-FFF2-40B4-BE49-F238E27FC236}">
                <a16:creationId xmlns:a16="http://schemas.microsoft.com/office/drawing/2014/main" id="{6926DAAA-0BF2-5812-5994-6EC9D97B4324}"/>
              </a:ext>
            </a:extLst>
          </p:cNvPr>
          <p:cNvSpPr>
            <a:spLocks noGrp="1"/>
          </p:cNvSpPr>
          <p:nvPr>
            <p:ph type="title"/>
          </p:nvPr>
        </p:nvSpPr>
        <p:spPr/>
        <p:txBody>
          <a:bodyPr>
            <a:normAutofit fontScale="90000"/>
          </a:bodyPr>
          <a:lstStyle/>
          <a:p>
            <a:r>
              <a:rPr lang="en-US" dirty="0" err="1"/>
              <a:t>PetCareApp</a:t>
            </a:r>
            <a:r>
              <a:rPr lang="en-US" dirty="0"/>
              <a:t> Walkthrough – A form submission becomes a parameterized SQL query</a:t>
            </a:r>
            <a:br>
              <a:rPr lang="en-US" dirty="0"/>
            </a:br>
            <a:endParaRPr lang="en-SG"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58368" y="544354"/>
            <a:ext cx="9783854" cy="886397"/>
          </a:xfrm>
          <a:prstGeom prst="rect">
            <a:avLst/>
          </a:prstGeom>
          <a:noFill/>
        </p:spPr>
        <p:txBody>
          <a:bodyPr wrap="square" lIns="27432" tIns="27432" rIns="27432" bIns="27432" anchor="ctr">
            <a:spAutoFit/>
          </a:bodyPr>
          <a:lstStyle/>
          <a:p>
            <a:pPr algn="l">
              <a:spcAft>
                <a:spcPts val="0"/>
              </a:spcAft>
            </a:pPr>
            <a:r>
              <a:rPr sz="2700" b="1" dirty="0">
                <a:solidFill>
                  <a:srgbClr val="17283D"/>
                </a:solidFill>
                <a:latin typeface="Arial Black" panose="020B0A04020102020204" pitchFamily="34" charset="0"/>
              </a:rPr>
              <a:t>A single Express app</a:t>
            </a:r>
            <a:r>
              <a:rPr lang="en-US" sz="2700" b="1" dirty="0">
                <a:solidFill>
                  <a:srgbClr val="17283D"/>
                </a:solidFill>
                <a:latin typeface="Arial Black" panose="020B0A04020102020204" pitchFamily="34" charset="0"/>
              </a:rPr>
              <a:t>.js</a:t>
            </a:r>
            <a:r>
              <a:rPr sz="2700" b="1" dirty="0">
                <a:solidFill>
                  <a:srgbClr val="17283D"/>
                </a:solidFill>
                <a:latin typeface="Arial Black" panose="020B0A04020102020204" pitchFamily="34" charset="0"/>
              </a:rPr>
              <a:t> renders pages and coordinates persistence</a:t>
            </a:r>
          </a:p>
        </p:txBody>
      </p:sp>
      <p:sp>
        <p:nvSpPr>
          <p:cNvPr id="4" name="TextBox 3"/>
          <p:cNvSpPr txBox="1"/>
          <p:nvPr/>
        </p:nvSpPr>
        <p:spPr>
          <a:xfrm>
            <a:off x="675753" y="1412463"/>
            <a:ext cx="10607040" cy="365760"/>
          </a:xfrm>
          <a:prstGeom prst="rect">
            <a:avLst/>
          </a:prstGeom>
          <a:noFill/>
        </p:spPr>
        <p:txBody>
          <a:bodyPr wrap="square" lIns="27432" tIns="27432" rIns="27432" bIns="27432" anchor="ctr">
            <a:spAutoFit/>
          </a:bodyPr>
          <a:lstStyle/>
          <a:p>
            <a:pPr algn="l">
              <a:spcAft>
                <a:spcPts val="0"/>
              </a:spcAft>
            </a:pPr>
            <a:r>
              <a:rPr sz="1200" b="0" dirty="0">
                <a:solidFill>
                  <a:srgbClr val="68788D"/>
                </a:solidFill>
                <a:latin typeface="Aptos"/>
              </a:rPr>
              <a:t>The Week 01 app is intentionally compact: routes call MySQL, then render EJS views.</a:t>
            </a:r>
          </a:p>
        </p:txBody>
      </p:sp>
      <p:sp>
        <p:nvSpPr>
          <p:cNvPr id="5" name="Rounded Rectangle 4"/>
          <p:cNvSpPr/>
          <p:nvPr/>
        </p:nvSpPr>
        <p:spPr>
          <a:xfrm>
            <a:off x="713232" y="1956816"/>
            <a:ext cx="2048256" cy="1097280"/>
          </a:xfrm>
          <a:prstGeom prst="roundRect">
            <a:avLst/>
          </a:prstGeom>
          <a:solidFill>
            <a:srgbClr val="FFFFFF"/>
          </a:solidFill>
          <a:ln w="12700">
            <a:solidFill>
              <a:srgbClr val="D9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6" name="Rectangle 5"/>
          <p:cNvSpPr/>
          <p:nvPr/>
        </p:nvSpPr>
        <p:spPr>
          <a:xfrm>
            <a:off x="713232" y="1956816"/>
            <a:ext cx="2048256" cy="73152"/>
          </a:xfrm>
          <a:prstGeom prst="rect">
            <a:avLst/>
          </a:prstGeom>
          <a:solidFill>
            <a:srgbClr val="3D7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7" name="TextBox 6"/>
          <p:cNvSpPr txBox="1"/>
          <p:nvPr/>
        </p:nvSpPr>
        <p:spPr>
          <a:xfrm>
            <a:off x="822960" y="2119800"/>
            <a:ext cx="1828800" cy="332399"/>
          </a:xfrm>
          <a:prstGeom prst="rect">
            <a:avLst/>
          </a:prstGeom>
          <a:noFill/>
        </p:spPr>
        <p:txBody>
          <a:bodyPr wrap="square" lIns="27432" tIns="27432" rIns="27432" bIns="27432" anchor="ctr">
            <a:spAutoFit/>
          </a:bodyPr>
          <a:lstStyle/>
          <a:p>
            <a:pPr algn="ctr">
              <a:spcAft>
                <a:spcPts val="0"/>
              </a:spcAft>
            </a:pPr>
            <a:r>
              <a:rPr b="1">
                <a:solidFill>
                  <a:srgbClr val="17283D"/>
                </a:solidFill>
                <a:latin typeface="Aptos"/>
              </a:rPr>
              <a:t>Browser</a:t>
            </a:r>
          </a:p>
        </p:txBody>
      </p:sp>
      <p:sp>
        <p:nvSpPr>
          <p:cNvPr id="8" name="TextBox 7"/>
          <p:cNvSpPr txBox="1"/>
          <p:nvPr/>
        </p:nvSpPr>
        <p:spPr>
          <a:xfrm>
            <a:off x="822960" y="2548566"/>
            <a:ext cx="1828800" cy="224677"/>
          </a:xfrm>
          <a:prstGeom prst="rect">
            <a:avLst/>
          </a:prstGeom>
          <a:noFill/>
        </p:spPr>
        <p:txBody>
          <a:bodyPr wrap="square" lIns="27432" tIns="27432" rIns="27432" bIns="27432" anchor="ctr">
            <a:spAutoFit/>
          </a:bodyPr>
          <a:lstStyle/>
          <a:p>
            <a:pPr algn="ctr">
              <a:spcAft>
                <a:spcPts val="0"/>
              </a:spcAft>
            </a:pPr>
            <a:r>
              <a:rPr sz="1100" b="0">
                <a:solidFill>
                  <a:srgbClr val="68788D"/>
                </a:solidFill>
                <a:latin typeface="Aptos"/>
              </a:rPr>
              <a:t>Forms + links</a:t>
            </a:r>
          </a:p>
        </p:txBody>
      </p:sp>
      <p:sp>
        <p:nvSpPr>
          <p:cNvPr id="9" name="Rounded Rectangle 8"/>
          <p:cNvSpPr/>
          <p:nvPr/>
        </p:nvSpPr>
        <p:spPr>
          <a:xfrm>
            <a:off x="3163824" y="1956816"/>
            <a:ext cx="2048256" cy="1097280"/>
          </a:xfrm>
          <a:prstGeom prst="roundRect">
            <a:avLst/>
          </a:prstGeom>
          <a:solidFill>
            <a:srgbClr val="FFFFFF"/>
          </a:solidFill>
          <a:ln w="12700">
            <a:solidFill>
              <a:srgbClr val="D9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0" name="Rectangle 9"/>
          <p:cNvSpPr/>
          <p:nvPr/>
        </p:nvSpPr>
        <p:spPr>
          <a:xfrm>
            <a:off x="3163824" y="1956816"/>
            <a:ext cx="2048256" cy="73152"/>
          </a:xfrm>
          <a:prstGeom prst="rect">
            <a:avLst/>
          </a:prstGeom>
          <a:solidFill>
            <a:srgbClr val="16A9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1" name="TextBox 10"/>
          <p:cNvSpPr txBox="1"/>
          <p:nvPr/>
        </p:nvSpPr>
        <p:spPr>
          <a:xfrm>
            <a:off x="3273552" y="2119800"/>
            <a:ext cx="1828800" cy="332399"/>
          </a:xfrm>
          <a:prstGeom prst="rect">
            <a:avLst/>
          </a:prstGeom>
          <a:noFill/>
        </p:spPr>
        <p:txBody>
          <a:bodyPr wrap="square" lIns="27432" tIns="27432" rIns="27432" bIns="27432" anchor="ctr">
            <a:spAutoFit/>
          </a:bodyPr>
          <a:lstStyle/>
          <a:p>
            <a:pPr algn="ctr">
              <a:spcAft>
                <a:spcPts val="0"/>
              </a:spcAft>
            </a:pPr>
            <a:r>
              <a:rPr b="1">
                <a:solidFill>
                  <a:srgbClr val="17283D"/>
                </a:solidFill>
                <a:latin typeface="Aptos"/>
              </a:rPr>
              <a:t>Express</a:t>
            </a:r>
          </a:p>
        </p:txBody>
      </p:sp>
      <p:sp>
        <p:nvSpPr>
          <p:cNvPr id="12" name="TextBox 11"/>
          <p:cNvSpPr txBox="1"/>
          <p:nvPr/>
        </p:nvSpPr>
        <p:spPr>
          <a:xfrm>
            <a:off x="3273552" y="2548566"/>
            <a:ext cx="1828800" cy="224677"/>
          </a:xfrm>
          <a:prstGeom prst="rect">
            <a:avLst/>
          </a:prstGeom>
          <a:noFill/>
        </p:spPr>
        <p:txBody>
          <a:bodyPr wrap="square" lIns="27432" tIns="27432" rIns="27432" bIns="27432" anchor="ctr">
            <a:spAutoFit/>
          </a:bodyPr>
          <a:lstStyle/>
          <a:p>
            <a:pPr algn="ctr">
              <a:spcAft>
                <a:spcPts val="0"/>
              </a:spcAft>
            </a:pPr>
            <a:r>
              <a:rPr sz="1100" b="0">
                <a:solidFill>
                  <a:srgbClr val="68788D"/>
                </a:solidFill>
                <a:latin typeface="Aptos"/>
              </a:rPr>
              <a:t>Routes + middleware</a:t>
            </a:r>
          </a:p>
        </p:txBody>
      </p:sp>
      <p:sp>
        <p:nvSpPr>
          <p:cNvPr id="13" name="Rounded Rectangle 12"/>
          <p:cNvSpPr/>
          <p:nvPr/>
        </p:nvSpPr>
        <p:spPr>
          <a:xfrm>
            <a:off x="5614416" y="1956816"/>
            <a:ext cx="2048256" cy="1097280"/>
          </a:xfrm>
          <a:prstGeom prst="roundRect">
            <a:avLst/>
          </a:prstGeom>
          <a:solidFill>
            <a:srgbClr val="FFFFFF"/>
          </a:solidFill>
          <a:ln w="12700">
            <a:solidFill>
              <a:srgbClr val="D9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4" name="Rectangle 13"/>
          <p:cNvSpPr/>
          <p:nvPr/>
        </p:nvSpPr>
        <p:spPr>
          <a:xfrm>
            <a:off x="5614416" y="1956816"/>
            <a:ext cx="2048256" cy="73152"/>
          </a:xfrm>
          <a:prstGeom prst="rect">
            <a:avLst/>
          </a:prstGeom>
          <a:solidFill>
            <a:srgbClr val="F2A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5" name="TextBox 14"/>
          <p:cNvSpPr txBox="1"/>
          <p:nvPr/>
        </p:nvSpPr>
        <p:spPr>
          <a:xfrm>
            <a:off x="5724144" y="2119800"/>
            <a:ext cx="1828800" cy="332399"/>
          </a:xfrm>
          <a:prstGeom prst="rect">
            <a:avLst/>
          </a:prstGeom>
          <a:noFill/>
        </p:spPr>
        <p:txBody>
          <a:bodyPr wrap="square" lIns="27432" tIns="27432" rIns="27432" bIns="27432" anchor="ctr">
            <a:spAutoFit/>
          </a:bodyPr>
          <a:lstStyle/>
          <a:p>
            <a:pPr algn="ctr">
              <a:spcAft>
                <a:spcPts val="0"/>
              </a:spcAft>
            </a:pPr>
            <a:r>
              <a:rPr b="1">
                <a:solidFill>
                  <a:srgbClr val="17283D"/>
                </a:solidFill>
                <a:latin typeface="Aptos"/>
              </a:rPr>
              <a:t>MySQL</a:t>
            </a:r>
          </a:p>
        </p:txBody>
      </p:sp>
      <p:sp>
        <p:nvSpPr>
          <p:cNvPr id="16" name="TextBox 15"/>
          <p:cNvSpPr txBox="1"/>
          <p:nvPr/>
        </p:nvSpPr>
        <p:spPr>
          <a:xfrm>
            <a:off x="5724144" y="2548566"/>
            <a:ext cx="1828800" cy="224677"/>
          </a:xfrm>
          <a:prstGeom prst="rect">
            <a:avLst/>
          </a:prstGeom>
          <a:noFill/>
        </p:spPr>
        <p:txBody>
          <a:bodyPr wrap="square" lIns="27432" tIns="27432" rIns="27432" bIns="27432" anchor="ctr">
            <a:spAutoFit/>
          </a:bodyPr>
          <a:lstStyle/>
          <a:p>
            <a:pPr algn="ctr">
              <a:spcAft>
                <a:spcPts val="0"/>
              </a:spcAft>
            </a:pPr>
            <a:r>
              <a:rPr sz="1100" b="0">
                <a:solidFill>
                  <a:srgbClr val="68788D"/>
                </a:solidFill>
                <a:latin typeface="Aptos"/>
              </a:rPr>
              <a:t>users / pets / journal</a:t>
            </a:r>
          </a:p>
        </p:txBody>
      </p:sp>
      <p:sp>
        <p:nvSpPr>
          <p:cNvPr id="17" name="Rounded Rectangle 16"/>
          <p:cNvSpPr/>
          <p:nvPr/>
        </p:nvSpPr>
        <p:spPr>
          <a:xfrm>
            <a:off x="8065008" y="1956816"/>
            <a:ext cx="2048256" cy="1097280"/>
          </a:xfrm>
          <a:prstGeom prst="roundRect">
            <a:avLst/>
          </a:prstGeom>
          <a:solidFill>
            <a:srgbClr val="FFFFFF"/>
          </a:solidFill>
          <a:ln w="12700">
            <a:solidFill>
              <a:srgbClr val="D9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8" name="Rectangle 17"/>
          <p:cNvSpPr/>
          <p:nvPr/>
        </p:nvSpPr>
        <p:spPr>
          <a:xfrm>
            <a:off x="8065008" y="1956816"/>
            <a:ext cx="2048256" cy="73152"/>
          </a:xfrm>
          <a:prstGeom prst="rect">
            <a:avLst/>
          </a:prstGeom>
          <a:solidFill>
            <a:srgbClr val="1C9B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9" name="TextBox 18"/>
          <p:cNvSpPr txBox="1"/>
          <p:nvPr/>
        </p:nvSpPr>
        <p:spPr>
          <a:xfrm>
            <a:off x="8174736" y="2119800"/>
            <a:ext cx="1828800" cy="332399"/>
          </a:xfrm>
          <a:prstGeom prst="rect">
            <a:avLst/>
          </a:prstGeom>
          <a:noFill/>
        </p:spPr>
        <p:txBody>
          <a:bodyPr wrap="square" lIns="27432" tIns="27432" rIns="27432" bIns="27432" anchor="ctr">
            <a:spAutoFit/>
          </a:bodyPr>
          <a:lstStyle/>
          <a:p>
            <a:pPr algn="ctr">
              <a:spcAft>
                <a:spcPts val="0"/>
              </a:spcAft>
            </a:pPr>
            <a:r>
              <a:rPr b="1">
                <a:solidFill>
                  <a:srgbClr val="17283D"/>
                </a:solidFill>
                <a:latin typeface="Aptos"/>
              </a:rPr>
              <a:t>EJS</a:t>
            </a:r>
          </a:p>
        </p:txBody>
      </p:sp>
      <p:sp>
        <p:nvSpPr>
          <p:cNvPr id="20" name="TextBox 19"/>
          <p:cNvSpPr txBox="1"/>
          <p:nvPr/>
        </p:nvSpPr>
        <p:spPr>
          <a:xfrm>
            <a:off x="8174736" y="2548566"/>
            <a:ext cx="1828800" cy="224677"/>
          </a:xfrm>
          <a:prstGeom prst="rect">
            <a:avLst/>
          </a:prstGeom>
          <a:noFill/>
        </p:spPr>
        <p:txBody>
          <a:bodyPr wrap="square" lIns="27432" tIns="27432" rIns="27432" bIns="27432" anchor="ctr">
            <a:spAutoFit/>
          </a:bodyPr>
          <a:lstStyle/>
          <a:p>
            <a:pPr algn="ctr">
              <a:spcAft>
                <a:spcPts val="0"/>
              </a:spcAft>
            </a:pPr>
            <a:r>
              <a:rPr sz="1100" b="0">
                <a:solidFill>
                  <a:srgbClr val="68788D"/>
                </a:solidFill>
                <a:latin typeface="Aptos"/>
              </a:rPr>
              <a:t>Server-rendered pages</a:t>
            </a:r>
          </a:p>
        </p:txBody>
      </p:sp>
      <p:cxnSp>
        <p:nvCxnSpPr>
          <p:cNvPr id="21" name="Connector 20"/>
          <p:cNvCxnSpPr/>
          <p:nvPr/>
        </p:nvCxnSpPr>
        <p:spPr>
          <a:xfrm>
            <a:off x="2788920" y="2514600"/>
            <a:ext cx="301752" cy="0"/>
          </a:xfrm>
          <a:prstGeom prst="line">
            <a:avLst/>
          </a:prstGeom>
          <a:ln w="25400">
            <a:solidFill>
              <a:srgbClr val="16A98A"/>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5239512" y="2514600"/>
            <a:ext cx="301752" cy="0"/>
          </a:xfrm>
          <a:prstGeom prst="line">
            <a:avLst/>
          </a:prstGeom>
          <a:ln w="25400">
            <a:solidFill>
              <a:srgbClr val="16A98A"/>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7690104" y="2514600"/>
            <a:ext cx="301752" cy="0"/>
          </a:xfrm>
          <a:prstGeom prst="line">
            <a:avLst/>
          </a:prstGeom>
          <a:ln w="25400">
            <a:solidFill>
              <a:srgbClr val="16A98A"/>
            </a:solidFill>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713232" y="3566160"/>
            <a:ext cx="3438144" cy="1353312"/>
          </a:xfrm>
          <a:prstGeom prst="roundRect">
            <a:avLst/>
          </a:prstGeom>
          <a:solidFill>
            <a:srgbClr val="FFFFFF"/>
          </a:solidFill>
          <a:ln w="12700">
            <a:solidFill>
              <a:srgbClr val="D9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5" name="Rounded Rectangle 24"/>
          <p:cNvSpPr/>
          <p:nvPr/>
        </p:nvSpPr>
        <p:spPr>
          <a:xfrm>
            <a:off x="868680" y="3749039"/>
            <a:ext cx="64008" cy="987552"/>
          </a:xfrm>
          <a:prstGeom prst="roundRect">
            <a:avLst/>
          </a:prstGeom>
          <a:solidFill>
            <a:srgbClr val="3D7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6" name="TextBox 25"/>
          <p:cNvSpPr txBox="1"/>
          <p:nvPr/>
        </p:nvSpPr>
        <p:spPr>
          <a:xfrm>
            <a:off x="1060704" y="3738288"/>
            <a:ext cx="2926079" cy="332399"/>
          </a:xfrm>
          <a:prstGeom prst="rect">
            <a:avLst/>
          </a:prstGeom>
          <a:noFill/>
        </p:spPr>
        <p:txBody>
          <a:bodyPr wrap="square" lIns="27432" tIns="27432" rIns="27432" bIns="27432" anchor="ctr">
            <a:spAutoFit/>
          </a:bodyPr>
          <a:lstStyle/>
          <a:p>
            <a:pPr algn="l">
              <a:spcAft>
                <a:spcPts val="0"/>
              </a:spcAft>
            </a:pPr>
            <a:r>
              <a:rPr b="1">
                <a:solidFill>
                  <a:srgbClr val="17283D"/>
                </a:solidFill>
                <a:latin typeface="Aptos"/>
              </a:rPr>
              <a:t>Session + flash</a:t>
            </a:r>
          </a:p>
        </p:txBody>
      </p:sp>
      <p:sp>
        <p:nvSpPr>
          <p:cNvPr id="27" name="TextBox 26"/>
          <p:cNvSpPr txBox="1"/>
          <p:nvPr/>
        </p:nvSpPr>
        <p:spPr>
          <a:xfrm>
            <a:off x="1060704" y="4142232"/>
            <a:ext cx="2926079" cy="424732"/>
          </a:xfrm>
          <a:prstGeom prst="rect">
            <a:avLst/>
          </a:prstGeom>
          <a:noFill/>
        </p:spPr>
        <p:txBody>
          <a:bodyPr wrap="square" lIns="27432" tIns="27432" rIns="27432" bIns="27432" anchor="t">
            <a:spAutoFit/>
          </a:bodyPr>
          <a:lstStyle/>
          <a:p>
            <a:pPr algn="l">
              <a:spcAft>
                <a:spcPts val="0"/>
              </a:spcAft>
            </a:pPr>
            <a:r>
              <a:rPr sz="1200" b="0">
                <a:solidFill>
                  <a:srgbClr val="68788D"/>
                </a:solidFill>
                <a:latin typeface="Aptos"/>
              </a:rPr>
              <a:t>Session stores login state; flash displays login/signup feedback.</a:t>
            </a:r>
          </a:p>
        </p:txBody>
      </p:sp>
      <p:sp>
        <p:nvSpPr>
          <p:cNvPr id="28" name="Rounded Rectangle 27"/>
          <p:cNvSpPr/>
          <p:nvPr/>
        </p:nvSpPr>
        <p:spPr>
          <a:xfrm>
            <a:off x="4389120" y="3566160"/>
            <a:ext cx="3438144" cy="1353312"/>
          </a:xfrm>
          <a:prstGeom prst="roundRect">
            <a:avLst/>
          </a:prstGeom>
          <a:solidFill>
            <a:srgbClr val="FFFFFF"/>
          </a:solidFill>
          <a:ln w="12700">
            <a:solidFill>
              <a:srgbClr val="D9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9" name="Rounded Rectangle 28"/>
          <p:cNvSpPr/>
          <p:nvPr/>
        </p:nvSpPr>
        <p:spPr>
          <a:xfrm>
            <a:off x="4544568" y="3749039"/>
            <a:ext cx="64008" cy="987552"/>
          </a:xfrm>
          <a:prstGeom prst="roundRect">
            <a:avLst/>
          </a:prstGeom>
          <a:solidFill>
            <a:srgbClr val="16A9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0" name="TextBox 29"/>
          <p:cNvSpPr txBox="1"/>
          <p:nvPr/>
        </p:nvSpPr>
        <p:spPr>
          <a:xfrm>
            <a:off x="4736592" y="3738288"/>
            <a:ext cx="2926079" cy="332399"/>
          </a:xfrm>
          <a:prstGeom prst="rect">
            <a:avLst/>
          </a:prstGeom>
          <a:noFill/>
        </p:spPr>
        <p:txBody>
          <a:bodyPr wrap="square" lIns="27432" tIns="27432" rIns="27432" bIns="27432" anchor="ctr">
            <a:spAutoFit/>
          </a:bodyPr>
          <a:lstStyle/>
          <a:p>
            <a:pPr algn="l">
              <a:spcAft>
                <a:spcPts val="0"/>
              </a:spcAft>
            </a:pPr>
            <a:r>
              <a:rPr b="1">
                <a:solidFill>
                  <a:srgbClr val="17283D"/>
                </a:solidFill>
                <a:latin typeface="Aptos"/>
              </a:rPr>
              <a:t>Multer uploads</a:t>
            </a:r>
          </a:p>
        </p:txBody>
      </p:sp>
      <p:sp>
        <p:nvSpPr>
          <p:cNvPr id="31" name="TextBox 30"/>
          <p:cNvSpPr txBox="1"/>
          <p:nvPr/>
        </p:nvSpPr>
        <p:spPr>
          <a:xfrm>
            <a:off x="4736592" y="4142232"/>
            <a:ext cx="2926079" cy="424732"/>
          </a:xfrm>
          <a:prstGeom prst="rect">
            <a:avLst/>
          </a:prstGeom>
          <a:noFill/>
        </p:spPr>
        <p:txBody>
          <a:bodyPr wrap="square" lIns="27432" tIns="27432" rIns="27432" bIns="27432" anchor="t">
            <a:spAutoFit/>
          </a:bodyPr>
          <a:lstStyle/>
          <a:p>
            <a:pPr algn="l">
              <a:spcAft>
                <a:spcPts val="0"/>
              </a:spcAft>
            </a:pPr>
            <a:r>
              <a:rPr sz="1200" b="0">
                <a:solidFill>
                  <a:srgbClr val="68788D"/>
                </a:solidFill>
                <a:latin typeface="Aptos"/>
              </a:rPr>
              <a:t>Pet images are saved under public/images; DB keeps the filename.</a:t>
            </a:r>
          </a:p>
        </p:txBody>
      </p:sp>
      <p:sp>
        <p:nvSpPr>
          <p:cNvPr id="32" name="Rounded Rectangle 31"/>
          <p:cNvSpPr/>
          <p:nvPr/>
        </p:nvSpPr>
        <p:spPr>
          <a:xfrm>
            <a:off x="8065008" y="3566160"/>
            <a:ext cx="3438144" cy="1353312"/>
          </a:xfrm>
          <a:prstGeom prst="roundRect">
            <a:avLst/>
          </a:prstGeom>
          <a:solidFill>
            <a:srgbClr val="FFFFFF"/>
          </a:solidFill>
          <a:ln w="12700">
            <a:solidFill>
              <a:srgbClr val="D9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3" name="Rounded Rectangle 32"/>
          <p:cNvSpPr/>
          <p:nvPr/>
        </p:nvSpPr>
        <p:spPr>
          <a:xfrm>
            <a:off x="8220456" y="3749039"/>
            <a:ext cx="64008" cy="987552"/>
          </a:xfrm>
          <a:prstGeom prst="roundRect">
            <a:avLst/>
          </a:prstGeom>
          <a:solidFill>
            <a:srgbClr val="F2A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4" name="TextBox 33"/>
          <p:cNvSpPr txBox="1"/>
          <p:nvPr/>
        </p:nvSpPr>
        <p:spPr>
          <a:xfrm>
            <a:off x="8412480" y="3738288"/>
            <a:ext cx="2926079" cy="332399"/>
          </a:xfrm>
          <a:prstGeom prst="rect">
            <a:avLst/>
          </a:prstGeom>
          <a:noFill/>
        </p:spPr>
        <p:txBody>
          <a:bodyPr wrap="square" lIns="27432" tIns="27432" rIns="27432" bIns="27432" anchor="ctr">
            <a:spAutoFit/>
          </a:bodyPr>
          <a:lstStyle/>
          <a:p>
            <a:pPr algn="l">
              <a:spcAft>
                <a:spcPts val="0"/>
              </a:spcAft>
            </a:pPr>
            <a:r>
              <a:rPr b="1">
                <a:solidFill>
                  <a:srgbClr val="17283D"/>
                </a:solidFill>
                <a:latin typeface="Aptos"/>
              </a:rPr>
              <a:t>Admin routes</a:t>
            </a:r>
          </a:p>
        </p:txBody>
      </p:sp>
      <p:sp>
        <p:nvSpPr>
          <p:cNvPr id="35" name="TextBox 34"/>
          <p:cNvSpPr txBox="1"/>
          <p:nvPr/>
        </p:nvSpPr>
        <p:spPr>
          <a:xfrm>
            <a:off x="8412480" y="4142232"/>
            <a:ext cx="2926079" cy="424732"/>
          </a:xfrm>
          <a:prstGeom prst="rect">
            <a:avLst/>
          </a:prstGeom>
          <a:noFill/>
        </p:spPr>
        <p:txBody>
          <a:bodyPr wrap="square" lIns="27432" tIns="27432" rIns="27432" bIns="27432" anchor="t">
            <a:spAutoFit/>
          </a:bodyPr>
          <a:lstStyle/>
          <a:p>
            <a:pPr algn="l">
              <a:spcAft>
                <a:spcPts val="0"/>
              </a:spcAft>
            </a:pPr>
            <a:r>
              <a:rPr sz="1200" b="0">
                <a:solidFill>
                  <a:srgbClr val="68788D"/>
                </a:solidFill>
                <a:latin typeface="Aptos"/>
              </a:rPr>
              <a:t>Role-check dashboard and users; inspect user pets and journals.</a:t>
            </a:r>
          </a:p>
        </p:txBody>
      </p:sp>
      <p:sp>
        <p:nvSpPr>
          <p:cNvPr id="36" name="Rounded Rectangle 35"/>
          <p:cNvSpPr/>
          <p:nvPr/>
        </p:nvSpPr>
        <p:spPr>
          <a:xfrm>
            <a:off x="731520" y="5330952"/>
            <a:ext cx="10753344" cy="585216"/>
          </a:xfrm>
          <a:prstGeom prst="roundRect">
            <a:avLst/>
          </a:prstGeom>
          <a:solidFill>
            <a:srgbClr val="FFF4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7" name="TextBox 36"/>
          <p:cNvSpPr txBox="1"/>
          <p:nvPr/>
        </p:nvSpPr>
        <p:spPr>
          <a:xfrm>
            <a:off x="932688" y="5392907"/>
            <a:ext cx="10332720" cy="424732"/>
          </a:xfrm>
          <a:prstGeom prst="rect">
            <a:avLst/>
          </a:prstGeom>
          <a:noFill/>
        </p:spPr>
        <p:txBody>
          <a:bodyPr wrap="square" lIns="27432" tIns="27432" rIns="27432" bIns="27432" anchor="ctr">
            <a:spAutoFit/>
          </a:bodyPr>
          <a:lstStyle/>
          <a:p>
            <a:pPr algn="ctr">
              <a:spcAft>
                <a:spcPts val="0"/>
              </a:spcAft>
            </a:pPr>
            <a:r>
              <a:rPr sz="1200" b="1">
                <a:solidFill>
                  <a:srgbClr val="865B14"/>
                </a:solidFill>
                <a:latin typeface="Aptos"/>
              </a:rPr>
              <a:t>Good next steps: move secrets to environment config, strengthen password hashing, add CSRF protection, and use transactions for multi-step signup.</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2">
            <a:extLst>
              <a:ext uri="{FF2B5EF4-FFF2-40B4-BE49-F238E27FC236}">
                <a16:creationId xmlns:a16="http://schemas.microsoft.com/office/drawing/2014/main" id="{1562686A-C255-5695-6030-7C60FD799C4B}"/>
              </a:ext>
            </a:extLst>
          </p:cNvPr>
          <p:cNvSpPr>
            <a:spLocks noGrp="1"/>
          </p:cNvSpPr>
          <p:nvPr>
            <p:ph sz="quarter" idx="20"/>
          </p:nvPr>
        </p:nvSpPr>
        <p:spPr>
          <a:xfrm>
            <a:off x="6894946" y="1758950"/>
            <a:ext cx="4750889" cy="4489450"/>
          </a:xfrm>
        </p:spPr>
        <p:txBody>
          <a:bodyPr/>
          <a:lstStyle/>
          <a:p>
            <a:r>
              <a:rPr lang="en-SG" b="1" dirty="0"/>
              <a:t>app.js </a:t>
            </a:r>
            <a:r>
              <a:rPr lang="en-SG" dirty="0"/>
              <a:t>is a single-file Express server for the Pet Care Journal System. </a:t>
            </a:r>
            <a:endParaRPr lang="en-US" dirty="0"/>
          </a:p>
          <a:p>
            <a:endParaRPr lang="en-US" dirty="0"/>
          </a:p>
        </p:txBody>
      </p:sp>
      <p:sp>
        <p:nvSpPr>
          <p:cNvPr id="3" name="Title 2">
            <a:extLst>
              <a:ext uri="{FF2B5EF4-FFF2-40B4-BE49-F238E27FC236}">
                <a16:creationId xmlns:a16="http://schemas.microsoft.com/office/drawing/2014/main" id="{E7CC51B7-8B7F-809F-04E4-6072B1810379}"/>
              </a:ext>
            </a:extLst>
          </p:cNvPr>
          <p:cNvSpPr>
            <a:spLocks noGrp="1"/>
          </p:cNvSpPr>
          <p:nvPr>
            <p:ph type="title"/>
          </p:nvPr>
        </p:nvSpPr>
        <p:spPr>
          <a:xfrm>
            <a:off x="546165" y="785814"/>
            <a:ext cx="10531410" cy="623667"/>
          </a:xfrm>
        </p:spPr>
        <p:txBody>
          <a:bodyPr anchor="ctr">
            <a:normAutofit/>
          </a:bodyPr>
          <a:lstStyle/>
          <a:p>
            <a:r>
              <a:rPr lang="en-SG" dirty="0"/>
              <a:t>app.js </a:t>
            </a:r>
          </a:p>
        </p:txBody>
      </p:sp>
      <p:graphicFrame>
        <p:nvGraphicFramePr>
          <p:cNvPr id="5" name="Text Placeholder 1">
            <a:extLst>
              <a:ext uri="{FF2B5EF4-FFF2-40B4-BE49-F238E27FC236}">
                <a16:creationId xmlns:a16="http://schemas.microsoft.com/office/drawing/2014/main" id="{8A19DB91-B3E1-4817-D4C5-C56C73A8FF18}"/>
              </a:ext>
            </a:extLst>
          </p:cNvPr>
          <p:cNvGraphicFramePr/>
          <p:nvPr>
            <p:extLst>
              <p:ext uri="{D42A27DB-BD31-4B8C-83A1-F6EECF244321}">
                <p14:modId xmlns:p14="http://schemas.microsoft.com/office/powerpoint/2010/main" val="18699532"/>
              </p:ext>
            </p:extLst>
          </p:nvPr>
        </p:nvGraphicFramePr>
        <p:xfrm>
          <a:off x="546165" y="1457753"/>
          <a:ext cx="6120245" cy="518874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4" name="Picture 3" descr="Cat Loading GIFs | Tenor">
            <a:extLst>
              <a:ext uri="{FF2B5EF4-FFF2-40B4-BE49-F238E27FC236}">
                <a16:creationId xmlns:a16="http://schemas.microsoft.com/office/drawing/2014/main" id="{68E9D141-3901-6B96-5866-4E3098E014D5}"/>
              </a:ext>
            </a:extLst>
          </p:cNvPr>
          <p:cNvPicPr>
            <a:picLocks noChangeAspect="1"/>
          </p:cNvPicPr>
          <p:nvPr/>
        </p:nvPicPr>
        <p:blipFill>
          <a:blip r:embed="rId8"/>
          <a:stretch>
            <a:fillRect/>
          </a:stretch>
        </p:blipFill>
        <p:spPr>
          <a:xfrm>
            <a:off x="8222640" y="3437331"/>
            <a:ext cx="2095500" cy="2095500"/>
          </a:xfrm>
          <a:prstGeom prst="rect">
            <a:avLst/>
          </a:prstGeom>
        </p:spPr>
      </p:pic>
      <p:sp>
        <p:nvSpPr>
          <p:cNvPr id="6" name="TextBox 5">
            <a:extLst>
              <a:ext uri="{FF2B5EF4-FFF2-40B4-BE49-F238E27FC236}">
                <a16:creationId xmlns:a16="http://schemas.microsoft.com/office/drawing/2014/main" id="{0C196BDD-1459-ECA9-56DB-1DD5D9EC1F52}"/>
              </a:ext>
            </a:extLst>
          </p:cNvPr>
          <p:cNvSpPr txBox="1"/>
          <p:nvPr/>
        </p:nvSpPr>
        <p:spPr>
          <a:xfrm>
            <a:off x="8222640" y="5532831"/>
            <a:ext cx="2095500" cy="738664"/>
          </a:xfrm>
          <a:prstGeom prst="rect">
            <a:avLst/>
          </a:prstGeom>
          <a:noFill/>
        </p:spPr>
        <p:txBody>
          <a:bodyPr wrap="square" rtlCol="0">
            <a:spAutoFit/>
          </a:bodyPr>
          <a:lstStyle/>
          <a:p>
            <a:r>
              <a:rPr lang="en-SG" sz="1050" dirty="0">
                <a:solidFill>
                  <a:schemeClr val="bg2">
                    <a:lumMod val="75000"/>
                  </a:schemeClr>
                </a:solidFill>
              </a:rPr>
              <a:t>https://tenor.com/view/cat-cat-meme-cat-memes-meme-loading-gif-11112458141014207448</a:t>
            </a:r>
          </a:p>
        </p:txBody>
      </p:sp>
    </p:spTree>
    <p:extLst>
      <p:ext uri="{BB962C8B-B14F-4D97-AF65-F5344CB8AC3E}">
        <p14:creationId xmlns:p14="http://schemas.microsoft.com/office/powerpoint/2010/main" val="23092167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AE62E69A-3AFE-6EFC-8763-659FA3468192}"/>
              </a:ext>
            </a:extLst>
          </p:cNvPr>
          <p:cNvPicPr>
            <a:picLocks noChangeAspect="1"/>
          </p:cNvPicPr>
          <p:nvPr/>
        </p:nvPicPr>
        <p:blipFill>
          <a:blip r:embed="rId3"/>
          <a:stretch>
            <a:fillRect/>
          </a:stretch>
        </p:blipFill>
        <p:spPr>
          <a:xfrm>
            <a:off x="5111435" y="1442588"/>
            <a:ext cx="1865521" cy="5225707"/>
          </a:xfrm>
          <a:prstGeom prst="rect">
            <a:avLst/>
          </a:prstGeom>
        </p:spPr>
      </p:pic>
      <p:sp>
        <p:nvSpPr>
          <p:cNvPr id="2" name="Title 1">
            <a:extLst>
              <a:ext uri="{FF2B5EF4-FFF2-40B4-BE49-F238E27FC236}">
                <a16:creationId xmlns:a16="http://schemas.microsoft.com/office/drawing/2014/main" id="{ECEF79A0-8D8B-1CCC-FF86-FD1F7554CF6D}"/>
              </a:ext>
            </a:extLst>
          </p:cNvPr>
          <p:cNvSpPr>
            <a:spLocks noGrp="1"/>
          </p:cNvSpPr>
          <p:nvPr>
            <p:ph type="title"/>
          </p:nvPr>
        </p:nvSpPr>
        <p:spPr/>
        <p:txBody>
          <a:bodyPr>
            <a:normAutofit/>
          </a:bodyPr>
          <a:lstStyle/>
          <a:p>
            <a:r>
              <a:rPr lang="en-SG" dirty="0" err="1"/>
              <a:t>PetCareApp</a:t>
            </a:r>
            <a:r>
              <a:rPr lang="en-SG" dirty="0"/>
              <a:t> Project Folder Structure</a:t>
            </a:r>
          </a:p>
        </p:txBody>
      </p:sp>
      <p:sp>
        <p:nvSpPr>
          <p:cNvPr id="6" name="Rectangle 5">
            <a:extLst>
              <a:ext uri="{FF2B5EF4-FFF2-40B4-BE49-F238E27FC236}">
                <a16:creationId xmlns:a16="http://schemas.microsoft.com/office/drawing/2014/main" id="{6A43C3A2-D0E8-3975-DEEE-E6954D591E2E}"/>
              </a:ext>
            </a:extLst>
          </p:cNvPr>
          <p:cNvSpPr/>
          <p:nvPr/>
        </p:nvSpPr>
        <p:spPr>
          <a:xfrm>
            <a:off x="5296130" y="1419281"/>
            <a:ext cx="941385" cy="251889"/>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a:p>
        </p:txBody>
      </p:sp>
      <p:sp>
        <p:nvSpPr>
          <p:cNvPr id="7" name="TextBox 6">
            <a:extLst>
              <a:ext uri="{FF2B5EF4-FFF2-40B4-BE49-F238E27FC236}">
                <a16:creationId xmlns:a16="http://schemas.microsoft.com/office/drawing/2014/main" id="{08E12B41-D79C-0F5A-6F64-4F11EB3EC285}"/>
              </a:ext>
            </a:extLst>
          </p:cNvPr>
          <p:cNvSpPr txBox="1"/>
          <p:nvPr/>
        </p:nvSpPr>
        <p:spPr>
          <a:xfrm>
            <a:off x="2586913" y="1573630"/>
            <a:ext cx="1075230" cy="276999"/>
          </a:xfrm>
          <a:prstGeom prst="rect">
            <a:avLst/>
          </a:prstGeom>
          <a:noFill/>
          <a:ln>
            <a:solidFill>
              <a:srgbClr val="FF0000"/>
            </a:solidFill>
          </a:ln>
        </p:spPr>
        <p:txBody>
          <a:bodyPr wrap="none" rtlCol="0">
            <a:spAutoFit/>
          </a:bodyPr>
          <a:lstStyle/>
          <a:p>
            <a:pPr algn="ctr"/>
            <a:r>
              <a:rPr lang="en-SG" sz="1200" dirty="0"/>
              <a:t>Project folder</a:t>
            </a:r>
          </a:p>
        </p:txBody>
      </p:sp>
      <p:cxnSp>
        <p:nvCxnSpPr>
          <p:cNvPr id="11" name="Straight Arrow Connector 10">
            <a:extLst>
              <a:ext uri="{FF2B5EF4-FFF2-40B4-BE49-F238E27FC236}">
                <a16:creationId xmlns:a16="http://schemas.microsoft.com/office/drawing/2014/main" id="{9C17BDC4-52C5-E02F-EB31-195618ADBAEF}"/>
              </a:ext>
            </a:extLst>
          </p:cNvPr>
          <p:cNvCxnSpPr>
            <a:cxnSpLocks/>
            <a:stCxn id="7" idx="3"/>
            <a:endCxn id="6" idx="1"/>
          </p:cNvCxnSpPr>
          <p:nvPr/>
        </p:nvCxnSpPr>
        <p:spPr>
          <a:xfrm flipV="1">
            <a:off x="3662143" y="1545225"/>
            <a:ext cx="1633986" cy="166904"/>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
        <p:nvSpPr>
          <p:cNvPr id="12" name="Rectangle 11">
            <a:extLst>
              <a:ext uri="{FF2B5EF4-FFF2-40B4-BE49-F238E27FC236}">
                <a16:creationId xmlns:a16="http://schemas.microsoft.com/office/drawing/2014/main" id="{4D17F49F-2629-19A5-989A-36A3FB0E6BAC}"/>
              </a:ext>
            </a:extLst>
          </p:cNvPr>
          <p:cNvSpPr/>
          <p:nvPr/>
        </p:nvSpPr>
        <p:spPr>
          <a:xfrm>
            <a:off x="5296130" y="1694030"/>
            <a:ext cx="1142429" cy="224306"/>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a:p>
        </p:txBody>
      </p:sp>
      <p:sp>
        <p:nvSpPr>
          <p:cNvPr id="13" name="TextBox 12">
            <a:extLst>
              <a:ext uri="{FF2B5EF4-FFF2-40B4-BE49-F238E27FC236}">
                <a16:creationId xmlns:a16="http://schemas.microsoft.com/office/drawing/2014/main" id="{44FF27EB-9730-1A76-E559-286332D792EB}"/>
              </a:ext>
            </a:extLst>
          </p:cNvPr>
          <p:cNvSpPr txBox="1"/>
          <p:nvPr/>
        </p:nvSpPr>
        <p:spPr>
          <a:xfrm>
            <a:off x="2102264" y="2172830"/>
            <a:ext cx="2044529" cy="646331"/>
          </a:xfrm>
          <a:prstGeom prst="rect">
            <a:avLst/>
          </a:prstGeom>
          <a:noFill/>
          <a:ln>
            <a:solidFill>
              <a:srgbClr val="FF0000"/>
            </a:solidFill>
          </a:ln>
        </p:spPr>
        <p:txBody>
          <a:bodyPr wrap="square" rtlCol="0">
            <a:spAutoFit/>
          </a:bodyPr>
          <a:lstStyle/>
          <a:p>
            <a:pPr algn="ctr"/>
            <a:r>
              <a:rPr lang="en-SG" sz="1200" dirty="0"/>
              <a:t>Dependencies(external libraries or packages) will be installed here</a:t>
            </a:r>
          </a:p>
        </p:txBody>
      </p:sp>
      <p:cxnSp>
        <p:nvCxnSpPr>
          <p:cNvPr id="14" name="Straight Arrow Connector 13">
            <a:extLst>
              <a:ext uri="{FF2B5EF4-FFF2-40B4-BE49-F238E27FC236}">
                <a16:creationId xmlns:a16="http://schemas.microsoft.com/office/drawing/2014/main" id="{0B070BFB-652F-DCFE-385E-51867A406819}"/>
              </a:ext>
            </a:extLst>
          </p:cNvPr>
          <p:cNvCxnSpPr>
            <a:cxnSpLocks/>
            <a:stCxn id="13" idx="3"/>
            <a:endCxn id="12" idx="1"/>
          </p:cNvCxnSpPr>
          <p:nvPr/>
        </p:nvCxnSpPr>
        <p:spPr>
          <a:xfrm flipV="1">
            <a:off x="4146793" y="1806183"/>
            <a:ext cx="1149337" cy="689812"/>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
        <p:nvSpPr>
          <p:cNvPr id="17" name="Rectangle 16">
            <a:extLst>
              <a:ext uri="{FF2B5EF4-FFF2-40B4-BE49-F238E27FC236}">
                <a16:creationId xmlns:a16="http://schemas.microsoft.com/office/drawing/2014/main" id="{77585787-5CAD-80FE-F209-CBABC20E6D83}"/>
              </a:ext>
            </a:extLst>
          </p:cNvPr>
          <p:cNvSpPr/>
          <p:nvPr/>
        </p:nvSpPr>
        <p:spPr>
          <a:xfrm>
            <a:off x="5296129" y="1944455"/>
            <a:ext cx="601752" cy="245735"/>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a:p>
        </p:txBody>
      </p:sp>
      <p:sp>
        <p:nvSpPr>
          <p:cNvPr id="18" name="TextBox 17">
            <a:extLst>
              <a:ext uri="{FF2B5EF4-FFF2-40B4-BE49-F238E27FC236}">
                <a16:creationId xmlns:a16="http://schemas.microsoft.com/office/drawing/2014/main" id="{81869358-82C6-9523-D3E3-460B8EF2D27D}"/>
              </a:ext>
            </a:extLst>
          </p:cNvPr>
          <p:cNvSpPr txBox="1"/>
          <p:nvPr/>
        </p:nvSpPr>
        <p:spPr>
          <a:xfrm>
            <a:off x="7563917" y="1575351"/>
            <a:ext cx="2604381" cy="461665"/>
          </a:xfrm>
          <a:prstGeom prst="rect">
            <a:avLst/>
          </a:prstGeom>
          <a:noFill/>
          <a:ln>
            <a:solidFill>
              <a:srgbClr val="FF0000"/>
            </a:solidFill>
          </a:ln>
        </p:spPr>
        <p:txBody>
          <a:bodyPr wrap="square" rtlCol="0">
            <a:spAutoFit/>
          </a:bodyPr>
          <a:lstStyle/>
          <a:p>
            <a:pPr algn="ctr"/>
            <a:r>
              <a:rPr lang="en-SG" sz="1200" dirty="0"/>
              <a:t>Assets such as images, </a:t>
            </a:r>
            <a:r>
              <a:rPr lang="en-SG" sz="1200" dirty="0" err="1"/>
              <a:t>javascript</a:t>
            </a:r>
            <a:r>
              <a:rPr lang="en-SG" sz="1200" dirty="0"/>
              <a:t>, </a:t>
            </a:r>
            <a:r>
              <a:rPr lang="en-SG" sz="1200" dirty="0" err="1"/>
              <a:t>css</a:t>
            </a:r>
            <a:r>
              <a:rPr lang="en-SG" sz="1200" dirty="0"/>
              <a:t> should be stored here</a:t>
            </a:r>
          </a:p>
        </p:txBody>
      </p:sp>
      <p:cxnSp>
        <p:nvCxnSpPr>
          <p:cNvPr id="19" name="Straight Arrow Connector 18">
            <a:extLst>
              <a:ext uri="{FF2B5EF4-FFF2-40B4-BE49-F238E27FC236}">
                <a16:creationId xmlns:a16="http://schemas.microsoft.com/office/drawing/2014/main" id="{5EC6868D-14A6-8020-CCB1-8340486BDD59}"/>
              </a:ext>
            </a:extLst>
          </p:cNvPr>
          <p:cNvCxnSpPr>
            <a:cxnSpLocks/>
            <a:stCxn id="18" idx="1"/>
            <a:endCxn id="17" idx="3"/>
          </p:cNvCxnSpPr>
          <p:nvPr/>
        </p:nvCxnSpPr>
        <p:spPr>
          <a:xfrm flipH="1">
            <a:off x="5897882" y="1806184"/>
            <a:ext cx="1666035" cy="261139"/>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
        <p:nvSpPr>
          <p:cNvPr id="23" name="Rectangle 22">
            <a:extLst>
              <a:ext uri="{FF2B5EF4-FFF2-40B4-BE49-F238E27FC236}">
                <a16:creationId xmlns:a16="http://schemas.microsoft.com/office/drawing/2014/main" id="{8795F946-85AE-F51B-0062-5F301162746C}"/>
              </a:ext>
            </a:extLst>
          </p:cNvPr>
          <p:cNvSpPr/>
          <p:nvPr/>
        </p:nvSpPr>
        <p:spPr>
          <a:xfrm>
            <a:off x="5296130" y="2231218"/>
            <a:ext cx="1445966" cy="3163843"/>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a:p>
        </p:txBody>
      </p:sp>
      <p:sp>
        <p:nvSpPr>
          <p:cNvPr id="24" name="TextBox 23">
            <a:extLst>
              <a:ext uri="{FF2B5EF4-FFF2-40B4-BE49-F238E27FC236}">
                <a16:creationId xmlns:a16="http://schemas.microsoft.com/office/drawing/2014/main" id="{038E1D44-D7F6-970D-DD09-C5757DC15A77}"/>
              </a:ext>
            </a:extLst>
          </p:cNvPr>
          <p:cNvSpPr txBox="1"/>
          <p:nvPr/>
        </p:nvSpPr>
        <p:spPr>
          <a:xfrm>
            <a:off x="7735763" y="3004050"/>
            <a:ext cx="2604381" cy="461665"/>
          </a:xfrm>
          <a:prstGeom prst="rect">
            <a:avLst/>
          </a:prstGeom>
          <a:noFill/>
          <a:ln>
            <a:solidFill>
              <a:srgbClr val="FF0000"/>
            </a:solidFill>
          </a:ln>
        </p:spPr>
        <p:txBody>
          <a:bodyPr wrap="square" rtlCol="0">
            <a:spAutoFit/>
          </a:bodyPr>
          <a:lstStyle/>
          <a:p>
            <a:pPr algn="ctr"/>
            <a:r>
              <a:rPr lang="en-SG" sz="1200" dirty="0"/>
              <a:t>EJS files that contain HTML and embedded JavaScript in this folder</a:t>
            </a:r>
          </a:p>
        </p:txBody>
      </p:sp>
      <p:cxnSp>
        <p:nvCxnSpPr>
          <p:cNvPr id="25" name="Straight Arrow Connector 24">
            <a:extLst>
              <a:ext uri="{FF2B5EF4-FFF2-40B4-BE49-F238E27FC236}">
                <a16:creationId xmlns:a16="http://schemas.microsoft.com/office/drawing/2014/main" id="{5FBAB007-3155-2FC9-47A4-E9D042560BE4}"/>
              </a:ext>
            </a:extLst>
          </p:cNvPr>
          <p:cNvCxnSpPr>
            <a:cxnSpLocks/>
            <a:stCxn id="24" idx="1"/>
            <a:endCxn id="23" idx="3"/>
          </p:cNvCxnSpPr>
          <p:nvPr/>
        </p:nvCxnSpPr>
        <p:spPr>
          <a:xfrm flipH="1">
            <a:off x="6742096" y="3234883"/>
            <a:ext cx="993666" cy="578257"/>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
        <p:nvSpPr>
          <p:cNvPr id="31" name="Rectangle 30">
            <a:extLst>
              <a:ext uri="{FF2B5EF4-FFF2-40B4-BE49-F238E27FC236}">
                <a16:creationId xmlns:a16="http://schemas.microsoft.com/office/drawing/2014/main" id="{A728A58E-C396-8D83-4E09-EB9CF55DBB6B}"/>
              </a:ext>
            </a:extLst>
          </p:cNvPr>
          <p:cNvSpPr/>
          <p:nvPr/>
        </p:nvSpPr>
        <p:spPr>
          <a:xfrm>
            <a:off x="5296129" y="5668752"/>
            <a:ext cx="601752" cy="222876"/>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a:p>
        </p:txBody>
      </p:sp>
      <p:sp>
        <p:nvSpPr>
          <p:cNvPr id="32" name="TextBox 31">
            <a:extLst>
              <a:ext uri="{FF2B5EF4-FFF2-40B4-BE49-F238E27FC236}">
                <a16:creationId xmlns:a16="http://schemas.microsoft.com/office/drawing/2014/main" id="{10A6403B-3E7C-29C5-1998-9E4891C154CF}"/>
              </a:ext>
            </a:extLst>
          </p:cNvPr>
          <p:cNvSpPr txBox="1"/>
          <p:nvPr/>
        </p:nvSpPr>
        <p:spPr>
          <a:xfrm>
            <a:off x="1857435" y="4504291"/>
            <a:ext cx="2478024" cy="461665"/>
          </a:xfrm>
          <a:prstGeom prst="rect">
            <a:avLst/>
          </a:prstGeom>
          <a:noFill/>
          <a:ln>
            <a:solidFill>
              <a:srgbClr val="FF0000"/>
            </a:solidFill>
          </a:ln>
        </p:spPr>
        <p:txBody>
          <a:bodyPr wrap="square" rtlCol="0">
            <a:spAutoFit/>
          </a:bodyPr>
          <a:lstStyle/>
          <a:p>
            <a:pPr algn="ctr"/>
            <a:r>
              <a:rPr lang="en-SG" sz="1200" dirty="0"/>
              <a:t>Entry point for the project to run, also contains business logic*</a:t>
            </a:r>
          </a:p>
        </p:txBody>
      </p:sp>
      <p:cxnSp>
        <p:nvCxnSpPr>
          <p:cNvPr id="33" name="Straight Arrow Connector 32">
            <a:extLst>
              <a:ext uri="{FF2B5EF4-FFF2-40B4-BE49-F238E27FC236}">
                <a16:creationId xmlns:a16="http://schemas.microsoft.com/office/drawing/2014/main" id="{AAA987A3-71B6-B0D2-5797-72A8FFC10E3D}"/>
              </a:ext>
            </a:extLst>
          </p:cNvPr>
          <p:cNvCxnSpPr>
            <a:cxnSpLocks/>
            <a:stCxn id="32" idx="3"/>
            <a:endCxn id="31" idx="1"/>
          </p:cNvCxnSpPr>
          <p:nvPr/>
        </p:nvCxnSpPr>
        <p:spPr>
          <a:xfrm>
            <a:off x="4335459" y="4735124"/>
            <a:ext cx="960670" cy="1045067"/>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
        <p:nvSpPr>
          <p:cNvPr id="38" name="Rectangle 37">
            <a:extLst>
              <a:ext uri="{FF2B5EF4-FFF2-40B4-BE49-F238E27FC236}">
                <a16:creationId xmlns:a16="http://schemas.microsoft.com/office/drawing/2014/main" id="{A55A8B51-849E-3672-2A78-7969879D553B}"/>
              </a:ext>
            </a:extLst>
          </p:cNvPr>
          <p:cNvSpPr/>
          <p:nvPr/>
        </p:nvSpPr>
        <p:spPr>
          <a:xfrm>
            <a:off x="5294636" y="6429462"/>
            <a:ext cx="1029965" cy="185864"/>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a:p>
        </p:txBody>
      </p:sp>
      <p:sp>
        <p:nvSpPr>
          <p:cNvPr id="39" name="TextBox 38">
            <a:extLst>
              <a:ext uri="{FF2B5EF4-FFF2-40B4-BE49-F238E27FC236}">
                <a16:creationId xmlns:a16="http://schemas.microsoft.com/office/drawing/2014/main" id="{273CFCFF-D3EC-26E4-D711-A6654A75A9E1}"/>
              </a:ext>
            </a:extLst>
          </p:cNvPr>
          <p:cNvSpPr txBox="1"/>
          <p:nvPr/>
        </p:nvSpPr>
        <p:spPr>
          <a:xfrm>
            <a:off x="1885515" y="5749822"/>
            <a:ext cx="2478024" cy="830997"/>
          </a:xfrm>
          <a:prstGeom prst="rect">
            <a:avLst/>
          </a:prstGeom>
          <a:noFill/>
          <a:ln>
            <a:solidFill>
              <a:srgbClr val="FF0000"/>
            </a:solidFill>
          </a:ln>
        </p:spPr>
        <p:txBody>
          <a:bodyPr wrap="square" rtlCol="0">
            <a:spAutoFit/>
          </a:bodyPr>
          <a:lstStyle/>
          <a:p>
            <a:pPr algn="ctr"/>
            <a:r>
              <a:rPr lang="en-SG" sz="1200" dirty="0"/>
              <a:t>Contains meta data about the project(e.g. project name, description), dependencies required by the project, etc.</a:t>
            </a:r>
          </a:p>
        </p:txBody>
      </p:sp>
      <p:cxnSp>
        <p:nvCxnSpPr>
          <p:cNvPr id="40" name="Straight Arrow Connector 39">
            <a:extLst>
              <a:ext uri="{FF2B5EF4-FFF2-40B4-BE49-F238E27FC236}">
                <a16:creationId xmlns:a16="http://schemas.microsoft.com/office/drawing/2014/main" id="{3514C241-0279-A1C3-619F-BAC07E1C6D76}"/>
              </a:ext>
            </a:extLst>
          </p:cNvPr>
          <p:cNvCxnSpPr>
            <a:cxnSpLocks/>
            <a:stCxn id="39" idx="3"/>
            <a:endCxn id="38" idx="1"/>
          </p:cNvCxnSpPr>
          <p:nvPr/>
        </p:nvCxnSpPr>
        <p:spPr>
          <a:xfrm>
            <a:off x="4363539" y="6165320"/>
            <a:ext cx="931096" cy="357074"/>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
        <p:nvSpPr>
          <p:cNvPr id="41" name="Rectangle 40">
            <a:extLst>
              <a:ext uri="{FF2B5EF4-FFF2-40B4-BE49-F238E27FC236}">
                <a16:creationId xmlns:a16="http://schemas.microsoft.com/office/drawing/2014/main" id="{DBEDDA3B-E042-0A99-853D-CB03CB3E4B83}"/>
              </a:ext>
            </a:extLst>
          </p:cNvPr>
          <p:cNvSpPr/>
          <p:nvPr/>
        </p:nvSpPr>
        <p:spPr>
          <a:xfrm>
            <a:off x="5294635" y="6165320"/>
            <a:ext cx="1368750" cy="222876"/>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a:p>
        </p:txBody>
      </p:sp>
      <p:sp>
        <p:nvSpPr>
          <p:cNvPr id="42" name="TextBox 41">
            <a:extLst>
              <a:ext uri="{FF2B5EF4-FFF2-40B4-BE49-F238E27FC236}">
                <a16:creationId xmlns:a16="http://schemas.microsoft.com/office/drawing/2014/main" id="{A75088EC-3E3D-E936-D774-75915F087620}"/>
              </a:ext>
            </a:extLst>
          </p:cNvPr>
          <p:cNvSpPr txBox="1"/>
          <p:nvPr/>
        </p:nvSpPr>
        <p:spPr>
          <a:xfrm>
            <a:off x="7752931" y="5697527"/>
            <a:ext cx="2604381" cy="646331"/>
          </a:xfrm>
          <a:prstGeom prst="rect">
            <a:avLst/>
          </a:prstGeom>
          <a:noFill/>
          <a:ln>
            <a:solidFill>
              <a:srgbClr val="FF0000"/>
            </a:solidFill>
          </a:ln>
        </p:spPr>
        <p:txBody>
          <a:bodyPr wrap="square" rtlCol="0">
            <a:spAutoFit/>
          </a:bodyPr>
          <a:lstStyle/>
          <a:p>
            <a:pPr algn="ctr"/>
            <a:r>
              <a:rPr lang="en-SG" sz="1200" dirty="0"/>
              <a:t>Automatically generated when you run </a:t>
            </a:r>
            <a:r>
              <a:rPr lang="en-SG" sz="1200" dirty="0" err="1"/>
              <a:t>npm</a:t>
            </a:r>
            <a:r>
              <a:rPr lang="en-SG" sz="1200" dirty="0"/>
              <a:t> install for the first time. Locks the version of the packages</a:t>
            </a:r>
          </a:p>
        </p:txBody>
      </p:sp>
      <p:cxnSp>
        <p:nvCxnSpPr>
          <p:cNvPr id="43" name="Straight Arrow Connector 42">
            <a:extLst>
              <a:ext uri="{FF2B5EF4-FFF2-40B4-BE49-F238E27FC236}">
                <a16:creationId xmlns:a16="http://schemas.microsoft.com/office/drawing/2014/main" id="{A102D1CB-C62C-71AE-3247-2051F7AB9072}"/>
              </a:ext>
            </a:extLst>
          </p:cNvPr>
          <p:cNvCxnSpPr>
            <a:cxnSpLocks/>
            <a:stCxn id="42" idx="1"/>
            <a:endCxn id="41" idx="3"/>
          </p:cNvCxnSpPr>
          <p:nvPr/>
        </p:nvCxnSpPr>
        <p:spPr>
          <a:xfrm flipH="1">
            <a:off x="6663386" y="6020692"/>
            <a:ext cx="1089545" cy="256066"/>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
        <p:nvSpPr>
          <p:cNvPr id="63" name="Rectangle 62">
            <a:extLst>
              <a:ext uri="{FF2B5EF4-FFF2-40B4-BE49-F238E27FC236}">
                <a16:creationId xmlns:a16="http://schemas.microsoft.com/office/drawing/2014/main" id="{67C9F2EE-A262-05B7-4133-51599413D37F}"/>
              </a:ext>
            </a:extLst>
          </p:cNvPr>
          <p:cNvSpPr/>
          <p:nvPr/>
        </p:nvSpPr>
        <p:spPr>
          <a:xfrm>
            <a:off x="5294635" y="5418926"/>
            <a:ext cx="1368750" cy="191403"/>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a:p>
        </p:txBody>
      </p:sp>
      <p:sp>
        <p:nvSpPr>
          <p:cNvPr id="64" name="TextBox 63">
            <a:extLst>
              <a:ext uri="{FF2B5EF4-FFF2-40B4-BE49-F238E27FC236}">
                <a16:creationId xmlns:a16="http://schemas.microsoft.com/office/drawing/2014/main" id="{155FB508-8710-661C-717C-CD0D73343D5D}"/>
              </a:ext>
            </a:extLst>
          </p:cNvPr>
          <p:cNvSpPr txBox="1"/>
          <p:nvPr/>
        </p:nvSpPr>
        <p:spPr>
          <a:xfrm>
            <a:off x="7900905" y="4540597"/>
            <a:ext cx="2308431" cy="461665"/>
          </a:xfrm>
          <a:prstGeom prst="rect">
            <a:avLst/>
          </a:prstGeom>
          <a:noFill/>
          <a:ln>
            <a:solidFill>
              <a:srgbClr val="FF0000"/>
            </a:solidFill>
          </a:ln>
        </p:spPr>
        <p:txBody>
          <a:bodyPr wrap="square" rtlCol="0">
            <a:spAutoFit/>
          </a:bodyPr>
          <a:lstStyle/>
          <a:p>
            <a:pPr algn="ctr"/>
            <a:r>
              <a:rPr lang="en-US" sz="1200" dirty="0"/>
              <a:t>F</a:t>
            </a:r>
            <a:r>
              <a:rPr lang="en-SG" sz="1200" dirty="0" err="1"/>
              <a:t>iles</a:t>
            </a:r>
            <a:r>
              <a:rPr lang="en-SG" sz="1200" dirty="0"/>
              <a:t> to be ignored when pushing to git</a:t>
            </a:r>
          </a:p>
        </p:txBody>
      </p:sp>
      <p:cxnSp>
        <p:nvCxnSpPr>
          <p:cNvPr id="65" name="Straight Arrow Connector 64">
            <a:extLst>
              <a:ext uri="{FF2B5EF4-FFF2-40B4-BE49-F238E27FC236}">
                <a16:creationId xmlns:a16="http://schemas.microsoft.com/office/drawing/2014/main" id="{E0C54A3A-B22F-090D-9ED8-D60D435D9CCF}"/>
              </a:ext>
            </a:extLst>
          </p:cNvPr>
          <p:cNvCxnSpPr>
            <a:cxnSpLocks/>
            <a:stCxn id="64" idx="1"/>
            <a:endCxn id="63" idx="3"/>
          </p:cNvCxnSpPr>
          <p:nvPr/>
        </p:nvCxnSpPr>
        <p:spPr>
          <a:xfrm flipH="1">
            <a:off x="6663386" y="4771429"/>
            <a:ext cx="1237519" cy="743198"/>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Tree>
    <p:extLst>
      <p:ext uri="{BB962C8B-B14F-4D97-AF65-F5344CB8AC3E}">
        <p14:creationId xmlns:p14="http://schemas.microsoft.com/office/powerpoint/2010/main" val="199804431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Picture 25">
            <a:extLst>
              <a:ext uri="{FF2B5EF4-FFF2-40B4-BE49-F238E27FC236}">
                <a16:creationId xmlns:a16="http://schemas.microsoft.com/office/drawing/2014/main" id="{79D00332-B645-2A0B-86CC-292FB143B7F3}"/>
              </a:ext>
            </a:extLst>
          </p:cNvPr>
          <p:cNvPicPr>
            <a:picLocks noChangeAspect="1"/>
          </p:cNvPicPr>
          <p:nvPr/>
        </p:nvPicPr>
        <p:blipFill>
          <a:blip r:embed="rId3"/>
          <a:stretch>
            <a:fillRect/>
          </a:stretch>
        </p:blipFill>
        <p:spPr>
          <a:xfrm>
            <a:off x="5839456" y="4810643"/>
            <a:ext cx="4135099" cy="1761477"/>
          </a:xfrm>
          <a:prstGeom prst="rect">
            <a:avLst/>
          </a:prstGeom>
        </p:spPr>
      </p:pic>
      <p:pic>
        <p:nvPicPr>
          <p:cNvPr id="22" name="Picture 21">
            <a:extLst>
              <a:ext uri="{FF2B5EF4-FFF2-40B4-BE49-F238E27FC236}">
                <a16:creationId xmlns:a16="http://schemas.microsoft.com/office/drawing/2014/main" id="{DC3CF583-7AE8-0474-9888-2E5F41F1A1DB}"/>
              </a:ext>
            </a:extLst>
          </p:cNvPr>
          <p:cNvPicPr>
            <a:picLocks noChangeAspect="1"/>
          </p:cNvPicPr>
          <p:nvPr/>
        </p:nvPicPr>
        <p:blipFill>
          <a:blip r:embed="rId4"/>
          <a:stretch>
            <a:fillRect/>
          </a:stretch>
        </p:blipFill>
        <p:spPr>
          <a:xfrm>
            <a:off x="6078586" y="1026422"/>
            <a:ext cx="3759393" cy="3733992"/>
          </a:xfrm>
          <a:prstGeom prst="rect">
            <a:avLst/>
          </a:prstGeom>
        </p:spPr>
      </p:pic>
      <p:pic>
        <p:nvPicPr>
          <p:cNvPr id="20" name="Picture 19">
            <a:extLst>
              <a:ext uri="{FF2B5EF4-FFF2-40B4-BE49-F238E27FC236}">
                <a16:creationId xmlns:a16="http://schemas.microsoft.com/office/drawing/2014/main" id="{6280669B-FBB9-7C8B-422E-B4360DC671A0}"/>
              </a:ext>
            </a:extLst>
          </p:cNvPr>
          <p:cNvPicPr>
            <a:picLocks noChangeAspect="1"/>
          </p:cNvPicPr>
          <p:nvPr/>
        </p:nvPicPr>
        <p:blipFill>
          <a:blip r:embed="rId5"/>
          <a:stretch>
            <a:fillRect/>
          </a:stretch>
        </p:blipFill>
        <p:spPr>
          <a:xfrm>
            <a:off x="418948" y="1349076"/>
            <a:ext cx="4826248" cy="3949903"/>
          </a:xfrm>
          <a:prstGeom prst="rect">
            <a:avLst/>
          </a:prstGeom>
        </p:spPr>
      </p:pic>
      <p:sp>
        <p:nvSpPr>
          <p:cNvPr id="5" name="TextBox 4">
            <a:extLst>
              <a:ext uri="{FF2B5EF4-FFF2-40B4-BE49-F238E27FC236}">
                <a16:creationId xmlns:a16="http://schemas.microsoft.com/office/drawing/2014/main" id="{C048780F-A9CD-1F33-5327-FC85FACE2E97}"/>
              </a:ext>
            </a:extLst>
          </p:cNvPr>
          <p:cNvSpPr txBox="1"/>
          <p:nvPr/>
        </p:nvSpPr>
        <p:spPr>
          <a:xfrm>
            <a:off x="7958282" y="6110455"/>
            <a:ext cx="1957459" cy="307777"/>
          </a:xfrm>
          <a:prstGeom prst="rect">
            <a:avLst/>
          </a:prstGeom>
          <a:solidFill>
            <a:schemeClr val="bg1"/>
          </a:solidFill>
        </p:spPr>
        <p:txBody>
          <a:bodyPr wrap="none" rtlCol="0">
            <a:spAutoFit/>
          </a:bodyPr>
          <a:lstStyle/>
          <a:p>
            <a:r>
              <a:rPr lang="en-SG" sz="1400" b="1" dirty="0" err="1"/>
              <a:t>adminUserDetails.ejs</a:t>
            </a:r>
            <a:endParaRPr lang="en-SG" sz="1400" b="1" dirty="0"/>
          </a:p>
        </p:txBody>
      </p:sp>
      <p:sp>
        <p:nvSpPr>
          <p:cNvPr id="6" name="TextBox 5">
            <a:extLst>
              <a:ext uri="{FF2B5EF4-FFF2-40B4-BE49-F238E27FC236}">
                <a16:creationId xmlns:a16="http://schemas.microsoft.com/office/drawing/2014/main" id="{688C0639-5F3B-2EB4-0873-ECDAC410DCDA}"/>
              </a:ext>
            </a:extLst>
          </p:cNvPr>
          <p:cNvSpPr txBox="1"/>
          <p:nvPr/>
        </p:nvSpPr>
        <p:spPr>
          <a:xfrm>
            <a:off x="9083114" y="4298750"/>
            <a:ext cx="681597" cy="307777"/>
          </a:xfrm>
          <a:prstGeom prst="rect">
            <a:avLst/>
          </a:prstGeom>
          <a:solidFill>
            <a:schemeClr val="bg1"/>
          </a:solidFill>
        </p:spPr>
        <p:txBody>
          <a:bodyPr wrap="none" rtlCol="0">
            <a:spAutoFit/>
          </a:bodyPr>
          <a:lstStyle/>
          <a:p>
            <a:r>
              <a:rPr lang="en-SG" sz="1400" b="1" dirty="0"/>
              <a:t>app.js</a:t>
            </a:r>
          </a:p>
        </p:txBody>
      </p:sp>
      <p:sp>
        <p:nvSpPr>
          <p:cNvPr id="7" name="TextBox 6">
            <a:extLst>
              <a:ext uri="{FF2B5EF4-FFF2-40B4-BE49-F238E27FC236}">
                <a16:creationId xmlns:a16="http://schemas.microsoft.com/office/drawing/2014/main" id="{83BB6148-4DF6-C705-DBF8-724CCF28D71D}"/>
              </a:ext>
            </a:extLst>
          </p:cNvPr>
          <p:cNvSpPr txBox="1"/>
          <p:nvPr/>
        </p:nvSpPr>
        <p:spPr>
          <a:xfrm>
            <a:off x="418948" y="1001488"/>
            <a:ext cx="4909293" cy="276999"/>
          </a:xfrm>
          <a:prstGeom prst="rect">
            <a:avLst/>
          </a:prstGeom>
          <a:noFill/>
          <a:ln w="19050">
            <a:solidFill>
              <a:srgbClr val="FF0000"/>
            </a:solidFill>
          </a:ln>
        </p:spPr>
        <p:txBody>
          <a:bodyPr wrap="none" rtlCol="0">
            <a:spAutoFit/>
          </a:bodyPr>
          <a:lstStyle/>
          <a:p>
            <a:r>
              <a:rPr lang="en-SG" sz="1200" dirty="0"/>
              <a:t>1. User  clicks on a link or enters </a:t>
            </a:r>
            <a:r>
              <a:rPr lang="en-SG" sz="1200" dirty="0" err="1"/>
              <a:t>url</a:t>
            </a:r>
            <a:r>
              <a:rPr lang="en-SG" sz="1200" dirty="0"/>
              <a:t> into web browser to make a request</a:t>
            </a:r>
          </a:p>
        </p:txBody>
      </p:sp>
      <p:sp>
        <p:nvSpPr>
          <p:cNvPr id="8" name="Rectangle 7">
            <a:extLst>
              <a:ext uri="{FF2B5EF4-FFF2-40B4-BE49-F238E27FC236}">
                <a16:creationId xmlns:a16="http://schemas.microsoft.com/office/drawing/2014/main" id="{DB5A0B0C-BA0B-F60D-5E3E-EBFE19C13640}"/>
              </a:ext>
            </a:extLst>
          </p:cNvPr>
          <p:cNvSpPr/>
          <p:nvPr/>
        </p:nvSpPr>
        <p:spPr>
          <a:xfrm>
            <a:off x="1252338" y="1508202"/>
            <a:ext cx="1490472" cy="301752"/>
          </a:xfrm>
          <a:prstGeom prst="rect">
            <a:avLst/>
          </a:prstGeom>
          <a:noFill/>
          <a:ln w="1905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a:p>
        </p:txBody>
      </p:sp>
      <p:sp>
        <p:nvSpPr>
          <p:cNvPr id="9" name="TextBox 8">
            <a:extLst>
              <a:ext uri="{FF2B5EF4-FFF2-40B4-BE49-F238E27FC236}">
                <a16:creationId xmlns:a16="http://schemas.microsoft.com/office/drawing/2014/main" id="{AA9E5EA9-6275-8002-71C0-49F250683BE6}"/>
              </a:ext>
            </a:extLst>
          </p:cNvPr>
          <p:cNvSpPr txBox="1"/>
          <p:nvPr/>
        </p:nvSpPr>
        <p:spPr>
          <a:xfrm>
            <a:off x="6096000" y="479199"/>
            <a:ext cx="3963149" cy="461665"/>
          </a:xfrm>
          <a:prstGeom prst="rect">
            <a:avLst/>
          </a:prstGeom>
          <a:noFill/>
          <a:ln w="19050">
            <a:solidFill>
              <a:srgbClr val="00B0F0"/>
            </a:solidFill>
          </a:ln>
        </p:spPr>
        <p:txBody>
          <a:bodyPr wrap="square" rtlCol="0">
            <a:spAutoFit/>
          </a:bodyPr>
          <a:lstStyle/>
          <a:p>
            <a:r>
              <a:rPr lang="en-SG" sz="1200" dirty="0"/>
              <a:t>2. In app.js, Express identifies the route handler that matches the request’s HTTP method and URL path.</a:t>
            </a:r>
          </a:p>
        </p:txBody>
      </p:sp>
      <p:sp>
        <p:nvSpPr>
          <p:cNvPr id="10" name="Rectangle 9">
            <a:extLst>
              <a:ext uri="{FF2B5EF4-FFF2-40B4-BE49-F238E27FC236}">
                <a16:creationId xmlns:a16="http://schemas.microsoft.com/office/drawing/2014/main" id="{FBFE9F9C-615A-90FB-8448-20B8B90B0E83}"/>
              </a:ext>
            </a:extLst>
          </p:cNvPr>
          <p:cNvSpPr/>
          <p:nvPr/>
        </p:nvSpPr>
        <p:spPr>
          <a:xfrm>
            <a:off x="6460104" y="1001488"/>
            <a:ext cx="942975" cy="130771"/>
          </a:xfrm>
          <a:prstGeom prst="rect">
            <a:avLst/>
          </a:prstGeom>
          <a:noFill/>
          <a:ln w="19050">
            <a:solidFill>
              <a:srgbClr val="00B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a:p>
        </p:txBody>
      </p:sp>
      <p:sp>
        <p:nvSpPr>
          <p:cNvPr id="11" name="Rectangle 10">
            <a:extLst>
              <a:ext uri="{FF2B5EF4-FFF2-40B4-BE49-F238E27FC236}">
                <a16:creationId xmlns:a16="http://schemas.microsoft.com/office/drawing/2014/main" id="{60126E81-B21C-B499-CCDB-37EFF205B5F1}"/>
              </a:ext>
            </a:extLst>
          </p:cNvPr>
          <p:cNvSpPr/>
          <p:nvPr/>
        </p:nvSpPr>
        <p:spPr>
          <a:xfrm>
            <a:off x="6460103" y="3480429"/>
            <a:ext cx="1498178" cy="698104"/>
          </a:xfrm>
          <a:prstGeom prst="rect">
            <a:avLst/>
          </a:prstGeom>
          <a:noFill/>
          <a:ln w="19050">
            <a:solidFill>
              <a:srgbClr val="00B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a:p>
        </p:txBody>
      </p:sp>
      <p:sp>
        <p:nvSpPr>
          <p:cNvPr id="12" name="Rectangle 11">
            <a:extLst>
              <a:ext uri="{FF2B5EF4-FFF2-40B4-BE49-F238E27FC236}">
                <a16:creationId xmlns:a16="http://schemas.microsoft.com/office/drawing/2014/main" id="{171DCAC2-2BF7-E2EA-1CF5-04C09963F6E9}"/>
              </a:ext>
            </a:extLst>
          </p:cNvPr>
          <p:cNvSpPr/>
          <p:nvPr/>
        </p:nvSpPr>
        <p:spPr>
          <a:xfrm>
            <a:off x="6189662" y="1147670"/>
            <a:ext cx="1556317" cy="130771"/>
          </a:xfrm>
          <a:prstGeom prst="rect">
            <a:avLst/>
          </a:prstGeom>
          <a:noFill/>
          <a:ln w="19050">
            <a:solidFill>
              <a:srgbClr val="703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a:p>
        </p:txBody>
      </p:sp>
      <p:sp>
        <p:nvSpPr>
          <p:cNvPr id="13" name="TextBox 12">
            <a:extLst>
              <a:ext uri="{FF2B5EF4-FFF2-40B4-BE49-F238E27FC236}">
                <a16:creationId xmlns:a16="http://schemas.microsoft.com/office/drawing/2014/main" id="{AC9EFB71-6BB8-46F0-DB59-3A991DD5AC40}"/>
              </a:ext>
            </a:extLst>
          </p:cNvPr>
          <p:cNvSpPr txBox="1"/>
          <p:nvPr/>
        </p:nvSpPr>
        <p:spPr>
          <a:xfrm>
            <a:off x="592111" y="5365812"/>
            <a:ext cx="3907702" cy="461665"/>
          </a:xfrm>
          <a:prstGeom prst="rect">
            <a:avLst/>
          </a:prstGeom>
          <a:noFill/>
          <a:ln w="19050">
            <a:solidFill>
              <a:srgbClr val="7030A0"/>
            </a:solidFill>
          </a:ln>
        </p:spPr>
        <p:txBody>
          <a:bodyPr wrap="square" rtlCol="0">
            <a:spAutoFit/>
          </a:bodyPr>
          <a:lstStyle/>
          <a:p>
            <a:r>
              <a:rPr lang="en-SG" sz="1200" dirty="0"/>
              <a:t>3. The id is extracted from the URL and the data is retrieved from the database to be processed.</a:t>
            </a:r>
          </a:p>
        </p:txBody>
      </p:sp>
      <p:sp>
        <p:nvSpPr>
          <p:cNvPr id="14" name="TextBox 13">
            <a:extLst>
              <a:ext uri="{FF2B5EF4-FFF2-40B4-BE49-F238E27FC236}">
                <a16:creationId xmlns:a16="http://schemas.microsoft.com/office/drawing/2014/main" id="{AC6868D0-9669-A91A-41FF-7B236A4BD205}"/>
              </a:ext>
            </a:extLst>
          </p:cNvPr>
          <p:cNvSpPr txBox="1"/>
          <p:nvPr/>
        </p:nvSpPr>
        <p:spPr>
          <a:xfrm>
            <a:off x="592111" y="5915369"/>
            <a:ext cx="3907702" cy="461665"/>
          </a:xfrm>
          <a:prstGeom prst="rect">
            <a:avLst/>
          </a:prstGeom>
          <a:noFill/>
          <a:ln w="19050">
            <a:solidFill>
              <a:srgbClr val="00B050"/>
            </a:solidFill>
          </a:ln>
        </p:spPr>
        <p:txBody>
          <a:bodyPr wrap="square" rtlCol="0">
            <a:spAutoFit/>
          </a:bodyPr>
          <a:lstStyle/>
          <a:p>
            <a:r>
              <a:rPr lang="en-SG" sz="1200" dirty="0"/>
              <a:t>4. The handler passes the retrieved data to </a:t>
            </a:r>
            <a:r>
              <a:rPr lang="en-SG" sz="1200" dirty="0" err="1"/>
              <a:t>adminUserDetails.ejs</a:t>
            </a:r>
            <a:endParaRPr lang="en-SG" sz="1200" dirty="0"/>
          </a:p>
        </p:txBody>
      </p:sp>
      <p:sp>
        <p:nvSpPr>
          <p:cNvPr id="16" name="Title 1">
            <a:extLst>
              <a:ext uri="{FF2B5EF4-FFF2-40B4-BE49-F238E27FC236}">
                <a16:creationId xmlns:a16="http://schemas.microsoft.com/office/drawing/2014/main" id="{44C5DEF4-929D-5079-5531-496C5A08E880}"/>
              </a:ext>
            </a:extLst>
          </p:cNvPr>
          <p:cNvSpPr txBox="1">
            <a:spLocks/>
          </p:cNvSpPr>
          <p:nvPr/>
        </p:nvSpPr>
        <p:spPr>
          <a:xfrm>
            <a:off x="1879744" y="353111"/>
            <a:ext cx="4034297" cy="604593"/>
          </a:xfrm>
          <a:prstGeom prst="rect">
            <a:avLst/>
          </a:prstGeom>
        </p:spPr>
        <p:txBody>
          <a:bodyPr/>
          <a:lstStyle>
            <a:lvl1pPr algn="l" defTabSz="342900" rtl="0" eaLnBrk="1" latinLnBrk="0" hangingPunct="1">
              <a:spcBef>
                <a:spcPct val="0"/>
              </a:spcBef>
              <a:buNone/>
              <a:defRPr sz="3300" kern="1200">
                <a:solidFill>
                  <a:schemeClr val="tx1"/>
                </a:solidFill>
                <a:latin typeface="Arial"/>
                <a:ea typeface="+mj-ea"/>
                <a:cs typeface="Arial"/>
              </a:defRPr>
            </a:lvl1pPr>
          </a:lstStyle>
          <a:p>
            <a:endParaRPr lang="en-SG" dirty="0">
              <a:solidFill>
                <a:schemeClr val="bg1">
                  <a:lumMod val="50000"/>
                </a:schemeClr>
              </a:solidFill>
            </a:endParaRPr>
          </a:p>
        </p:txBody>
      </p:sp>
      <p:sp>
        <p:nvSpPr>
          <p:cNvPr id="17" name="Rectangle 16">
            <a:extLst>
              <a:ext uri="{FF2B5EF4-FFF2-40B4-BE49-F238E27FC236}">
                <a16:creationId xmlns:a16="http://schemas.microsoft.com/office/drawing/2014/main" id="{8B815475-B999-44EC-3331-71D03263ED7F}"/>
              </a:ext>
            </a:extLst>
          </p:cNvPr>
          <p:cNvSpPr/>
          <p:nvPr/>
        </p:nvSpPr>
        <p:spPr>
          <a:xfrm>
            <a:off x="5747416" y="4760413"/>
            <a:ext cx="4311733" cy="1929940"/>
          </a:xfrm>
          <a:prstGeom prst="rect">
            <a:avLst/>
          </a:prstGeom>
          <a:noFill/>
          <a:ln w="19050">
            <a:solidFill>
              <a:srgbClr val="00B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a:p>
        </p:txBody>
      </p:sp>
      <p:cxnSp>
        <p:nvCxnSpPr>
          <p:cNvPr id="19" name="Straight Arrow Connector 18">
            <a:extLst>
              <a:ext uri="{FF2B5EF4-FFF2-40B4-BE49-F238E27FC236}">
                <a16:creationId xmlns:a16="http://schemas.microsoft.com/office/drawing/2014/main" id="{8F17D2E2-735B-2164-7D0F-CF0EF527EE04}"/>
              </a:ext>
            </a:extLst>
          </p:cNvPr>
          <p:cNvCxnSpPr>
            <a:cxnSpLocks/>
            <a:stCxn id="17" idx="1"/>
          </p:cNvCxnSpPr>
          <p:nvPr/>
        </p:nvCxnSpPr>
        <p:spPr>
          <a:xfrm flipH="1" flipV="1">
            <a:off x="4759960" y="5126853"/>
            <a:ext cx="987456" cy="598530"/>
          </a:xfrm>
          <a:prstGeom prst="straightConnector1">
            <a:avLst/>
          </a:prstGeom>
          <a:ln>
            <a:solidFill>
              <a:srgbClr val="00B050"/>
            </a:solidFill>
            <a:tailEnd type="triangle"/>
          </a:ln>
        </p:spPr>
        <p:style>
          <a:lnRef idx="2">
            <a:schemeClr val="accent3"/>
          </a:lnRef>
          <a:fillRef idx="0">
            <a:schemeClr val="accent3"/>
          </a:fillRef>
          <a:effectRef idx="1">
            <a:schemeClr val="accent3"/>
          </a:effectRef>
          <a:fontRef idx="minor">
            <a:schemeClr val="tx1"/>
          </a:fontRef>
        </p:style>
      </p:cxnSp>
      <p:sp>
        <p:nvSpPr>
          <p:cNvPr id="15" name="Title 14">
            <a:extLst>
              <a:ext uri="{FF2B5EF4-FFF2-40B4-BE49-F238E27FC236}">
                <a16:creationId xmlns:a16="http://schemas.microsoft.com/office/drawing/2014/main" id="{BF94D0CE-7DC8-0ABB-1007-96FDD0F1E0C1}"/>
              </a:ext>
            </a:extLst>
          </p:cNvPr>
          <p:cNvSpPr>
            <a:spLocks noGrp="1"/>
          </p:cNvSpPr>
          <p:nvPr>
            <p:ph type="title"/>
          </p:nvPr>
        </p:nvSpPr>
        <p:spPr>
          <a:xfrm>
            <a:off x="385004" y="359150"/>
            <a:ext cx="6966429" cy="623667"/>
          </a:xfrm>
        </p:spPr>
        <p:txBody>
          <a:bodyPr>
            <a:normAutofit/>
          </a:bodyPr>
          <a:lstStyle/>
          <a:p>
            <a:r>
              <a:rPr lang="en-SG" dirty="0"/>
              <a:t>How it works</a:t>
            </a:r>
          </a:p>
        </p:txBody>
      </p:sp>
      <p:sp>
        <p:nvSpPr>
          <p:cNvPr id="32" name="Rectangle 31">
            <a:extLst>
              <a:ext uri="{FF2B5EF4-FFF2-40B4-BE49-F238E27FC236}">
                <a16:creationId xmlns:a16="http://schemas.microsoft.com/office/drawing/2014/main" id="{79973399-FBEB-A73A-0929-6E6957A7D083}"/>
              </a:ext>
            </a:extLst>
          </p:cNvPr>
          <p:cNvSpPr/>
          <p:nvPr/>
        </p:nvSpPr>
        <p:spPr>
          <a:xfrm>
            <a:off x="6189662" y="1328668"/>
            <a:ext cx="3648317" cy="2101533"/>
          </a:xfrm>
          <a:prstGeom prst="rect">
            <a:avLst/>
          </a:prstGeom>
          <a:noFill/>
          <a:ln w="19050">
            <a:solidFill>
              <a:srgbClr val="703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320144341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03DD839-189C-E115-C55C-D522A107A0AE}"/>
              </a:ext>
            </a:extLst>
          </p:cNvPr>
          <p:cNvSpPr>
            <a:spLocks noGrp="1"/>
          </p:cNvSpPr>
          <p:nvPr>
            <p:ph type="body" sz="quarter" idx="14"/>
          </p:nvPr>
        </p:nvSpPr>
        <p:spPr/>
        <p:txBody>
          <a:bodyPr/>
          <a:lstStyle/>
          <a:p>
            <a:pPr marL="0" indent="0">
              <a:buNone/>
            </a:pPr>
            <a:r>
              <a:rPr lang="en-US" dirty="0"/>
              <a:t>Given the page shown, trace the request.</a:t>
            </a:r>
            <a:endParaRPr lang="en-SG" dirty="0"/>
          </a:p>
        </p:txBody>
      </p:sp>
      <p:sp>
        <p:nvSpPr>
          <p:cNvPr id="3" name="Title 2">
            <a:extLst>
              <a:ext uri="{FF2B5EF4-FFF2-40B4-BE49-F238E27FC236}">
                <a16:creationId xmlns:a16="http://schemas.microsoft.com/office/drawing/2014/main" id="{55FE9397-0CE2-E409-552A-983C6F2E3C9F}"/>
              </a:ext>
            </a:extLst>
          </p:cNvPr>
          <p:cNvSpPr>
            <a:spLocks noGrp="1"/>
          </p:cNvSpPr>
          <p:nvPr>
            <p:ph type="title"/>
          </p:nvPr>
        </p:nvSpPr>
        <p:spPr/>
        <p:txBody>
          <a:bodyPr/>
          <a:lstStyle/>
          <a:p>
            <a:r>
              <a:rPr lang="en-US" dirty="0"/>
              <a:t>Exercise 4</a:t>
            </a:r>
            <a:endParaRPr lang="en-SG" dirty="0"/>
          </a:p>
        </p:txBody>
      </p:sp>
      <p:graphicFrame>
        <p:nvGraphicFramePr>
          <p:cNvPr id="4" name="Table 3">
            <a:extLst>
              <a:ext uri="{FF2B5EF4-FFF2-40B4-BE49-F238E27FC236}">
                <a16:creationId xmlns:a16="http://schemas.microsoft.com/office/drawing/2014/main" id="{D9070DCB-F2DD-7CEC-EF0E-3F6467364279}"/>
              </a:ext>
            </a:extLst>
          </p:cNvPr>
          <p:cNvGraphicFramePr>
            <a:graphicFrameLocks noGrp="1"/>
          </p:cNvGraphicFramePr>
          <p:nvPr>
            <p:extLst>
              <p:ext uri="{D42A27DB-BD31-4B8C-83A1-F6EECF244321}">
                <p14:modId xmlns:p14="http://schemas.microsoft.com/office/powerpoint/2010/main" val="353084178"/>
              </p:ext>
            </p:extLst>
          </p:nvPr>
        </p:nvGraphicFramePr>
        <p:xfrm>
          <a:off x="6585758" y="1090469"/>
          <a:ext cx="5330536" cy="5410900"/>
        </p:xfrm>
        <a:graphic>
          <a:graphicData uri="http://schemas.openxmlformats.org/drawingml/2006/table">
            <a:tbl>
              <a:tblPr firstRow="1" bandRow="1">
                <a:tableStyleId>{93296810-A885-4BE3-A3E7-6D5BEEA58F35}</a:tableStyleId>
              </a:tblPr>
              <a:tblGrid>
                <a:gridCol w="1004775">
                  <a:extLst>
                    <a:ext uri="{9D8B030D-6E8A-4147-A177-3AD203B41FA5}">
                      <a16:colId xmlns:a16="http://schemas.microsoft.com/office/drawing/2014/main" val="1672549335"/>
                    </a:ext>
                  </a:extLst>
                </a:gridCol>
                <a:gridCol w="2548916">
                  <a:extLst>
                    <a:ext uri="{9D8B030D-6E8A-4147-A177-3AD203B41FA5}">
                      <a16:colId xmlns:a16="http://schemas.microsoft.com/office/drawing/2014/main" val="4114191099"/>
                    </a:ext>
                  </a:extLst>
                </a:gridCol>
                <a:gridCol w="1776845">
                  <a:extLst>
                    <a:ext uri="{9D8B030D-6E8A-4147-A177-3AD203B41FA5}">
                      <a16:colId xmlns:a16="http://schemas.microsoft.com/office/drawing/2014/main" val="1807747995"/>
                    </a:ext>
                  </a:extLst>
                </a:gridCol>
              </a:tblGrid>
              <a:tr h="370840">
                <a:tc>
                  <a:txBody>
                    <a:bodyPr/>
                    <a:lstStyle/>
                    <a:p>
                      <a:pPr algn="ctr"/>
                      <a:r>
                        <a:rPr lang="en-US" sz="1200" b="1" dirty="0"/>
                        <a:t>Step</a:t>
                      </a:r>
                      <a:endParaRPr lang="en-SG" sz="1200" b="1" dirty="0">
                        <a:latin typeface="Arial" panose="020B0604020202020204" pitchFamily="34" charset="0"/>
                        <a:cs typeface="Arial" panose="020B0604020202020204" pitchFamily="34" charset="0"/>
                      </a:endParaRPr>
                    </a:p>
                  </a:txBody>
                  <a:tcPr anchor="ctr"/>
                </a:tc>
                <a:tc>
                  <a:txBody>
                    <a:bodyPr/>
                    <a:lstStyle/>
                    <a:p>
                      <a:pPr algn="ctr"/>
                      <a:r>
                        <a:rPr lang="en-US" sz="1200" b="1" dirty="0"/>
                        <a:t>Question</a:t>
                      </a:r>
                      <a:endParaRPr lang="en-SG" sz="1200" b="1" dirty="0">
                        <a:latin typeface="Arial" panose="020B0604020202020204" pitchFamily="34" charset="0"/>
                        <a:cs typeface="Arial" panose="020B0604020202020204" pitchFamily="34" charset="0"/>
                      </a:endParaRPr>
                    </a:p>
                  </a:txBody>
                  <a:tcPr anchor="ctr"/>
                </a:tc>
                <a:tc>
                  <a:txBody>
                    <a:bodyPr/>
                    <a:lstStyle/>
                    <a:p>
                      <a:pPr algn="ctr"/>
                      <a:r>
                        <a:rPr lang="en-US" sz="1200" b="1" dirty="0"/>
                        <a:t>Answer</a:t>
                      </a:r>
                      <a:endParaRPr lang="en-SG" sz="1200" b="1"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80300313"/>
                  </a:ext>
                </a:extLst>
              </a:tr>
              <a:tr h="370840">
                <a:tc>
                  <a:txBody>
                    <a:bodyPr/>
                    <a:lstStyle/>
                    <a:p>
                      <a:pPr marL="0" marR="0" algn="ctr" fontAlgn="t">
                        <a:spcBef>
                          <a:spcPts val="1200"/>
                        </a:spcBef>
                        <a:spcAft>
                          <a:spcPts val="1200"/>
                        </a:spcAft>
                        <a:buNone/>
                      </a:pPr>
                      <a:r>
                        <a:rPr lang="en-SG" sz="1200" b="0" kern="1200" dirty="0">
                          <a:solidFill>
                            <a:schemeClr val="dk1"/>
                          </a:solidFill>
                          <a:effectLst/>
                        </a:rPr>
                        <a:t>Browser </a:t>
                      </a:r>
                      <a:r>
                        <a:rPr lang="en-SG" sz="1200" b="0" dirty="0">
                          <a:solidFill>
                            <a:srgbClr val="242424"/>
                          </a:solidFill>
                          <a:effectLst/>
                        </a:rPr>
                        <a:t> action</a:t>
                      </a:r>
                      <a:endParaRPr lang="en-SG" sz="1200" b="0" i="0" dirty="0">
                        <a:solidFill>
                          <a:srgbClr val="242424"/>
                        </a:solidFill>
                        <a:effectLst/>
                        <a:latin typeface="Arial" panose="020B0604020202020204" pitchFamily="34" charset="0"/>
                        <a:cs typeface="Arial" panose="020B0604020202020204" pitchFamily="34" charset="0"/>
                      </a:endParaRPr>
                    </a:p>
                  </a:txBody>
                  <a:tcPr marL="76200" marR="50800" marT="50800" marB="44450"/>
                </a:tc>
                <a:tc>
                  <a:txBody>
                    <a:bodyPr/>
                    <a:lstStyle/>
                    <a:p>
                      <a:pPr marL="0" marR="0" algn="ctr" fontAlgn="t">
                        <a:lnSpc>
                          <a:spcPct val="119048"/>
                        </a:lnSpc>
                        <a:spcBef>
                          <a:spcPts val="1200"/>
                        </a:spcBef>
                        <a:spcAft>
                          <a:spcPts val="1200"/>
                        </a:spcAft>
                        <a:buNone/>
                      </a:pPr>
                      <a:r>
                        <a:rPr lang="en-SG" sz="1200" b="0" dirty="0">
                          <a:solidFill>
                            <a:srgbClr val="242424"/>
                          </a:solidFill>
                          <a:effectLst/>
                        </a:rPr>
                        <a:t>Which link did you click? What URL was requested?</a:t>
                      </a:r>
                      <a:endParaRPr lang="en-SG" sz="1200" b="0" i="0" dirty="0">
                        <a:solidFill>
                          <a:srgbClr val="242424"/>
                        </a:solidFill>
                        <a:effectLst/>
                        <a:latin typeface="Arial" panose="020B0604020202020204" pitchFamily="34" charset="0"/>
                        <a:cs typeface="Arial" panose="020B0604020202020204" pitchFamily="34" charset="0"/>
                      </a:endParaRPr>
                    </a:p>
                  </a:txBody>
                  <a:tcPr marL="76200" marR="50800" marT="50800" marB="44450"/>
                </a:tc>
                <a:tc>
                  <a:txBody>
                    <a:bodyPr/>
                    <a:lstStyle/>
                    <a:p>
                      <a:pPr marL="0" marR="0" algn="ctr" fontAlgn="t">
                        <a:lnSpc>
                          <a:spcPct val="119048"/>
                        </a:lnSpc>
                        <a:spcBef>
                          <a:spcPts val="1200"/>
                        </a:spcBef>
                        <a:spcAft>
                          <a:spcPts val="1200"/>
                        </a:spcAft>
                        <a:buNone/>
                      </a:pPr>
                      <a:r>
                        <a:rPr lang="en-SG" sz="1200" b="0" i="0" dirty="0">
                          <a:solidFill>
                            <a:srgbClr val="242424"/>
                          </a:solidFill>
                          <a:effectLst/>
                          <a:latin typeface="Arial" panose="020B0604020202020204" pitchFamily="34" charset="0"/>
                          <a:cs typeface="Arial" panose="020B0604020202020204" pitchFamily="34" charset="0"/>
                        </a:rPr>
                        <a:t>Localhost:3000/Journals</a:t>
                      </a:r>
                    </a:p>
                  </a:txBody>
                  <a:tcPr marL="76200" marR="50800" marT="50800" marB="44450"/>
                </a:tc>
                <a:extLst>
                  <a:ext uri="{0D108BD9-81ED-4DB2-BD59-A6C34878D82A}">
                    <a16:rowId xmlns:a16="http://schemas.microsoft.com/office/drawing/2014/main" val="1565643480"/>
                  </a:ext>
                </a:extLst>
              </a:tr>
              <a:tr h="370840">
                <a:tc>
                  <a:txBody>
                    <a:bodyPr/>
                    <a:lstStyle/>
                    <a:p>
                      <a:pPr marL="0" marR="0" algn="ctr" fontAlgn="t">
                        <a:spcBef>
                          <a:spcPts val="1200"/>
                        </a:spcBef>
                        <a:spcAft>
                          <a:spcPts val="1200"/>
                        </a:spcAft>
                        <a:buNone/>
                      </a:pPr>
                      <a:r>
                        <a:rPr lang="en-SG" sz="1200" b="0" dirty="0">
                          <a:solidFill>
                            <a:srgbClr val="242424"/>
                          </a:solidFill>
                          <a:effectLst/>
                        </a:rPr>
                        <a:t>Route handler</a:t>
                      </a:r>
                      <a:endParaRPr lang="en-SG" sz="1200" b="0" i="0" dirty="0">
                        <a:solidFill>
                          <a:srgbClr val="242424"/>
                        </a:solidFill>
                        <a:effectLst/>
                        <a:latin typeface="Arial" panose="020B0604020202020204" pitchFamily="34" charset="0"/>
                        <a:cs typeface="Arial" panose="020B0604020202020204" pitchFamily="34" charset="0"/>
                      </a:endParaRPr>
                    </a:p>
                  </a:txBody>
                  <a:tcPr marL="76200" marR="50800" marT="50800" marB="44450"/>
                </a:tc>
                <a:tc>
                  <a:txBody>
                    <a:bodyPr/>
                    <a:lstStyle/>
                    <a:p>
                      <a:pPr marL="0" marR="0" algn="ctr" fontAlgn="t">
                        <a:lnSpc>
                          <a:spcPct val="119048"/>
                        </a:lnSpc>
                        <a:spcBef>
                          <a:spcPts val="1200"/>
                        </a:spcBef>
                        <a:spcAft>
                          <a:spcPts val="1200"/>
                        </a:spcAft>
                        <a:buNone/>
                      </a:pPr>
                      <a:r>
                        <a:rPr lang="en-SG" sz="1200" b="0" dirty="0">
                          <a:solidFill>
                            <a:srgbClr val="242424"/>
                          </a:solidFill>
                          <a:effectLst/>
                        </a:rPr>
                        <a:t>What HTTP method and route pattern handle this request?</a:t>
                      </a:r>
                      <a:endParaRPr lang="en-SG" sz="1200" b="0" i="0" dirty="0">
                        <a:solidFill>
                          <a:srgbClr val="242424"/>
                        </a:solidFill>
                        <a:effectLst/>
                        <a:latin typeface="Arial" panose="020B0604020202020204" pitchFamily="34" charset="0"/>
                        <a:cs typeface="Arial" panose="020B0604020202020204" pitchFamily="34" charset="0"/>
                      </a:endParaRPr>
                    </a:p>
                  </a:txBody>
                  <a:tcPr marL="76200" marR="50800" marT="50800" marB="44450"/>
                </a:tc>
                <a:tc>
                  <a:txBody>
                    <a:bodyPr/>
                    <a:lstStyle/>
                    <a:p>
                      <a:pPr marL="0" marR="0" algn="ctr" fontAlgn="t">
                        <a:lnSpc>
                          <a:spcPct val="119048"/>
                        </a:lnSpc>
                        <a:spcBef>
                          <a:spcPts val="1200"/>
                        </a:spcBef>
                        <a:spcAft>
                          <a:spcPts val="1200"/>
                        </a:spcAft>
                        <a:buNone/>
                      </a:pPr>
                      <a:r>
                        <a:rPr lang="en-SG" sz="1200" b="0" i="0" dirty="0">
                          <a:solidFill>
                            <a:srgbClr val="242424"/>
                          </a:solidFill>
                          <a:effectLst/>
                          <a:latin typeface="Arial" panose="020B0604020202020204" pitchFamily="34" charset="0"/>
                          <a:cs typeface="Arial" panose="020B0604020202020204" pitchFamily="34" charset="0"/>
                        </a:rPr>
                        <a:t>Get method</a:t>
                      </a:r>
                    </a:p>
                  </a:txBody>
                  <a:tcPr marL="76200" marR="50800" marT="50800" marB="44450"/>
                </a:tc>
                <a:extLst>
                  <a:ext uri="{0D108BD9-81ED-4DB2-BD59-A6C34878D82A}">
                    <a16:rowId xmlns:a16="http://schemas.microsoft.com/office/drawing/2014/main" val="4020459471"/>
                  </a:ext>
                </a:extLst>
              </a:tr>
              <a:tr h="370840">
                <a:tc>
                  <a:txBody>
                    <a:bodyPr/>
                    <a:lstStyle/>
                    <a:p>
                      <a:pPr marL="0" marR="0" algn="ctr" fontAlgn="t">
                        <a:spcBef>
                          <a:spcPts val="1200"/>
                        </a:spcBef>
                        <a:spcAft>
                          <a:spcPts val="1200"/>
                        </a:spcAft>
                        <a:buNone/>
                      </a:pPr>
                      <a:r>
                        <a:rPr lang="en-SG" sz="1200" b="0" dirty="0">
                          <a:solidFill>
                            <a:srgbClr val="242424"/>
                          </a:solidFill>
                          <a:effectLst/>
                        </a:rPr>
                        <a:t> Input</a:t>
                      </a:r>
                      <a:endParaRPr lang="en-SG" sz="1200" b="0" i="0" dirty="0">
                        <a:solidFill>
                          <a:srgbClr val="242424"/>
                        </a:solidFill>
                        <a:effectLst/>
                        <a:latin typeface="Arial" panose="020B0604020202020204" pitchFamily="34" charset="0"/>
                        <a:cs typeface="Arial" panose="020B0604020202020204" pitchFamily="34" charset="0"/>
                      </a:endParaRPr>
                    </a:p>
                  </a:txBody>
                  <a:tcPr marL="76200" marR="50800" marT="50800" marB="44450"/>
                </a:tc>
                <a:tc>
                  <a:txBody>
                    <a:bodyPr/>
                    <a:lstStyle/>
                    <a:p>
                      <a:pPr marL="0" marR="0" algn="ctr" fontAlgn="t">
                        <a:lnSpc>
                          <a:spcPct val="119048"/>
                        </a:lnSpc>
                        <a:spcBef>
                          <a:spcPts val="1200"/>
                        </a:spcBef>
                        <a:spcAft>
                          <a:spcPts val="1200"/>
                        </a:spcAft>
                        <a:buNone/>
                      </a:pPr>
                      <a:r>
                        <a:rPr lang="en-SG" sz="1200" b="0" dirty="0">
                          <a:solidFill>
                            <a:srgbClr val="242424"/>
                          </a:solidFill>
                          <a:effectLst/>
                        </a:rPr>
                        <a:t>What value does the handler read, and where does it come from—for example, </a:t>
                      </a:r>
                      <a:r>
                        <a:rPr lang="en-SG" sz="1200" b="0" dirty="0" err="1">
                          <a:solidFill>
                            <a:srgbClr val="242424"/>
                          </a:solidFill>
                          <a:effectLst/>
                        </a:rPr>
                        <a:t>req.params</a:t>
                      </a:r>
                      <a:r>
                        <a:rPr lang="en-SG" sz="1200" b="0" dirty="0">
                          <a:solidFill>
                            <a:srgbClr val="242424"/>
                          </a:solidFill>
                          <a:effectLst/>
                        </a:rPr>
                        <a:t>?</a:t>
                      </a:r>
                      <a:endParaRPr lang="en-SG" sz="1200" b="0" i="0" dirty="0">
                        <a:solidFill>
                          <a:srgbClr val="242424"/>
                        </a:solidFill>
                        <a:effectLst/>
                        <a:latin typeface="Arial" panose="020B0604020202020204" pitchFamily="34" charset="0"/>
                        <a:cs typeface="Arial" panose="020B0604020202020204" pitchFamily="34" charset="0"/>
                      </a:endParaRPr>
                    </a:p>
                  </a:txBody>
                  <a:tcPr marL="76200" marR="50800" marT="50800" marB="44450"/>
                </a:tc>
                <a:tc>
                  <a:txBody>
                    <a:bodyPr/>
                    <a:lstStyle/>
                    <a:p>
                      <a:pPr marL="0" marR="0" algn="ctr" fontAlgn="t">
                        <a:lnSpc>
                          <a:spcPct val="119048"/>
                        </a:lnSpc>
                        <a:spcBef>
                          <a:spcPts val="1200"/>
                        </a:spcBef>
                        <a:spcAft>
                          <a:spcPts val="1200"/>
                        </a:spcAft>
                        <a:buNone/>
                      </a:pPr>
                      <a:r>
                        <a:rPr lang="en-SG" sz="1200" b="0" i="0" dirty="0" err="1">
                          <a:solidFill>
                            <a:srgbClr val="242424"/>
                          </a:solidFill>
                          <a:effectLst/>
                          <a:latin typeface="Arial" panose="020B0604020202020204" pitchFamily="34" charset="0"/>
                          <a:cs typeface="Arial" panose="020B0604020202020204" pitchFamily="34" charset="0"/>
                        </a:rPr>
                        <a:t>req.body</a:t>
                      </a:r>
                      <a:r>
                        <a:rPr lang="en-SG" sz="1200" b="0" i="0" dirty="0">
                          <a:solidFill>
                            <a:srgbClr val="242424"/>
                          </a:solidFill>
                          <a:effectLst/>
                          <a:latin typeface="Arial" panose="020B0604020202020204" pitchFamily="34" charset="0"/>
                          <a:cs typeface="Arial" panose="020B0604020202020204" pitchFamily="34" charset="0"/>
                        </a:rPr>
                        <a:t> </a:t>
                      </a:r>
                      <a:r>
                        <a:rPr lang="en-SG" sz="1200" b="0" i="0" dirty="0">
                          <a:solidFill>
                            <a:srgbClr val="FF0000"/>
                          </a:solidFill>
                          <a:effectLst/>
                          <a:latin typeface="Arial" panose="020B0604020202020204" pitchFamily="34" charset="0"/>
                          <a:cs typeface="Arial" panose="020B0604020202020204" pitchFamily="34" charset="0"/>
                        </a:rPr>
                        <a:t>( </a:t>
                      </a:r>
                      <a:r>
                        <a:rPr lang="en-SG" sz="1200" b="0" i="0" dirty="0" err="1">
                          <a:solidFill>
                            <a:srgbClr val="FF0000"/>
                          </a:solidFill>
                          <a:effectLst/>
                          <a:latin typeface="Arial" panose="020B0604020202020204" pitchFamily="34" charset="0"/>
                          <a:cs typeface="Arial" panose="020B0604020202020204" pitchFamily="34" charset="0"/>
                        </a:rPr>
                        <a:t>req.query</a:t>
                      </a:r>
                      <a:r>
                        <a:rPr lang="en-SG" sz="1200" b="0" i="0" dirty="0">
                          <a:solidFill>
                            <a:srgbClr val="242424"/>
                          </a:solidFill>
                          <a:effectLst/>
                          <a:latin typeface="Arial" panose="020B0604020202020204" pitchFamily="34" charset="0"/>
                          <a:cs typeface="Arial" panose="020B0604020202020204" pitchFamily="34" charset="0"/>
                        </a:rPr>
                        <a:t>)</a:t>
                      </a:r>
                    </a:p>
                  </a:txBody>
                  <a:tcPr marL="76200" marR="50800" marT="50800" marB="44450"/>
                </a:tc>
                <a:extLst>
                  <a:ext uri="{0D108BD9-81ED-4DB2-BD59-A6C34878D82A}">
                    <a16:rowId xmlns:a16="http://schemas.microsoft.com/office/drawing/2014/main" val="2850091390"/>
                  </a:ext>
                </a:extLst>
              </a:tr>
              <a:tr h="370840">
                <a:tc>
                  <a:txBody>
                    <a:bodyPr/>
                    <a:lstStyle/>
                    <a:p>
                      <a:pPr marL="0" marR="0" algn="ctr" fontAlgn="t">
                        <a:spcBef>
                          <a:spcPts val="1200"/>
                        </a:spcBef>
                        <a:spcAft>
                          <a:spcPts val="1200"/>
                        </a:spcAft>
                        <a:buNone/>
                      </a:pPr>
                      <a:r>
                        <a:rPr lang="en-SG" sz="1200" b="0" dirty="0">
                          <a:solidFill>
                            <a:srgbClr val="242424"/>
                          </a:solidFill>
                          <a:effectLst/>
                        </a:rPr>
                        <a:t> Database operation</a:t>
                      </a:r>
                      <a:endParaRPr lang="en-SG" sz="1200" b="0" i="0" dirty="0">
                        <a:solidFill>
                          <a:srgbClr val="242424"/>
                        </a:solidFill>
                        <a:effectLst/>
                        <a:latin typeface="Arial" panose="020B0604020202020204" pitchFamily="34" charset="0"/>
                        <a:cs typeface="Arial" panose="020B0604020202020204" pitchFamily="34" charset="0"/>
                      </a:endParaRPr>
                    </a:p>
                  </a:txBody>
                  <a:tcPr marL="76200" marR="50800" marT="50800" marB="44450"/>
                </a:tc>
                <a:tc>
                  <a:txBody>
                    <a:bodyPr/>
                    <a:lstStyle/>
                    <a:p>
                      <a:pPr marL="0" marR="0" algn="ctr" fontAlgn="t">
                        <a:lnSpc>
                          <a:spcPct val="119048"/>
                        </a:lnSpc>
                        <a:spcBef>
                          <a:spcPts val="1200"/>
                        </a:spcBef>
                        <a:spcAft>
                          <a:spcPts val="1200"/>
                        </a:spcAft>
                        <a:buNone/>
                      </a:pPr>
                      <a:r>
                        <a:rPr lang="en-SG" sz="1200" b="0">
                          <a:solidFill>
                            <a:srgbClr val="242424"/>
                          </a:solidFill>
                          <a:effectLst/>
                        </a:rPr>
                        <a:t>Which SQL query runs? Which table and record does it access?</a:t>
                      </a:r>
                      <a:endParaRPr lang="en-SG" sz="1200" b="0" i="0">
                        <a:solidFill>
                          <a:srgbClr val="242424"/>
                        </a:solidFill>
                        <a:effectLst/>
                        <a:latin typeface="Arial" panose="020B0604020202020204" pitchFamily="34" charset="0"/>
                        <a:cs typeface="Arial" panose="020B0604020202020204" pitchFamily="34" charset="0"/>
                      </a:endParaRPr>
                    </a:p>
                  </a:txBody>
                  <a:tcPr marL="76200" marR="50800" marT="50800" marB="44450"/>
                </a:tc>
                <a:tc>
                  <a:txBody>
                    <a:bodyPr/>
                    <a:lstStyle/>
                    <a:p>
                      <a:pPr marL="0" marR="0" algn="ctr" fontAlgn="t">
                        <a:lnSpc>
                          <a:spcPct val="119048"/>
                        </a:lnSpc>
                        <a:spcBef>
                          <a:spcPts val="1200"/>
                        </a:spcBef>
                        <a:spcAft>
                          <a:spcPts val="1200"/>
                        </a:spcAft>
                        <a:buNone/>
                      </a:pPr>
                      <a:r>
                        <a:rPr lang="en-SG" sz="1200" b="0" i="0" dirty="0">
                          <a:solidFill>
                            <a:srgbClr val="242424"/>
                          </a:solidFill>
                          <a:effectLst/>
                          <a:latin typeface="Arial" panose="020B0604020202020204" pitchFamily="34" charset="0"/>
                          <a:cs typeface="Arial" panose="020B0604020202020204" pitchFamily="34" charset="0"/>
                        </a:rPr>
                        <a:t>Username and password </a:t>
                      </a:r>
                      <a:r>
                        <a:rPr lang="en-SG" sz="1200" b="0" i="0" dirty="0">
                          <a:solidFill>
                            <a:srgbClr val="FF0000"/>
                          </a:solidFill>
                          <a:effectLst/>
                          <a:latin typeface="Arial" panose="020B0604020202020204" pitchFamily="34" charset="0"/>
                          <a:cs typeface="Arial" panose="020B0604020202020204" pitchFamily="34" charset="0"/>
                        </a:rPr>
                        <a:t>( pets and </a:t>
                      </a:r>
                      <a:r>
                        <a:rPr lang="en-SG" sz="1200" b="0" i="0" dirty="0" err="1">
                          <a:solidFill>
                            <a:srgbClr val="FF0000"/>
                          </a:solidFill>
                          <a:effectLst/>
                          <a:latin typeface="Arial" panose="020B0604020202020204" pitchFamily="34" charset="0"/>
                          <a:cs typeface="Arial" panose="020B0604020202020204" pitchFamily="34" charset="0"/>
                        </a:rPr>
                        <a:t>journal_entries</a:t>
                      </a:r>
                      <a:r>
                        <a:rPr lang="en-SG" sz="1200" b="0" i="0" dirty="0">
                          <a:solidFill>
                            <a:srgbClr val="FF0000"/>
                          </a:solidFill>
                          <a:effectLst/>
                          <a:latin typeface="Arial" panose="020B0604020202020204" pitchFamily="34" charset="0"/>
                          <a:cs typeface="Arial" panose="020B0604020202020204" pitchFamily="34" charset="0"/>
                        </a:rPr>
                        <a:t>)</a:t>
                      </a:r>
                    </a:p>
                  </a:txBody>
                  <a:tcPr marL="76200" marR="50800" marT="50800" marB="44450"/>
                </a:tc>
                <a:extLst>
                  <a:ext uri="{0D108BD9-81ED-4DB2-BD59-A6C34878D82A}">
                    <a16:rowId xmlns:a16="http://schemas.microsoft.com/office/drawing/2014/main" val="2006744422"/>
                  </a:ext>
                </a:extLst>
              </a:tr>
              <a:tr h="370840">
                <a:tc>
                  <a:txBody>
                    <a:bodyPr/>
                    <a:lstStyle/>
                    <a:p>
                      <a:pPr marL="0" marR="0" algn="ctr" fontAlgn="t">
                        <a:spcBef>
                          <a:spcPts val="1200"/>
                        </a:spcBef>
                        <a:spcAft>
                          <a:spcPts val="1200"/>
                        </a:spcAft>
                        <a:buNone/>
                      </a:pPr>
                      <a:r>
                        <a:rPr lang="en-SG" sz="1200" b="0" dirty="0">
                          <a:solidFill>
                            <a:srgbClr val="242424"/>
                          </a:solidFill>
                          <a:effectLst/>
                        </a:rPr>
                        <a:t>View</a:t>
                      </a:r>
                      <a:endParaRPr lang="en-SG" sz="1200" b="0" i="0" dirty="0">
                        <a:solidFill>
                          <a:srgbClr val="242424"/>
                        </a:solidFill>
                        <a:effectLst/>
                        <a:latin typeface="Arial" panose="020B0604020202020204" pitchFamily="34" charset="0"/>
                        <a:cs typeface="Arial" panose="020B0604020202020204" pitchFamily="34" charset="0"/>
                      </a:endParaRPr>
                    </a:p>
                  </a:txBody>
                  <a:tcPr marL="76200" marR="50800" marT="50800" marB="44450"/>
                </a:tc>
                <a:tc>
                  <a:txBody>
                    <a:bodyPr/>
                    <a:lstStyle/>
                    <a:p>
                      <a:pPr marL="0" marR="0" algn="ctr" fontAlgn="t">
                        <a:lnSpc>
                          <a:spcPct val="119048"/>
                        </a:lnSpc>
                        <a:spcBef>
                          <a:spcPts val="1200"/>
                        </a:spcBef>
                        <a:spcAft>
                          <a:spcPts val="1200"/>
                        </a:spcAft>
                        <a:buNone/>
                      </a:pPr>
                      <a:r>
                        <a:rPr lang="en-SG" sz="1200" b="0">
                          <a:solidFill>
                            <a:srgbClr val="242424"/>
                          </a:solidFill>
                          <a:effectLst/>
                        </a:rPr>
                        <a:t>Which EJS template is rendered? What data is passed into it?</a:t>
                      </a:r>
                      <a:endParaRPr lang="en-SG" sz="1200" b="0" i="0">
                        <a:solidFill>
                          <a:srgbClr val="242424"/>
                        </a:solidFill>
                        <a:effectLst/>
                        <a:latin typeface="Arial" panose="020B0604020202020204" pitchFamily="34" charset="0"/>
                        <a:cs typeface="Arial" panose="020B0604020202020204" pitchFamily="34" charset="0"/>
                      </a:endParaRPr>
                    </a:p>
                  </a:txBody>
                  <a:tcPr marL="76200" marR="50800" marT="50800" marB="44450"/>
                </a:tc>
                <a:tc>
                  <a:txBody>
                    <a:bodyPr/>
                    <a:lstStyle/>
                    <a:p>
                      <a:pPr marL="0" marR="0" algn="ctr" fontAlgn="t">
                        <a:lnSpc>
                          <a:spcPct val="119048"/>
                        </a:lnSpc>
                        <a:spcBef>
                          <a:spcPts val="1200"/>
                        </a:spcBef>
                        <a:spcAft>
                          <a:spcPts val="1200"/>
                        </a:spcAft>
                        <a:buNone/>
                      </a:pPr>
                      <a:r>
                        <a:rPr lang="en-SG" sz="1200" b="0" i="0" dirty="0">
                          <a:solidFill>
                            <a:srgbClr val="242424"/>
                          </a:solidFill>
                          <a:effectLst/>
                          <a:latin typeface="Arial" panose="020B0604020202020204" pitchFamily="34" charset="0"/>
                          <a:cs typeface="Arial" panose="020B0604020202020204" pitchFamily="34" charset="0"/>
                        </a:rPr>
                        <a:t>Journals and the data passed is the details of the pet </a:t>
                      </a:r>
                    </a:p>
                  </a:txBody>
                  <a:tcPr marL="76200" marR="50800" marT="50800" marB="44450"/>
                </a:tc>
                <a:extLst>
                  <a:ext uri="{0D108BD9-81ED-4DB2-BD59-A6C34878D82A}">
                    <a16:rowId xmlns:a16="http://schemas.microsoft.com/office/drawing/2014/main" val="1258318258"/>
                  </a:ext>
                </a:extLst>
              </a:tr>
              <a:tr h="370840">
                <a:tc>
                  <a:txBody>
                    <a:bodyPr/>
                    <a:lstStyle/>
                    <a:p>
                      <a:pPr marL="0" marR="0" algn="ctr" fontAlgn="t">
                        <a:spcBef>
                          <a:spcPts val="1200"/>
                        </a:spcBef>
                        <a:spcAft>
                          <a:spcPts val="1200"/>
                        </a:spcAft>
                        <a:buNone/>
                      </a:pPr>
                      <a:r>
                        <a:rPr lang="en-SG" sz="1200" b="0" dirty="0">
                          <a:solidFill>
                            <a:srgbClr val="242424"/>
                          </a:solidFill>
                          <a:effectLst/>
                        </a:rPr>
                        <a:t>Output</a:t>
                      </a:r>
                      <a:endParaRPr lang="en-SG" sz="1200" b="0" i="0" dirty="0">
                        <a:solidFill>
                          <a:srgbClr val="242424"/>
                        </a:solidFill>
                        <a:effectLst/>
                        <a:latin typeface="Arial" panose="020B0604020202020204" pitchFamily="34" charset="0"/>
                        <a:cs typeface="Arial" panose="020B0604020202020204" pitchFamily="34" charset="0"/>
                      </a:endParaRPr>
                    </a:p>
                  </a:txBody>
                  <a:tcPr marL="76200" marR="50800" marT="50800" marB="44450"/>
                </a:tc>
                <a:tc>
                  <a:txBody>
                    <a:bodyPr/>
                    <a:lstStyle/>
                    <a:p>
                      <a:pPr marL="0" marR="0" algn="ctr" fontAlgn="t">
                        <a:lnSpc>
                          <a:spcPct val="119048"/>
                        </a:lnSpc>
                        <a:spcBef>
                          <a:spcPts val="1200"/>
                        </a:spcBef>
                        <a:spcAft>
                          <a:spcPts val="1200"/>
                        </a:spcAft>
                        <a:buNone/>
                      </a:pPr>
                      <a:r>
                        <a:rPr lang="en-SG" sz="1200" b="0" dirty="0">
                          <a:solidFill>
                            <a:srgbClr val="242424"/>
                          </a:solidFill>
                          <a:effectLst/>
                        </a:rPr>
                        <a:t>Where does the template display that data?</a:t>
                      </a:r>
                      <a:endParaRPr lang="en-SG" sz="1200" b="0" i="0" dirty="0">
                        <a:solidFill>
                          <a:srgbClr val="242424"/>
                        </a:solidFill>
                        <a:effectLst/>
                        <a:latin typeface="Arial" panose="020B0604020202020204" pitchFamily="34" charset="0"/>
                        <a:cs typeface="Arial" panose="020B0604020202020204" pitchFamily="34" charset="0"/>
                      </a:endParaRPr>
                    </a:p>
                  </a:txBody>
                  <a:tcPr marL="76200" marR="50800" marT="50800" marB="38100"/>
                </a:tc>
                <a:tc>
                  <a:txBody>
                    <a:bodyPr/>
                    <a:lstStyle/>
                    <a:p>
                      <a:pPr marL="0" marR="0" algn="ctr" fontAlgn="t">
                        <a:lnSpc>
                          <a:spcPct val="100000"/>
                        </a:lnSpc>
                        <a:spcBef>
                          <a:spcPts val="1200"/>
                        </a:spcBef>
                        <a:spcAft>
                          <a:spcPts val="1200"/>
                        </a:spcAft>
                        <a:buNone/>
                      </a:pPr>
                      <a:r>
                        <a:rPr lang="en-ID" sz="1200" dirty="0"/>
                        <a:t>The browser renders the HTML template in the main viewing area—specifically displaying the pet's photo and details in the "Pet Info" card, and the logged activities in the table at the bottom.</a:t>
                      </a:r>
                      <a:endParaRPr lang="en-SG" sz="1200" b="0" i="0" dirty="0">
                        <a:solidFill>
                          <a:srgbClr val="242424"/>
                        </a:solidFill>
                        <a:effectLst/>
                        <a:latin typeface="Arial" panose="020B0604020202020204" pitchFamily="34" charset="0"/>
                        <a:cs typeface="Arial" panose="020B0604020202020204" pitchFamily="34" charset="0"/>
                      </a:endParaRPr>
                    </a:p>
                  </a:txBody>
                  <a:tcPr marL="76200" marR="50800" marT="50800" marB="38100"/>
                </a:tc>
                <a:extLst>
                  <a:ext uri="{0D108BD9-81ED-4DB2-BD59-A6C34878D82A}">
                    <a16:rowId xmlns:a16="http://schemas.microsoft.com/office/drawing/2014/main" val="3859279482"/>
                  </a:ext>
                </a:extLst>
              </a:tr>
            </a:tbl>
          </a:graphicData>
        </a:graphic>
      </p:graphicFrame>
      <p:pic>
        <p:nvPicPr>
          <p:cNvPr id="6" name="Picture 5">
            <a:extLst>
              <a:ext uri="{FF2B5EF4-FFF2-40B4-BE49-F238E27FC236}">
                <a16:creationId xmlns:a16="http://schemas.microsoft.com/office/drawing/2014/main" id="{5FEFF6B9-C740-FA25-038E-40CED4A4A194}"/>
              </a:ext>
            </a:extLst>
          </p:cNvPr>
          <p:cNvPicPr>
            <a:picLocks noChangeAspect="1"/>
          </p:cNvPicPr>
          <p:nvPr/>
        </p:nvPicPr>
        <p:blipFill>
          <a:blip r:embed="rId3"/>
          <a:stretch>
            <a:fillRect/>
          </a:stretch>
        </p:blipFill>
        <p:spPr>
          <a:xfrm>
            <a:off x="730033" y="2055302"/>
            <a:ext cx="5411346" cy="4016884"/>
          </a:xfrm>
          <a:prstGeom prst="rect">
            <a:avLst/>
          </a:prstGeom>
          <a:ln>
            <a:solidFill>
              <a:schemeClr val="tx1"/>
            </a:solidFill>
          </a:ln>
        </p:spPr>
      </p:pic>
    </p:spTree>
    <p:extLst>
      <p:ext uri="{BB962C8B-B14F-4D97-AF65-F5344CB8AC3E}">
        <p14:creationId xmlns:p14="http://schemas.microsoft.com/office/powerpoint/2010/main" val="177194580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10F305-5808-F2E7-84A4-6C5D6E9D6D0C}"/>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D25DF10C-6CB8-EA5A-B7F3-EA88AC99A0CB}"/>
              </a:ext>
            </a:extLst>
          </p:cNvPr>
          <p:cNvSpPr>
            <a:spLocks noGrp="1"/>
          </p:cNvSpPr>
          <p:nvPr>
            <p:ph type="body" sz="quarter" idx="14"/>
          </p:nvPr>
        </p:nvSpPr>
        <p:spPr/>
        <p:txBody>
          <a:bodyPr/>
          <a:lstStyle/>
          <a:p>
            <a:pPr marL="0" indent="0">
              <a:buNone/>
            </a:pPr>
            <a:r>
              <a:rPr lang="en-US" dirty="0"/>
              <a:t>Given the page shown, trace the request.</a:t>
            </a:r>
            <a:endParaRPr lang="en-SG" dirty="0"/>
          </a:p>
        </p:txBody>
      </p:sp>
      <p:sp>
        <p:nvSpPr>
          <p:cNvPr id="3" name="Title 2">
            <a:extLst>
              <a:ext uri="{FF2B5EF4-FFF2-40B4-BE49-F238E27FC236}">
                <a16:creationId xmlns:a16="http://schemas.microsoft.com/office/drawing/2014/main" id="{616F7F61-D471-0816-E40C-D6C0F2C66937}"/>
              </a:ext>
            </a:extLst>
          </p:cNvPr>
          <p:cNvSpPr>
            <a:spLocks noGrp="1"/>
          </p:cNvSpPr>
          <p:nvPr>
            <p:ph type="title"/>
          </p:nvPr>
        </p:nvSpPr>
        <p:spPr/>
        <p:txBody>
          <a:bodyPr/>
          <a:lstStyle/>
          <a:p>
            <a:r>
              <a:rPr lang="en-US" dirty="0"/>
              <a:t>Exercise 5</a:t>
            </a:r>
            <a:endParaRPr lang="en-SG" dirty="0"/>
          </a:p>
        </p:txBody>
      </p:sp>
      <p:graphicFrame>
        <p:nvGraphicFramePr>
          <p:cNvPr id="4" name="Table 3">
            <a:extLst>
              <a:ext uri="{FF2B5EF4-FFF2-40B4-BE49-F238E27FC236}">
                <a16:creationId xmlns:a16="http://schemas.microsoft.com/office/drawing/2014/main" id="{BFB149D0-5442-ABDB-5A69-A12A5A9278B7}"/>
              </a:ext>
            </a:extLst>
          </p:cNvPr>
          <p:cNvGraphicFramePr>
            <a:graphicFrameLocks noGrp="1"/>
          </p:cNvGraphicFramePr>
          <p:nvPr>
            <p:extLst>
              <p:ext uri="{D42A27DB-BD31-4B8C-83A1-F6EECF244321}">
                <p14:modId xmlns:p14="http://schemas.microsoft.com/office/powerpoint/2010/main" val="1036041737"/>
              </p:ext>
            </p:extLst>
          </p:nvPr>
        </p:nvGraphicFramePr>
        <p:xfrm>
          <a:off x="5647173" y="432079"/>
          <a:ext cx="6283937" cy="6307935"/>
        </p:xfrm>
        <a:graphic>
          <a:graphicData uri="http://schemas.openxmlformats.org/drawingml/2006/table">
            <a:tbl>
              <a:tblPr firstRow="1" bandRow="1">
                <a:tableStyleId>{93296810-A885-4BE3-A3E7-6D5BEEA58F35}</a:tableStyleId>
              </a:tblPr>
              <a:tblGrid>
                <a:gridCol w="994787">
                  <a:extLst>
                    <a:ext uri="{9D8B030D-6E8A-4147-A177-3AD203B41FA5}">
                      <a16:colId xmlns:a16="http://schemas.microsoft.com/office/drawing/2014/main" val="1672549335"/>
                    </a:ext>
                  </a:extLst>
                </a:gridCol>
                <a:gridCol w="1256044">
                  <a:extLst>
                    <a:ext uri="{9D8B030D-6E8A-4147-A177-3AD203B41FA5}">
                      <a16:colId xmlns:a16="http://schemas.microsoft.com/office/drawing/2014/main" val="4114191099"/>
                    </a:ext>
                  </a:extLst>
                </a:gridCol>
                <a:gridCol w="4033106">
                  <a:extLst>
                    <a:ext uri="{9D8B030D-6E8A-4147-A177-3AD203B41FA5}">
                      <a16:colId xmlns:a16="http://schemas.microsoft.com/office/drawing/2014/main" val="1807747995"/>
                    </a:ext>
                  </a:extLst>
                </a:gridCol>
              </a:tblGrid>
              <a:tr h="393318">
                <a:tc>
                  <a:txBody>
                    <a:bodyPr/>
                    <a:lstStyle/>
                    <a:p>
                      <a:pPr algn="ctr"/>
                      <a:r>
                        <a:rPr lang="en-US" sz="1050" b="1" dirty="0"/>
                        <a:t>Step</a:t>
                      </a:r>
                      <a:endParaRPr lang="en-SG" sz="1050" b="1" dirty="0">
                        <a:latin typeface="Arial" panose="020B0604020202020204" pitchFamily="34" charset="0"/>
                        <a:cs typeface="Arial" panose="020B0604020202020204" pitchFamily="34" charset="0"/>
                      </a:endParaRPr>
                    </a:p>
                  </a:txBody>
                  <a:tcPr anchor="ctr"/>
                </a:tc>
                <a:tc>
                  <a:txBody>
                    <a:bodyPr/>
                    <a:lstStyle/>
                    <a:p>
                      <a:pPr algn="ctr"/>
                      <a:r>
                        <a:rPr lang="en-US" sz="1050" b="1" dirty="0"/>
                        <a:t>Question</a:t>
                      </a:r>
                      <a:endParaRPr lang="en-SG" sz="1050" b="1" dirty="0">
                        <a:latin typeface="Arial" panose="020B0604020202020204" pitchFamily="34" charset="0"/>
                        <a:cs typeface="Arial" panose="020B0604020202020204" pitchFamily="34" charset="0"/>
                      </a:endParaRPr>
                    </a:p>
                  </a:txBody>
                  <a:tcPr anchor="ctr"/>
                </a:tc>
                <a:tc>
                  <a:txBody>
                    <a:bodyPr/>
                    <a:lstStyle/>
                    <a:p>
                      <a:pPr algn="ctr"/>
                      <a:r>
                        <a:rPr lang="en-US" sz="1050" b="1" dirty="0"/>
                        <a:t>Answer</a:t>
                      </a:r>
                      <a:endParaRPr lang="en-SG" sz="1050" b="1"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80300313"/>
                  </a:ext>
                </a:extLst>
              </a:tr>
              <a:tr h="634427">
                <a:tc>
                  <a:txBody>
                    <a:bodyPr/>
                    <a:lstStyle/>
                    <a:p>
                      <a:pPr marL="0" marR="0" algn="ctr" fontAlgn="t">
                        <a:lnSpc>
                          <a:spcPct val="100000"/>
                        </a:lnSpc>
                        <a:spcBef>
                          <a:spcPts val="1200"/>
                        </a:spcBef>
                        <a:spcAft>
                          <a:spcPts val="1200"/>
                        </a:spcAft>
                        <a:buNone/>
                      </a:pPr>
                      <a:r>
                        <a:rPr lang="en-SG" sz="1050" b="0" kern="1200" dirty="0">
                          <a:solidFill>
                            <a:schemeClr val="dk1"/>
                          </a:solidFill>
                          <a:effectLst/>
                        </a:rPr>
                        <a:t>Browser </a:t>
                      </a:r>
                      <a:r>
                        <a:rPr lang="en-SG" sz="1050" b="0" dirty="0">
                          <a:solidFill>
                            <a:srgbClr val="242424"/>
                          </a:solidFill>
                          <a:effectLst/>
                        </a:rPr>
                        <a:t> action</a:t>
                      </a:r>
                      <a:endParaRPr lang="en-SG" sz="1050" b="0" i="0" dirty="0">
                        <a:solidFill>
                          <a:srgbClr val="242424"/>
                        </a:solidFill>
                        <a:effectLst/>
                        <a:latin typeface="Arial" panose="020B0604020202020204" pitchFamily="34" charset="0"/>
                        <a:cs typeface="Arial" panose="020B0604020202020204" pitchFamily="34" charset="0"/>
                      </a:endParaRPr>
                    </a:p>
                  </a:txBody>
                  <a:tcPr marL="76200" marR="50800" marT="50800" marB="44450"/>
                </a:tc>
                <a:tc>
                  <a:txBody>
                    <a:bodyPr/>
                    <a:lstStyle/>
                    <a:p>
                      <a:pPr marL="0" marR="0" algn="ctr" fontAlgn="t">
                        <a:lnSpc>
                          <a:spcPct val="100000"/>
                        </a:lnSpc>
                        <a:spcBef>
                          <a:spcPts val="1200"/>
                        </a:spcBef>
                        <a:spcAft>
                          <a:spcPts val="1200"/>
                        </a:spcAft>
                        <a:buNone/>
                      </a:pPr>
                      <a:r>
                        <a:rPr lang="en-SG" sz="1050" b="0" dirty="0">
                          <a:solidFill>
                            <a:srgbClr val="242424"/>
                          </a:solidFill>
                          <a:effectLst/>
                        </a:rPr>
                        <a:t>Which link did you click? What URL was requested?</a:t>
                      </a:r>
                      <a:endParaRPr lang="en-SG" sz="1050" b="0" i="0" dirty="0">
                        <a:solidFill>
                          <a:srgbClr val="242424"/>
                        </a:solidFill>
                        <a:effectLst/>
                        <a:latin typeface="Arial" panose="020B0604020202020204" pitchFamily="34" charset="0"/>
                        <a:cs typeface="Arial" panose="020B0604020202020204" pitchFamily="34" charset="0"/>
                      </a:endParaRPr>
                    </a:p>
                  </a:txBody>
                  <a:tcPr marL="76200" marR="50800" marT="50800" marB="44450"/>
                </a:tc>
                <a:tc>
                  <a:txBody>
                    <a:bodyPr/>
                    <a:lstStyle/>
                    <a:p>
                      <a:pPr marL="0" marR="0" algn="l" fontAlgn="t">
                        <a:lnSpc>
                          <a:spcPct val="100000"/>
                        </a:lnSpc>
                        <a:spcBef>
                          <a:spcPts val="0"/>
                        </a:spcBef>
                        <a:spcAft>
                          <a:spcPts val="0"/>
                        </a:spcAft>
                        <a:buNone/>
                      </a:pPr>
                      <a:r>
                        <a:rPr lang="en-SG" sz="1050" b="0" i="0" dirty="0">
                          <a:solidFill>
                            <a:srgbClr val="0070C0"/>
                          </a:solidFill>
                          <a:effectLst/>
                          <a:latin typeface="Arial" panose="020B0604020202020204" pitchFamily="34" charset="0"/>
                          <a:cs typeface="Arial" panose="020B0604020202020204" pitchFamily="34" charset="0"/>
                        </a:rPr>
                        <a:t>Localhost:3000/journals/edit/5</a:t>
                      </a:r>
                    </a:p>
                  </a:txBody>
                  <a:tcPr marL="76200" marR="50800" marT="50800" marB="44450"/>
                </a:tc>
                <a:extLst>
                  <a:ext uri="{0D108BD9-81ED-4DB2-BD59-A6C34878D82A}">
                    <a16:rowId xmlns:a16="http://schemas.microsoft.com/office/drawing/2014/main" val="1565643480"/>
                  </a:ext>
                </a:extLst>
              </a:tr>
              <a:tr h="1235124">
                <a:tc>
                  <a:txBody>
                    <a:bodyPr/>
                    <a:lstStyle/>
                    <a:p>
                      <a:pPr marL="0" marR="0" algn="ctr" fontAlgn="t">
                        <a:lnSpc>
                          <a:spcPct val="100000"/>
                        </a:lnSpc>
                        <a:spcBef>
                          <a:spcPts val="1200"/>
                        </a:spcBef>
                        <a:spcAft>
                          <a:spcPts val="1200"/>
                        </a:spcAft>
                        <a:buNone/>
                      </a:pPr>
                      <a:r>
                        <a:rPr lang="en-SG" sz="1050" b="0" dirty="0">
                          <a:solidFill>
                            <a:srgbClr val="242424"/>
                          </a:solidFill>
                          <a:effectLst/>
                        </a:rPr>
                        <a:t>Route handler</a:t>
                      </a:r>
                      <a:endParaRPr lang="en-SG" sz="1050" b="0" i="0" dirty="0">
                        <a:solidFill>
                          <a:srgbClr val="242424"/>
                        </a:solidFill>
                        <a:effectLst/>
                        <a:latin typeface="Arial" panose="020B0604020202020204" pitchFamily="34" charset="0"/>
                        <a:cs typeface="Arial" panose="020B0604020202020204" pitchFamily="34" charset="0"/>
                      </a:endParaRPr>
                    </a:p>
                  </a:txBody>
                  <a:tcPr marL="76200" marR="50800" marT="50800" marB="44450"/>
                </a:tc>
                <a:tc>
                  <a:txBody>
                    <a:bodyPr/>
                    <a:lstStyle/>
                    <a:p>
                      <a:pPr marL="0" marR="0" algn="ctr" fontAlgn="t">
                        <a:lnSpc>
                          <a:spcPct val="100000"/>
                        </a:lnSpc>
                        <a:spcBef>
                          <a:spcPts val="1200"/>
                        </a:spcBef>
                        <a:spcAft>
                          <a:spcPts val="1200"/>
                        </a:spcAft>
                        <a:buNone/>
                      </a:pPr>
                      <a:r>
                        <a:rPr lang="en-SG" sz="1050" b="0" dirty="0">
                          <a:solidFill>
                            <a:srgbClr val="242424"/>
                          </a:solidFill>
                          <a:effectLst/>
                        </a:rPr>
                        <a:t>What HTTP method and route pattern handle this request?</a:t>
                      </a:r>
                      <a:endParaRPr lang="en-SG" sz="1050" b="0" i="0" dirty="0">
                        <a:solidFill>
                          <a:srgbClr val="242424"/>
                        </a:solidFill>
                        <a:effectLst/>
                        <a:latin typeface="Arial" panose="020B0604020202020204" pitchFamily="34" charset="0"/>
                        <a:cs typeface="Arial" panose="020B0604020202020204" pitchFamily="34" charset="0"/>
                      </a:endParaRPr>
                    </a:p>
                  </a:txBody>
                  <a:tcPr marL="76200" marR="50800" marT="50800" marB="44450"/>
                </a:tc>
                <a:tc>
                  <a:txBody>
                    <a:bodyPr/>
                    <a:lstStyle/>
                    <a:p>
                      <a:pPr marL="0" marR="0" algn="l" fontAlgn="t">
                        <a:lnSpc>
                          <a:spcPct val="100000"/>
                        </a:lnSpc>
                        <a:spcBef>
                          <a:spcPts val="0"/>
                        </a:spcBef>
                        <a:spcAft>
                          <a:spcPts val="0"/>
                        </a:spcAft>
                        <a:buNone/>
                      </a:pPr>
                      <a:r>
                        <a:rPr lang="en-US" sz="1050" b="0" i="0" dirty="0">
                          <a:solidFill>
                            <a:srgbClr val="0070C0"/>
                          </a:solidFill>
                          <a:effectLst/>
                          <a:latin typeface="Arial" panose="020B0604020202020204" pitchFamily="34" charset="0"/>
                          <a:cs typeface="Arial" panose="020B0604020202020204" pitchFamily="34" charset="0"/>
                        </a:rPr>
                        <a:t>Post method </a:t>
                      </a:r>
                      <a:r>
                        <a:rPr lang="en-US" sz="1050" b="0" i="0" dirty="0">
                          <a:solidFill>
                            <a:srgbClr val="0070C0"/>
                          </a:solidFill>
                          <a:effectLst/>
                          <a:latin typeface="Arial" panose="020B0604020202020204" pitchFamily="34" charset="0"/>
                          <a:cs typeface="Arial" panose="020B0604020202020204" pitchFamily="34" charset="0"/>
                          <a:sym typeface="Wingdings" panose="05000000000000000000" pitchFamily="2" charset="2"/>
                        </a:rPr>
                        <a:t> to </a:t>
                      </a:r>
                      <a:r>
                        <a:rPr lang="en-US" sz="1050" b="0" i="0" dirty="0" err="1">
                          <a:solidFill>
                            <a:srgbClr val="0070C0"/>
                          </a:solidFill>
                          <a:effectLst/>
                          <a:latin typeface="Arial" panose="020B0604020202020204" pitchFamily="34" charset="0"/>
                          <a:cs typeface="Arial" panose="020B0604020202020204" pitchFamily="34" charset="0"/>
                          <a:sym typeface="Wingdings" panose="05000000000000000000" pitchFamily="2" charset="2"/>
                        </a:rPr>
                        <a:t>processs</a:t>
                      </a:r>
                      <a:r>
                        <a:rPr lang="en-US" sz="1050" b="0" i="0" dirty="0">
                          <a:solidFill>
                            <a:srgbClr val="0070C0"/>
                          </a:solidFill>
                          <a:effectLst/>
                          <a:latin typeface="Arial" panose="020B0604020202020204" pitchFamily="34" charset="0"/>
                          <a:cs typeface="Arial" panose="020B0604020202020204" pitchFamily="34" charset="0"/>
                          <a:sym typeface="Wingdings" panose="05000000000000000000" pitchFamily="2" charset="2"/>
                        </a:rPr>
                        <a:t> the </a:t>
                      </a:r>
                      <a:r>
                        <a:rPr lang="en-US" sz="1050" b="0" i="0" dirty="0" err="1">
                          <a:solidFill>
                            <a:srgbClr val="0070C0"/>
                          </a:solidFill>
                          <a:effectLst/>
                          <a:latin typeface="Arial" panose="020B0604020202020204" pitchFamily="34" charset="0"/>
                          <a:cs typeface="Arial" panose="020B0604020202020204" pitchFamily="34" charset="0"/>
                          <a:sym typeface="Wingdings" panose="05000000000000000000" pitchFamily="2" charset="2"/>
                        </a:rPr>
                        <a:t>updatesss</a:t>
                      </a:r>
                      <a:r>
                        <a:rPr lang="en-US" sz="1050" b="0" i="0" dirty="0">
                          <a:solidFill>
                            <a:srgbClr val="0070C0"/>
                          </a:solidFill>
                          <a:effectLst/>
                          <a:latin typeface="Arial" panose="020B0604020202020204" pitchFamily="34" charset="0"/>
                          <a:cs typeface="Arial" panose="020B0604020202020204" pitchFamily="34" charset="0"/>
                          <a:sym typeface="Wingdings" panose="05000000000000000000" pitchFamily="2" charset="2"/>
                        </a:rPr>
                        <a:t> after user click update entry </a:t>
                      </a:r>
                      <a:endParaRPr lang="en-US" sz="1050" b="0" i="0" dirty="0">
                        <a:solidFill>
                          <a:srgbClr val="0070C0"/>
                        </a:solidFill>
                        <a:effectLst/>
                        <a:latin typeface="Arial" panose="020B0604020202020204" pitchFamily="34" charset="0"/>
                        <a:cs typeface="Arial" panose="020B0604020202020204" pitchFamily="34" charset="0"/>
                      </a:endParaRPr>
                    </a:p>
                  </a:txBody>
                  <a:tcPr marL="76200" marR="50800" marT="50800" marB="44450"/>
                </a:tc>
                <a:extLst>
                  <a:ext uri="{0D108BD9-81ED-4DB2-BD59-A6C34878D82A}">
                    <a16:rowId xmlns:a16="http://schemas.microsoft.com/office/drawing/2014/main" val="4020459471"/>
                  </a:ext>
                </a:extLst>
              </a:tr>
              <a:tr h="1232073">
                <a:tc>
                  <a:txBody>
                    <a:bodyPr/>
                    <a:lstStyle/>
                    <a:p>
                      <a:pPr marL="0" marR="0" algn="ctr" fontAlgn="t">
                        <a:lnSpc>
                          <a:spcPct val="100000"/>
                        </a:lnSpc>
                        <a:spcBef>
                          <a:spcPts val="1200"/>
                        </a:spcBef>
                        <a:spcAft>
                          <a:spcPts val="1200"/>
                        </a:spcAft>
                        <a:buNone/>
                      </a:pPr>
                      <a:r>
                        <a:rPr lang="en-SG" sz="1050" b="0" dirty="0">
                          <a:solidFill>
                            <a:srgbClr val="242424"/>
                          </a:solidFill>
                          <a:effectLst/>
                        </a:rPr>
                        <a:t> Input</a:t>
                      </a:r>
                      <a:endParaRPr lang="en-SG" sz="1050" b="0" i="0" dirty="0">
                        <a:solidFill>
                          <a:srgbClr val="242424"/>
                        </a:solidFill>
                        <a:effectLst/>
                        <a:latin typeface="Arial" panose="020B0604020202020204" pitchFamily="34" charset="0"/>
                        <a:cs typeface="Arial" panose="020B0604020202020204" pitchFamily="34" charset="0"/>
                      </a:endParaRPr>
                    </a:p>
                  </a:txBody>
                  <a:tcPr marL="76200" marR="50800" marT="50800" marB="44450"/>
                </a:tc>
                <a:tc>
                  <a:txBody>
                    <a:bodyPr/>
                    <a:lstStyle/>
                    <a:p>
                      <a:pPr marL="0" marR="0" algn="ctr" fontAlgn="t">
                        <a:lnSpc>
                          <a:spcPct val="100000"/>
                        </a:lnSpc>
                        <a:spcBef>
                          <a:spcPts val="1200"/>
                        </a:spcBef>
                        <a:spcAft>
                          <a:spcPts val="1200"/>
                        </a:spcAft>
                        <a:buNone/>
                      </a:pPr>
                      <a:r>
                        <a:rPr lang="en-SG" sz="1050" b="0" dirty="0">
                          <a:solidFill>
                            <a:srgbClr val="242424"/>
                          </a:solidFill>
                          <a:effectLst/>
                        </a:rPr>
                        <a:t>What value does the handler read, and where does it come from—for example, </a:t>
                      </a:r>
                      <a:r>
                        <a:rPr lang="en-SG" sz="1050" b="0" dirty="0" err="1">
                          <a:solidFill>
                            <a:srgbClr val="242424"/>
                          </a:solidFill>
                          <a:effectLst/>
                        </a:rPr>
                        <a:t>req.params</a:t>
                      </a:r>
                      <a:r>
                        <a:rPr lang="en-SG" sz="1050" b="0" dirty="0">
                          <a:solidFill>
                            <a:srgbClr val="242424"/>
                          </a:solidFill>
                          <a:effectLst/>
                        </a:rPr>
                        <a:t>?</a:t>
                      </a:r>
                      <a:endParaRPr lang="en-SG" sz="1050" b="0" i="0" dirty="0">
                        <a:solidFill>
                          <a:srgbClr val="242424"/>
                        </a:solidFill>
                        <a:effectLst/>
                        <a:latin typeface="Arial" panose="020B0604020202020204" pitchFamily="34" charset="0"/>
                        <a:cs typeface="Arial" panose="020B0604020202020204" pitchFamily="34" charset="0"/>
                      </a:endParaRPr>
                    </a:p>
                  </a:txBody>
                  <a:tcPr marL="76200" marR="50800" marT="50800" marB="44450"/>
                </a:tc>
                <a:tc>
                  <a:txBody>
                    <a:bodyPr/>
                    <a:lstStyle/>
                    <a:p>
                      <a:pPr marL="0" marR="0" algn="l" fontAlgn="t">
                        <a:lnSpc>
                          <a:spcPct val="100000"/>
                        </a:lnSpc>
                        <a:spcBef>
                          <a:spcPts val="0"/>
                        </a:spcBef>
                        <a:spcAft>
                          <a:spcPts val="0"/>
                        </a:spcAft>
                        <a:buNone/>
                      </a:pPr>
                      <a:r>
                        <a:rPr lang="en-SG" sz="1050" b="0" i="0" dirty="0" err="1">
                          <a:solidFill>
                            <a:srgbClr val="0070C0"/>
                          </a:solidFill>
                          <a:effectLst/>
                          <a:latin typeface="Arial" panose="020B0604020202020204" pitchFamily="34" charset="0"/>
                          <a:cs typeface="Arial" panose="020B0604020202020204" pitchFamily="34" charset="0"/>
                        </a:rPr>
                        <a:t>Req.body</a:t>
                      </a:r>
                      <a:endParaRPr lang="en-SG" sz="1050" b="0" i="0" dirty="0">
                        <a:solidFill>
                          <a:srgbClr val="0070C0"/>
                        </a:solidFill>
                        <a:effectLst/>
                        <a:latin typeface="Arial" panose="020B0604020202020204" pitchFamily="34" charset="0"/>
                        <a:cs typeface="Arial" panose="020B0604020202020204" pitchFamily="34" charset="0"/>
                      </a:endParaRPr>
                    </a:p>
                  </a:txBody>
                  <a:tcPr marL="76200" marR="50800" marT="50800" marB="44450"/>
                </a:tc>
                <a:extLst>
                  <a:ext uri="{0D108BD9-81ED-4DB2-BD59-A6C34878D82A}">
                    <a16:rowId xmlns:a16="http://schemas.microsoft.com/office/drawing/2014/main" val="2850091390"/>
                  </a:ext>
                </a:extLst>
              </a:tr>
              <a:tr h="717239">
                <a:tc>
                  <a:txBody>
                    <a:bodyPr/>
                    <a:lstStyle/>
                    <a:p>
                      <a:pPr marL="0" marR="0" algn="ctr" fontAlgn="t">
                        <a:lnSpc>
                          <a:spcPct val="100000"/>
                        </a:lnSpc>
                        <a:spcBef>
                          <a:spcPts val="1200"/>
                        </a:spcBef>
                        <a:spcAft>
                          <a:spcPts val="1200"/>
                        </a:spcAft>
                        <a:buNone/>
                      </a:pPr>
                      <a:r>
                        <a:rPr lang="en-SG" sz="1050" b="0" dirty="0">
                          <a:solidFill>
                            <a:srgbClr val="242424"/>
                          </a:solidFill>
                          <a:effectLst/>
                        </a:rPr>
                        <a:t> Database operation</a:t>
                      </a:r>
                      <a:endParaRPr lang="en-SG" sz="1050" b="0" i="0" dirty="0">
                        <a:solidFill>
                          <a:srgbClr val="242424"/>
                        </a:solidFill>
                        <a:effectLst/>
                        <a:latin typeface="Arial" panose="020B0604020202020204" pitchFamily="34" charset="0"/>
                        <a:cs typeface="Arial" panose="020B0604020202020204" pitchFamily="34" charset="0"/>
                      </a:endParaRPr>
                    </a:p>
                  </a:txBody>
                  <a:tcPr marL="76200" marR="50800" marT="50800" marB="44450"/>
                </a:tc>
                <a:tc>
                  <a:txBody>
                    <a:bodyPr/>
                    <a:lstStyle/>
                    <a:p>
                      <a:pPr marL="0" marR="0" algn="ctr" fontAlgn="t">
                        <a:lnSpc>
                          <a:spcPct val="100000"/>
                        </a:lnSpc>
                        <a:spcBef>
                          <a:spcPts val="1200"/>
                        </a:spcBef>
                        <a:spcAft>
                          <a:spcPts val="1200"/>
                        </a:spcAft>
                        <a:buNone/>
                      </a:pPr>
                      <a:r>
                        <a:rPr lang="en-SG" sz="1050" b="0">
                          <a:solidFill>
                            <a:srgbClr val="242424"/>
                          </a:solidFill>
                          <a:effectLst/>
                        </a:rPr>
                        <a:t>Which SQL query runs? Which table and record does it access?</a:t>
                      </a:r>
                      <a:endParaRPr lang="en-SG" sz="1050" b="0" i="0">
                        <a:solidFill>
                          <a:srgbClr val="242424"/>
                        </a:solidFill>
                        <a:effectLst/>
                        <a:latin typeface="Arial" panose="020B0604020202020204" pitchFamily="34" charset="0"/>
                        <a:cs typeface="Arial" panose="020B0604020202020204" pitchFamily="34" charset="0"/>
                      </a:endParaRPr>
                    </a:p>
                  </a:txBody>
                  <a:tcPr marL="76200" marR="50800" marT="50800" marB="44450"/>
                </a:tc>
                <a:tc>
                  <a:txBody>
                    <a:bodyPr/>
                    <a:lstStyle/>
                    <a:p>
                      <a:pPr marL="0" marR="0" algn="l" fontAlgn="t">
                        <a:lnSpc>
                          <a:spcPct val="100000"/>
                        </a:lnSpc>
                        <a:spcBef>
                          <a:spcPts val="0"/>
                        </a:spcBef>
                        <a:spcAft>
                          <a:spcPts val="0"/>
                        </a:spcAft>
                        <a:buNone/>
                      </a:pPr>
                      <a:r>
                        <a:rPr lang="en-SG" sz="1050" b="0" i="0" dirty="0">
                          <a:solidFill>
                            <a:srgbClr val="0070C0"/>
                          </a:solidFill>
                          <a:effectLst/>
                          <a:latin typeface="Arial" panose="020B0604020202020204" pitchFamily="34" charset="0"/>
                          <a:cs typeface="Arial" panose="020B0604020202020204" pitchFamily="34" charset="0"/>
                        </a:rPr>
                        <a:t>UPDATE on journal table </a:t>
                      </a:r>
                    </a:p>
                  </a:txBody>
                  <a:tcPr marL="76200" marR="50800" marT="50800" marB="44450"/>
                </a:tc>
                <a:extLst>
                  <a:ext uri="{0D108BD9-81ED-4DB2-BD59-A6C34878D82A}">
                    <a16:rowId xmlns:a16="http://schemas.microsoft.com/office/drawing/2014/main" val="2006744422"/>
                  </a:ext>
                </a:extLst>
              </a:tr>
              <a:tr h="825435">
                <a:tc>
                  <a:txBody>
                    <a:bodyPr/>
                    <a:lstStyle/>
                    <a:p>
                      <a:pPr marL="0" marR="0" algn="ctr" fontAlgn="t">
                        <a:lnSpc>
                          <a:spcPct val="100000"/>
                        </a:lnSpc>
                        <a:spcBef>
                          <a:spcPts val="1200"/>
                        </a:spcBef>
                        <a:spcAft>
                          <a:spcPts val="1200"/>
                        </a:spcAft>
                        <a:buNone/>
                      </a:pPr>
                      <a:r>
                        <a:rPr lang="en-SG" sz="1050" b="0" dirty="0">
                          <a:solidFill>
                            <a:srgbClr val="242424"/>
                          </a:solidFill>
                          <a:effectLst/>
                        </a:rPr>
                        <a:t>View</a:t>
                      </a:r>
                      <a:endParaRPr lang="en-SG" sz="1050" b="0" i="0" dirty="0">
                        <a:solidFill>
                          <a:srgbClr val="242424"/>
                        </a:solidFill>
                        <a:effectLst/>
                        <a:latin typeface="Arial" panose="020B0604020202020204" pitchFamily="34" charset="0"/>
                        <a:cs typeface="Arial" panose="020B0604020202020204" pitchFamily="34" charset="0"/>
                      </a:endParaRPr>
                    </a:p>
                  </a:txBody>
                  <a:tcPr marL="76200" marR="50800" marT="50800" marB="44450"/>
                </a:tc>
                <a:tc>
                  <a:txBody>
                    <a:bodyPr/>
                    <a:lstStyle/>
                    <a:p>
                      <a:pPr marL="0" marR="0" algn="ctr" fontAlgn="t">
                        <a:lnSpc>
                          <a:spcPct val="100000"/>
                        </a:lnSpc>
                        <a:spcBef>
                          <a:spcPts val="1200"/>
                        </a:spcBef>
                        <a:spcAft>
                          <a:spcPts val="1200"/>
                        </a:spcAft>
                        <a:buNone/>
                      </a:pPr>
                      <a:r>
                        <a:rPr lang="en-SG" sz="1050" b="0">
                          <a:solidFill>
                            <a:srgbClr val="242424"/>
                          </a:solidFill>
                          <a:effectLst/>
                        </a:rPr>
                        <a:t>Which EJS template is rendered? What data is passed into it?</a:t>
                      </a:r>
                      <a:endParaRPr lang="en-SG" sz="1050" b="0" i="0">
                        <a:solidFill>
                          <a:srgbClr val="242424"/>
                        </a:solidFill>
                        <a:effectLst/>
                        <a:latin typeface="Arial" panose="020B0604020202020204" pitchFamily="34" charset="0"/>
                        <a:cs typeface="Arial" panose="020B0604020202020204" pitchFamily="34" charset="0"/>
                      </a:endParaRPr>
                    </a:p>
                  </a:txBody>
                  <a:tcPr marL="76200" marR="50800" marT="50800" marB="44450"/>
                </a:tc>
                <a:tc>
                  <a:txBody>
                    <a:bodyPr/>
                    <a:lstStyle/>
                    <a:p>
                      <a:pPr marL="0" marR="0" algn="l" fontAlgn="t">
                        <a:lnSpc>
                          <a:spcPct val="100000"/>
                        </a:lnSpc>
                        <a:spcBef>
                          <a:spcPts val="0"/>
                        </a:spcBef>
                        <a:spcAft>
                          <a:spcPts val="0"/>
                        </a:spcAft>
                        <a:buNone/>
                      </a:pPr>
                      <a:r>
                        <a:rPr lang="en-SG" sz="1050" b="0" i="0" dirty="0">
                          <a:solidFill>
                            <a:srgbClr val="0070C0"/>
                          </a:solidFill>
                          <a:effectLst/>
                          <a:latin typeface="Arial" panose="020B0604020202020204" pitchFamily="34" charset="0"/>
                          <a:cs typeface="Arial" panose="020B0604020202020204" pitchFamily="34" charset="0"/>
                        </a:rPr>
                        <a:t>Redirect to /</a:t>
                      </a:r>
                      <a:r>
                        <a:rPr lang="en-SG" sz="1050" b="0" i="0" dirty="0" err="1">
                          <a:solidFill>
                            <a:srgbClr val="0070C0"/>
                          </a:solidFill>
                          <a:effectLst/>
                          <a:latin typeface="Arial" panose="020B0604020202020204" pitchFamily="34" charset="0"/>
                          <a:cs typeface="Arial" panose="020B0604020202020204" pitchFamily="34" charset="0"/>
                        </a:rPr>
                        <a:t>journals?petID</a:t>
                      </a:r>
                      <a:r>
                        <a:rPr lang="en-SG" sz="1050" b="0" i="0" dirty="0">
                          <a:solidFill>
                            <a:srgbClr val="0070C0"/>
                          </a:solidFill>
                          <a:effectLst/>
                          <a:latin typeface="Arial" panose="020B0604020202020204" pitchFamily="34" charset="0"/>
                          <a:cs typeface="Arial" panose="020B0604020202020204" pitchFamily="34" charset="0"/>
                        </a:rPr>
                        <a:t>=$(</a:t>
                      </a:r>
                      <a:r>
                        <a:rPr lang="en-SG" sz="1050" b="0" i="0" dirty="0" err="1">
                          <a:solidFill>
                            <a:srgbClr val="0070C0"/>
                          </a:solidFill>
                          <a:effectLst/>
                          <a:latin typeface="Arial" panose="020B0604020202020204" pitchFamily="34" charset="0"/>
                          <a:cs typeface="Arial" panose="020B0604020202020204" pitchFamily="34" charset="0"/>
                        </a:rPr>
                        <a:t>pet_id</a:t>
                      </a:r>
                      <a:r>
                        <a:rPr lang="en-SG" sz="1050" b="0" i="0" dirty="0">
                          <a:solidFill>
                            <a:srgbClr val="0070C0"/>
                          </a:solidFill>
                          <a:effectLst/>
                          <a:latin typeface="Arial" panose="020B0604020202020204" pitchFamily="34" charset="0"/>
                          <a:cs typeface="Arial" panose="020B0604020202020204" pitchFamily="34" charset="0"/>
                        </a:rPr>
                        <a:t>), </a:t>
                      </a:r>
                      <a:r>
                        <a:rPr lang="en-SG" sz="1050" b="0" i="0" dirty="0" err="1">
                          <a:solidFill>
                            <a:srgbClr val="0070C0"/>
                          </a:solidFill>
                          <a:effectLst/>
                          <a:latin typeface="Arial" panose="020B0604020202020204" pitchFamily="34" charset="0"/>
                          <a:cs typeface="Arial" panose="020B0604020202020204" pitchFamily="34" charset="0"/>
                        </a:rPr>
                        <a:t>journal.ejs</a:t>
                      </a:r>
                      <a:endParaRPr lang="en-SG" sz="1050" b="0" i="0" dirty="0">
                        <a:solidFill>
                          <a:srgbClr val="0070C0"/>
                        </a:solidFill>
                        <a:effectLst/>
                        <a:latin typeface="Arial" panose="020B0604020202020204" pitchFamily="34" charset="0"/>
                        <a:cs typeface="Arial" panose="020B0604020202020204" pitchFamily="34" charset="0"/>
                      </a:endParaRPr>
                    </a:p>
                  </a:txBody>
                  <a:tcPr marL="76200" marR="50800" marT="50800" marB="44450"/>
                </a:tc>
                <a:extLst>
                  <a:ext uri="{0D108BD9-81ED-4DB2-BD59-A6C34878D82A}">
                    <a16:rowId xmlns:a16="http://schemas.microsoft.com/office/drawing/2014/main" val="1258318258"/>
                  </a:ext>
                </a:extLst>
              </a:tr>
              <a:tr h="1182313">
                <a:tc>
                  <a:txBody>
                    <a:bodyPr/>
                    <a:lstStyle/>
                    <a:p>
                      <a:pPr marL="0" marR="0" algn="ctr" fontAlgn="t">
                        <a:lnSpc>
                          <a:spcPct val="100000"/>
                        </a:lnSpc>
                        <a:spcBef>
                          <a:spcPts val="1200"/>
                        </a:spcBef>
                        <a:spcAft>
                          <a:spcPts val="1200"/>
                        </a:spcAft>
                        <a:buNone/>
                      </a:pPr>
                      <a:r>
                        <a:rPr lang="en-SG" sz="1050" b="0" dirty="0">
                          <a:solidFill>
                            <a:srgbClr val="242424"/>
                          </a:solidFill>
                          <a:effectLst/>
                        </a:rPr>
                        <a:t>Output</a:t>
                      </a:r>
                      <a:endParaRPr lang="en-SG" sz="1050" b="0" i="0" dirty="0">
                        <a:solidFill>
                          <a:srgbClr val="242424"/>
                        </a:solidFill>
                        <a:effectLst/>
                        <a:latin typeface="Arial" panose="020B0604020202020204" pitchFamily="34" charset="0"/>
                        <a:cs typeface="Arial" panose="020B0604020202020204" pitchFamily="34" charset="0"/>
                      </a:endParaRPr>
                    </a:p>
                  </a:txBody>
                  <a:tcPr marL="76200" marR="50800" marT="50800" marB="44450"/>
                </a:tc>
                <a:tc>
                  <a:txBody>
                    <a:bodyPr/>
                    <a:lstStyle/>
                    <a:p>
                      <a:pPr marL="0" marR="0" algn="ctr" fontAlgn="t">
                        <a:lnSpc>
                          <a:spcPct val="100000"/>
                        </a:lnSpc>
                        <a:spcBef>
                          <a:spcPts val="1200"/>
                        </a:spcBef>
                        <a:spcAft>
                          <a:spcPts val="1200"/>
                        </a:spcAft>
                        <a:buNone/>
                      </a:pPr>
                      <a:r>
                        <a:rPr lang="en-US" sz="1050" b="0" dirty="0">
                          <a:solidFill>
                            <a:srgbClr val="242424"/>
                          </a:solidFill>
                          <a:effectLst/>
                        </a:rPr>
                        <a:t>What information appears on the rendered page?</a:t>
                      </a:r>
                      <a:endParaRPr lang="en-SG" sz="1050" b="0" i="0" dirty="0">
                        <a:solidFill>
                          <a:srgbClr val="242424"/>
                        </a:solidFill>
                        <a:effectLst/>
                        <a:latin typeface="Arial" panose="020B0604020202020204" pitchFamily="34" charset="0"/>
                        <a:cs typeface="Arial" panose="020B0604020202020204" pitchFamily="34" charset="0"/>
                      </a:endParaRPr>
                    </a:p>
                  </a:txBody>
                  <a:tcPr marL="76200" marR="50800" marT="50800" marB="38100"/>
                </a:tc>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SG" sz="1050" b="0" i="0" dirty="0">
                          <a:solidFill>
                            <a:srgbClr val="0070C0"/>
                          </a:solidFill>
                          <a:effectLst/>
                          <a:latin typeface="Arial" panose="020B0604020202020204" pitchFamily="34" charset="0"/>
                          <a:cs typeface="Arial" panose="020B0604020202020204" pitchFamily="34" charset="0"/>
                        </a:rPr>
                        <a:t>Journal entry data is displayed in the edit form for user to update after submitting the updates, redirect to /journals. Journal entries appear as rows in the journal table, and pet names appear in the filter dropdown. The EJS template loops through the supplied data to display them </a:t>
                      </a:r>
                    </a:p>
                  </a:txBody>
                  <a:tcPr marL="76200" marR="50800" marT="50800" marB="38100"/>
                </a:tc>
                <a:extLst>
                  <a:ext uri="{0D108BD9-81ED-4DB2-BD59-A6C34878D82A}">
                    <a16:rowId xmlns:a16="http://schemas.microsoft.com/office/drawing/2014/main" val="3859279482"/>
                  </a:ext>
                </a:extLst>
              </a:tr>
            </a:tbl>
          </a:graphicData>
        </a:graphic>
      </p:graphicFrame>
      <p:pic>
        <p:nvPicPr>
          <p:cNvPr id="7" name="Picture 6">
            <a:extLst>
              <a:ext uri="{FF2B5EF4-FFF2-40B4-BE49-F238E27FC236}">
                <a16:creationId xmlns:a16="http://schemas.microsoft.com/office/drawing/2014/main" id="{27AA5653-E8D1-D2E0-6B8D-738CD321758C}"/>
              </a:ext>
            </a:extLst>
          </p:cNvPr>
          <p:cNvPicPr>
            <a:picLocks noChangeAspect="1"/>
          </p:cNvPicPr>
          <p:nvPr/>
        </p:nvPicPr>
        <p:blipFill>
          <a:blip r:embed="rId2"/>
          <a:stretch>
            <a:fillRect/>
          </a:stretch>
        </p:blipFill>
        <p:spPr>
          <a:xfrm>
            <a:off x="169047" y="2083255"/>
            <a:ext cx="4955612" cy="3678589"/>
          </a:xfrm>
          <a:prstGeom prst="rect">
            <a:avLst/>
          </a:prstGeom>
          <a:ln>
            <a:solidFill>
              <a:schemeClr val="tx1"/>
            </a:solidFill>
          </a:ln>
        </p:spPr>
      </p:pic>
      <p:sp>
        <p:nvSpPr>
          <p:cNvPr id="8" name="TextBox 7">
            <a:extLst>
              <a:ext uri="{FF2B5EF4-FFF2-40B4-BE49-F238E27FC236}">
                <a16:creationId xmlns:a16="http://schemas.microsoft.com/office/drawing/2014/main" id="{7729CD76-12CD-036D-7E6C-DC9DA2C9FABA}"/>
              </a:ext>
            </a:extLst>
          </p:cNvPr>
          <p:cNvSpPr txBox="1"/>
          <p:nvPr/>
        </p:nvSpPr>
        <p:spPr>
          <a:xfrm>
            <a:off x="1014883" y="4933741"/>
            <a:ext cx="3235570" cy="646331"/>
          </a:xfrm>
          <a:prstGeom prst="rect">
            <a:avLst/>
          </a:prstGeom>
          <a:noFill/>
        </p:spPr>
        <p:txBody>
          <a:bodyPr wrap="square" rtlCol="0">
            <a:spAutoFit/>
          </a:bodyPr>
          <a:lstStyle/>
          <a:p>
            <a:pPr algn="ctr"/>
            <a:r>
              <a:rPr lang="en-US" dirty="0">
                <a:solidFill>
                  <a:srgbClr val="0070C0"/>
                </a:solidFill>
              </a:rPr>
              <a:t>Include details for after Update Entry button is clicked</a:t>
            </a:r>
            <a:endParaRPr lang="en-SG" dirty="0">
              <a:solidFill>
                <a:srgbClr val="0070C0"/>
              </a:solidFill>
            </a:endParaRPr>
          </a:p>
        </p:txBody>
      </p:sp>
    </p:spTree>
    <p:extLst>
      <p:ext uri="{BB962C8B-B14F-4D97-AF65-F5344CB8AC3E}">
        <p14:creationId xmlns:p14="http://schemas.microsoft.com/office/powerpoint/2010/main" val="208992510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DDE566D-ADDC-2F32-E4DA-11AA4CB68656}"/>
              </a:ext>
            </a:extLst>
          </p:cNvPr>
          <p:cNvSpPr>
            <a:spLocks noGrp="1"/>
          </p:cNvSpPr>
          <p:nvPr>
            <p:ph type="title"/>
          </p:nvPr>
        </p:nvSpPr>
        <p:spPr/>
        <p:txBody>
          <a:bodyPr>
            <a:normAutofit/>
          </a:bodyPr>
          <a:lstStyle/>
          <a:p>
            <a:r>
              <a:rPr lang="en-SG" dirty="0"/>
              <a:t>Where Could Payment Fit?</a:t>
            </a:r>
          </a:p>
        </p:txBody>
      </p:sp>
      <p:grpSp>
        <p:nvGrpSpPr>
          <p:cNvPr id="58" name="Group 57">
            <a:extLst>
              <a:ext uri="{FF2B5EF4-FFF2-40B4-BE49-F238E27FC236}">
                <a16:creationId xmlns:a16="http://schemas.microsoft.com/office/drawing/2014/main" id="{5A0E64D5-E0F0-F5D1-C157-D393087D8C4A}"/>
              </a:ext>
            </a:extLst>
          </p:cNvPr>
          <p:cNvGrpSpPr/>
          <p:nvPr/>
        </p:nvGrpSpPr>
        <p:grpSpPr>
          <a:xfrm>
            <a:off x="626327" y="2402205"/>
            <a:ext cx="10835640" cy="3931920"/>
            <a:chOff x="626327" y="2140266"/>
            <a:chExt cx="10835640" cy="3931920"/>
          </a:xfrm>
        </p:grpSpPr>
        <p:sp>
          <p:nvSpPr>
            <p:cNvPr id="5" name="Shape 2">
              <a:extLst>
                <a:ext uri="{FF2B5EF4-FFF2-40B4-BE49-F238E27FC236}">
                  <a16:creationId xmlns:a16="http://schemas.microsoft.com/office/drawing/2014/main" id="{8DA9D530-C311-EAE6-7585-3EA73FC85751}"/>
                </a:ext>
              </a:extLst>
            </p:cNvPr>
            <p:cNvSpPr/>
            <p:nvPr/>
          </p:nvSpPr>
          <p:spPr>
            <a:xfrm>
              <a:off x="626327" y="2140266"/>
              <a:ext cx="2006194" cy="822960"/>
            </a:xfrm>
            <a:prstGeom prst="roundRect">
              <a:avLst>
                <a:gd name="adj" fmla="val 4444"/>
              </a:avLst>
            </a:prstGeom>
            <a:solidFill>
              <a:srgbClr val="F1F7F4"/>
            </a:solidFill>
            <a:ln w="12700">
              <a:solidFill>
                <a:srgbClr val="9DBBAF"/>
              </a:solidFill>
              <a:prstDash val="solid"/>
            </a:ln>
          </p:spPr>
          <p:txBody>
            <a:bodyPr/>
            <a:lstStyle/>
            <a:p>
              <a:endParaRPr lang="en-SG"/>
            </a:p>
          </p:txBody>
        </p:sp>
        <p:sp>
          <p:nvSpPr>
            <p:cNvPr id="7" name="Text 3">
              <a:extLst>
                <a:ext uri="{FF2B5EF4-FFF2-40B4-BE49-F238E27FC236}">
                  <a16:creationId xmlns:a16="http://schemas.microsoft.com/office/drawing/2014/main" id="{44CB1AFC-D425-C9E7-44FF-E73E834BEB21}"/>
                </a:ext>
              </a:extLst>
            </p:cNvPr>
            <p:cNvSpPr/>
            <p:nvPr/>
          </p:nvSpPr>
          <p:spPr>
            <a:xfrm>
              <a:off x="699479" y="2368866"/>
              <a:ext cx="1859890" cy="274320"/>
            </a:xfrm>
            <a:prstGeom prst="rect">
              <a:avLst/>
            </a:prstGeom>
            <a:noFill/>
            <a:ln/>
          </p:spPr>
          <p:txBody>
            <a:bodyPr wrap="square" lIns="0" tIns="0" rIns="0" bIns="0" rtlCol="0" anchor="ctr"/>
            <a:lstStyle/>
            <a:p>
              <a:pPr marL="0" indent="0" algn="ctr">
                <a:buNone/>
              </a:pPr>
              <a:r>
                <a:rPr lang="en-US" sz="1200" b="1" dirty="0">
                  <a:solidFill>
                    <a:srgbClr val="173F35"/>
                  </a:solidFill>
                </a:rPr>
                <a:t>Pet owner</a:t>
              </a:r>
              <a:endParaRPr lang="en-US" sz="1200" dirty="0"/>
            </a:p>
          </p:txBody>
        </p:sp>
        <p:sp>
          <p:nvSpPr>
            <p:cNvPr id="9" name="Text 4">
              <a:extLst>
                <a:ext uri="{FF2B5EF4-FFF2-40B4-BE49-F238E27FC236}">
                  <a16:creationId xmlns:a16="http://schemas.microsoft.com/office/drawing/2014/main" id="{25585BA9-F748-EB60-EEED-CE96FD703833}"/>
                </a:ext>
              </a:extLst>
            </p:cNvPr>
            <p:cNvSpPr/>
            <p:nvPr/>
          </p:nvSpPr>
          <p:spPr>
            <a:xfrm>
              <a:off x="2632521" y="2387154"/>
              <a:ext cx="201168" cy="228600"/>
            </a:xfrm>
            <a:prstGeom prst="rect">
              <a:avLst/>
            </a:prstGeom>
            <a:noFill/>
            <a:ln/>
          </p:spPr>
          <p:txBody>
            <a:bodyPr wrap="square" lIns="0" tIns="0" rIns="0" bIns="0" rtlCol="0" anchor="ctr"/>
            <a:lstStyle/>
            <a:p>
              <a:pPr marL="0" indent="0" algn="ctr">
                <a:buNone/>
              </a:pPr>
              <a:r>
                <a:rPr lang="en-US" sz="1600" b="1" dirty="0">
                  <a:solidFill>
                    <a:srgbClr val="F5A623"/>
                  </a:solidFill>
                </a:rPr>
                <a:t>→</a:t>
              </a:r>
              <a:endParaRPr lang="en-US" sz="1600" dirty="0"/>
            </a:p>
          </p:txBody>
        </p:sp>
        <p:sp>
          <p:nvSpPr>
            <p:cNvPr id="11" name="Shape 5">
              <a:extLst>
                <a:ext uri="{FF2B5EF4-FFF2-40B4-BE49-F238E27FC236}">
                  <a16:creationId xmlns:a16="http://schemas.microsoft.com/office/drawing/2014/main" id="{BAA1A17D-A1E7-31CA-9BC2-9219AF95A874}"/>
                </a:ext>
              </a:extLst>
            </p:cNvPr>
            <p:cNvSpPr/>
            <p:nvPr/>
          </p:nvSpPr>
          <p:spPr>
            <a:xfrm>
              <a:off x="2833689" y="2140266"/>
              <a:ext cx="2006194" cy="822960"/>
            </a:xfrm>
            <a:prstGeom prst="roundRect">
              <a:avLst>
                <a:gd name="adj" fmla="val 4444"/>
              </a:avLst>
            </a:prstGeom>
            <a:solidFill>
              <a:srgbClr val="EAF5E3"/>
            </a:solidFill>
            <a:ln w="12700">
              <a:solidFill>
                <a:srgbClr val="6FBE44"/>
              </a:solidFill>
              <a:prstDash val="solid"/>
            </a:ln>
          </p:spPr>
          <p:txBody>
            <a:bodyPr/>
            <a:lstStyle/>
            <a:p>
              <a:endParaRPr lang="en-SG"/>
            </a:p>
          </p:txBody>
        </p:sp>
        <p:sp>
          <p:nvSpPr>
            <p:cNvPr id="13" name="Text 6">
              <a:extLst>
                <a:ext uri="{FF2B5EF4-FFF2-40B4-BE49-F238E27FC236}">
                  <a16:creationId xmlns:a16="http://schemas.microsoft.com/office/drawing/2014/main" id="{FD2C603A-E366-A314-A362-00C86B440A7D}"/>
                </a:ext>
              </a:extLst>
            </p:cNvPr>
            <p:cNvSpPr/>
            <p:nvPr/>
          </p:nvSpPr>
          <p:spPr>
            <a:xfrm>
              <a:off x="2906841" y="2368866"/>
              <a:ext cx="1859890" cy="274320"/>
            </a:xfrm>
            <a:prstGeom prst="rect">
              <a:avLst/>
            </a:prstGeom>
            <a:noFill/>
            <a:ln/>
          </p:spPr>
          <p:txBody>
            <a:bodyPr wrap="square" lIns="0" tIns="0" rIns="0" bIns="0" rtlCol="0" anchor="ctr"/>
            <a:lstStyle/>
            <a:p>
              <a:pPr marL="0" indent="0" algn="ctr">
                <a:buNone/>
              </a:pPr>
              <a:r>
                <a:rPr lang="en-US" sz="1200" b="1" dirty="0">
                  <a:solidFill>
                    <a:srgbClr val="173F35"/>
                  </a:solidFill>
                </a:rPr>
                <a:t>Select pet</a:t>
              </a:r>
              <a:endParaRPr lang="en-US" sz="1200" dirty="0"/>
            </a:p>
          </p:txBody>
        </p:sp>
        <p:sp>
          <p:nvSpPr>
            <p:cNvPr id="15" name="Text 7">
              <a:extLst>
                <a:ext uri="{FF2B5EF4-FFF2-40B4-BE49-F238E27FC236}">
                  <a16:creationId xmlns:a16="http://schemas.microsoft.com/office/drawing/2014/main" id="{9D7A0E9A-8F3E-B55F-EEAD-5B40901786D4}"/>
                </a:ext>
              </a:extLst>
            </p:cNvPr>
            <p:cNvSpPr/>
            <p:nvPr/>
          </p:nvSpPr>
          <p:spPr>
            <a:xfrm>
              <a:off x="4839882" y="2387154"/>
              <a:ext cx="201168" cy="228600"/>
            </a:xfrm>
            <a:prstGeom prst="rect">
              <a:avLst/>
            </a:prstGeom>
            <a:noFill/>
            <a:ln/>
          </p:spPr>
          <p:txBody>
            <a:bodyPr wrap="square" lIns="0" tIns="0" rIns="0" bIns="0" rtlCol="0" anchor="ctr"/>
            <a:lstStyle/>
            <a:p>
              <a:pPr marL="0" indent="0" algn="ctr">
                <a:buNone/>
              </a:pPr>
              <a:r>
                <a:rPr lang="en-US" sz="1600" b="1" dirty="0">
                  <a:solidFill>
                    <a:srgbClr val="F5A623"/>
                  </a:solidFill>
                </a:rPr>
                <a:t>→</a:t>
              </a:r>
              <a:endParaRPr lang="en-US" sz="1600" dirty="0"/>
            </a:p>
          </p:txBody>
        </p:sp>
        <p:sp>
          <p:nvSpPr>
            <p:cNvPr id="17" name="Shape 8">
              <a:extLst>
                <a:ext uri="{FF2B5EF4-FFF2-40B4-BE49-F238E27FC236}">
                  <a16:creationId xmlns:a16="http://schemas.microsoft.com/office/drawing/2014/main" id="{789F7F34-1291-6D54-2D53-8008A8A4A120}"/>
                </a:ext>
              </a:extLst>
            </p:cNvPr>
            <p:cNvSpPr/>
            <p:nvPr/>
          </p:nvSpPr>
          <p:spPr>
            <a:xfrm>
              <a:off x="5041050" y="2140266"/>
              <a:ext cx="2006194" cy="822960"/>
            </a:xfrm>
            <a:prstGeom prst="roundRect">
              <a:avLst>
                <a:gd name="adj" fmla="val 4444"/>
              </a:avLst>
            </a:prstGeom>
            <a:solidFill>
              <a:srgbClr val="F1F7F4"/>
            </a:solidFill>
            <a:ln w="12700">
              <a:solidFill>
                <a:srgbClr val="9DBBAF"/>
              </a:solidFill>
              <a:prstDash val="solid"/>
            </a:ln>
          </p:spPr>
          <p:txBody>
            <a:bodyPr/>
            <a:lstStyle/>
            <a:p>
              <a:endParaRPr lang="en-SG"/>
            </a:p>
          </p:txBody>
        </p:sp>
        <p:sp>
          <p:nvSpPr>
            <p:cNvPr id="19" name="Text 9">
              <a:extLst>
                <a:ext uri="{FF2B5EF4-FFF2-40B4-BE49-F238E27FC236}">
                  <a16:creationId xmlns:a16="http://schemas.microsoft.com/office/drawing/2014/main" id="{21716A0D-988B-EA38-967A-5206B94CC802}"/>
                </a:ext>
              </a:extLst>
            </p:cNvPr>
            <p:cNvSpPr/>
            <p:nvPr/>
          </p:nvSpPr>
          <p:spPr>
            <a:xfrm>
              <a:off x="5114202" y="2368866"/>
              <a:ext cx="1859890" cy="274320"/>
            </a:xfrm>
            <a:prstGeom prst="rect">
              <a:avLst/>
            </a:prstGeom>
            <a:noFill/>
            <a:ln/>
          </p:spPr>
          <p:txBody>
            <a:bodyPr wrap="square" lIns="0" tIns="0" rIns="0" bIns="0" rtlCol="0" anchor="ctr"/>
            <a:lstStyle/>
            <a:p>
              <a:pPr marL="0" indent="0" algn="ctr">
                <a:buNone/>
              </a:pPr>
              <a:r>
                <a:rPr lang="en-US" sz="1200" b="1" dirty="0">
                  <a:solidFill>
                    <a:srgbClr val="173F35"/>
                  </a:solidFill>
                </a:rPr>
                <a:t>Choose pet-care service</a:t>
              </a:r>
              <a:endParaRPr lang="en-US" sz="1200" dirty="0"/>
            </a:p>
          </p:txBody>
        </p:sp>
        <p:sp>
          <p:nvSpPr>
            <p:cNvPr id="21" name="Text 10">
              <a:extLst>
                <a:ext uri="{FF2B5EF4-FFF2-40B4-BE49-F238E27FC236}">
                  <a16:creationId xmlns:a16="http://schemas.microsoft.com/office/drawing/2014/main" id="{7551F46D-2FBC-191F-F09A-AA5124AAAED5}"/>
                </a:ext>
              </a:extLst>
            </p:cNvPr>
            <p:cNvSpPr/>
            <p:nvPr/>
          </p:nvSpPr>
          <p:spPr>
            <a:xfrm>
              <a:off x="7047244" y="2387154"/>
              <a:ext cx="201168" cy="228600"/>
            </a:xfrm>
            <a:prstGeom prst="rect">
              <a:avLst/>
            </a:prstGeom>
            <a:noFill/>
            <a:ln/>
          </p:spPr>
          <p:txBody>
            <a:bodyPr wrap="square" lIns="0" tIns="0" rIns="0" bIns="0" rtlCol="0" anchor="ctr"/>
            <a:lstStyle/>
            <a:p>
              <a:pPr marL="0" indent="0" algn="ctr">
                <a:buNone/>
              </a:pPr>
              <a:r>
                <a:rPr lang="en-US" sz="1600" b="1" dirty="0">
                  <a:solidFill>
                    <a:srgbClr val="F5A623"/>
                  </a:solidFill>
                </a:rPr>
                <a:t>→</a:t>
              </a:r>
              <a:endParaRPr lang="en-US" sz="1600" dirty="0"/>
            </a:p>
          </p:txBody>
        </p:sp>
        <p:sp>
          <p:nvSpPr>
            <p:cNvPr id="23" name="Shape 11">
              <a:extLst>
                <a:ext uri="{FF2B5EF4-FFF2-40B4-BE49-F238E27FC236}">
                  <a16:creationId xmlns:a16="http://schemas.microsoft.com/office/drawing/2014/main" id="{02B2DF1F-BA47-2A06-22B7-F2764352B1C2}"/>
                </a:ext>
              </a:extLst>
            </p:cNvPr>
            <p:cNvSpPr/>
            <p:nvPr/>
          </p:nvSpPr>
          <p:spPr>
            <a:xfrm>
              <a:off x="7248412" y="2140266"/>
              <a:ext cx="2006194" cy="822960"/>
            </a:xfrm>
            <a:prstGeom prst="roundRect">
              <a:avLst>
                <a:gd name="adj" fmla="val 4444"/>
              </a:avLst>
            </a:prstGeom>
            <a:solidFill>
              <a:srgbClr val="EAF5E3"/>
            </a:solidFill>
            <a:ln w="12700">
              <a:solidFill>
                <a:srgbClr val="6FBE44"/>
              </a:solidFill>
              <a:prstDash val="solid"/>
            </a:ln>
          </p:spPr>
          <p:txBody>
            <a:bodyPr/>
            <a:lstStyle/>
            <a:p>
              <a:endParaRPr lang="en-SG"/>
            </a:p>
          </p:txBody>
        </p:sp>
        <p:sp>
          <p:nvSpPr>
            <p:cNvPr id="25" name="Text 12">
              <a:extLst>
                <a:ext uri="{FF2B5EF4-FFF2-40B4-BE49-F238E27FC236}">
                  <a16:creationId xmlns:a16="http://schemas.microsoft.com/office/drawing/2014/main" id="{99487B44-66CC-26EB-93DA-01E46C3FBB3F}"/>
                </a:ext>
              </a:extLst>
            </p:cNvPr>
            <p:cNvSpPr/>
            <p:nvPr/>
          </p:nvSpPr>
          <p:spPr>
            <a:xfrm>
              <a:off x="7321564" y="2368866"/>
              <a:ext cx="1859890" cy="274320"/>
            </a:xfrm>
            <a:prstGeom prst="rect">
              <a:avLst/>
            </a:prstGeom>
            <a:noFill/>
            <a:ln/>
          </p:spPr>
          <p:txBody>
            <a:bodyPr wrap="square" lIns="0" tIns="0" rIns="0" bIns="0" rtlCol="0" anchor="ctr"/>
            <a:lstStyle/>
            <a:p>
              <a:pPr marL="0" indent="0" algn="ctr">
                <a:buNone/>
              </a:pPr>
              <a:r>
                <a:rPr lang="en-US" sz="1200" b="1" dirty="0">
                  <a:solidFill>
                    <a:srgbClr val="173F35"/>
                  </a:solidFill>
                </a:rPr>
                <a:t>Payment</a:t>
              </a:r>
              <a:endParaRPr lang="en-US" sz="1200" dirty="0"/>
            </a:p>
          </p:txBody>
        </p:sp>
        <p:sp>
          <p:nvSpPr>
            <p:cNvPr id="27" name="Text 13">
              <a:extLst>
                <a:ext uri="{FF2B5EF4-FFF2-40B4-BE49-F238E27FC236}">
                  <a16:creationId xmlns:a16="http://schemas.microsoft.com/office/drawing/2014/main" id="{62839B24-3931-C5CB-AB80-478D20F34D66}"/>
                </a:ext>
              </a:extLst>
            </p:cNvPr>
            <p:cNvSpPr/>
            <p:nvPr/>
          </p:nvSpPr>
          <p:spPr>
            <a:xfrm>
              <a:off x="9254605" y="2387154"/>
              <a:ext cx="201168" cy="228600"/>
            </a:xfrm>
            <a:prstGeom prst="rect">
              <a:avLst/>
            </a:prstGeom>
            <a:noFill/>
            <a:ln/>
          </p:spPr>
          <p:txBody>
            <a:bodyPr wrap="square" lIns="0" tIns="0" rIns="0" bIns="0" rtlCol="0" anchor="ctr"/>
            <a:lstStyle/>
            <a:p>
              <a:pPr marL="0" indent="0" algn="ctr">
                <a:buNone/>
              </a:pPr>
              <a:r>
                <a:rPr lang="en-US" sz="1600" b="1" dirty="0">
                  <a:solidFill>
                    <a:srgbClr val="F5A623"/>
                  </a:solidFill>
                </a:rPr>
                <a:t>→</a:t>
              </a:r>
              <a:endParaRPr lang="en-US" sz="1600" dirty="0"/>
            </a:p>
          </p:txBody>
        </p:sp>
        <p:sp>
          <p:nvSpPr>
            <p:cNvPr id="29" name="Shape 14">
              <a:extLst>
                <a:ext uri="{FF2B5EF4-FFF2-40B4-BE49-F238E27FC236}">
                  <a16:creationId xmlns:a16="http://schemas.microsoft.com/office/drawing/2014/main" id="{C1C0AF64-EBFD-5CF4-CFA1-81E1E51191FE}"/>
                </a:ext>
              </a:extLst>
            </p:cNvPr>
            <p:cNvSpPr/>
            <p:nvPr/>
          </p:nvSpPr>
          <p:spPr>
            <a:xfrm>
              <a:off x="9455773" y="2140266"/>
              <a:ext cx="2006194" cy="822960"/>
            </a:xfrm>
            <a:prstGeom prst="roundRect">
              <a:avLst>
                <a:gd name="adj" fmla="val 4444"/>
              </a:avLst>
            </a:prstGeom>
            <a:solidFill>
              <a:srgbClr val="F1F7F4"/>
            </a:solidFill>
            <a:ln w="12700">
              <a:solidFill>
                <a:srgbClr val="9DBBAF"/>
              </a:solidFill>
              <a:prstDash val="solid"/>
            </a:ln>
          </p:spPr>
          <p:txBody>
            <a:bodyPr/>
            <a:lstStyle/>
            <a:p>
              <a:endParaRPr lang="en-SG"/>
            </a:p>
          </p:txBody>
        </p:sp>
        <p:sp>
          <p:nvSpPr>
            <p:cNvPr id="31" name="Text 15">
              <a:extLst>
                <a:ext uri="{FF2B5EF4-FFF2-40B4-BE49-F238E27FC236}">
                  <a16:creationId xmlns:a16="http://schemas.microsoft.com/office/drawing/2014/main" id="{6B86F22E-AF4A-78FA-26B6-857229B54270}"/>
                </a:ext>
              </a:extLst>
            </p:cNvPr>
            <p:cNvSpPr/>
            <p:nvPr/>
          </p:nvSpPr>
          <p:spPr>
            <a:xfrm>
              <a:off x="9528925" y="2368866"/>
              <a:ext cx="1859890" cy="274320"/>
            </a:xfrm>
            <a:prstGeom prst="rect">
              <a:avLst/>
            </a:prstGeom>
            <a:noFill/>
            <a:ln/>
          </p:spPr>
          <p:txBody>
            <a:bodyPr wrap="square" lIns="0" tIns="0" rIns="0" bIns="0" rtlCol="0" anchor="ctr"/>
            <a:lstStyle/>
            <a:p>
              <a:pPr marL="0" indent="0" algn="ctr">
                <a:buNone/>
              </a:pPr>
              <a:r>
                <a:rPr lang="en-US" sz="1200" b="1" dirty="0">
                  <a:solidFill>
                    <a:srgbClr val="173F35"/>
                  </a:solidFill>
                </a:rPr>
                <a:t>Confirmation</a:t>
              </a:r>
              <a:endParaRPr lang="en-US" sz="1200" dirty="0"/>
            </a:p>
          </p:txBody>
        </p:sp>
        <p:sp>
          <p:nvSpPr>
            <p:cNvPr id="33" name="Shape 16">
              <a:extLst>
                <a:ext uri="{FF2B5EF4-FFF2-40B4-BE49-F238E27FC236}">
                  <a16:creationId xmlns:a16="http://schemas.microsoft.com/office/drawing/2014/main" id="{D6F7E764-CCFE-0692-9820-5505CCF94F64}"/>
                </a:ext>
              </a:extLst>
            </p:cNvPr>
            <p:cNvSpPr/>
            <p:nvPr/>
          </p:nvSpPr>
          <p:spPr>
            <a:xfrm>
              <a:off x="717767" y="3649026"/>
              <a:ext cx="3337560" cy="1417320"/>
            </a:xfrm>
            <a:prstGeom prst="roundRect">
              <a:avLst>
                <a:gd name="adj" fmla="val 3226"/>
              </a:avLst>
            </a:prstGeom>
            <a:solidFill>
              <a:srgbClr val="FFFFFF"/>
            </a:solidFill>
            <a:ln w="12700">
              <a:solidFill>
                <a:srgbClr val="D8DED8"/>
              </a:solidFill>
              <a:prstDash val="solid"/>
            </a:ln>
            <a:effectLst>
              <a:outerShdw blurRad="12700" dist="6350" dir="2700000" algn="bl" rotWithShape="0">
                <a:srgbClr val="000000">
                  <a:alpha val="10000"/>
                </a:srgbClr>
              </a:outerShdw>
            </a:effectLst>
          </p:spPr>
          <p:txBody>
            <a:bodyPr/>
            <a:lstStyle/>
            <a:p>
              <a:endParaRPr lang="en-SG"/>
            </a:p>
          </p:txBody>
        </p:sp>
        <p:sp>
          <p:nvSpPr>
            <p:cNvPr id="35" name="Shape 17">
              <a:extLst>
                <a:ext uri="{FF2B5EF4-FFF2-40B4-BE49-F238E27FC236}">
                  <a16:creationId xmlns:a16="http://schemas.microsoft.com/office/drawing/2014/main" id="{DBCB33B5-112F-1D21-05AE-9F82FB6CD344}"/>
                </a:ext>
              </a:extLst>
            </p:cNvPr>
            <p:cNvSpPr/>
            <p:nvPr/>
          </p:nvSpPr>
          <p:spPr>
            <a:xfrm>
              <a:off x="717767" y="3649026"/>
              <a:ext cx="82296" cy="1417320"/>
            </a:xfrm>
            <a:prstGeom prst="rect">
              <a:avLst/>
            </a:prstGeom>
            <a:solidFill>
              <a:srgbClr val="6FBE44"/>
            </a:solidFill>
            <a:ln w="12700">
              <a:solidFill>
                <a:srgbClr val="6FBE44"/>
              </a:solidFill>
              <a:prstDash val="solid"/>
            </a:ln>
          </p:spPr>
          <p:txBody>
            <a:bodyPr/>
            <a:lstStyle/>
            <a:p>
              <a:endParaRPr lang="en-SG"/>
            </a:p>
          </p:txBody>
        </p:sp>
        <p:sp>
          <p:nvSpPr>
            <p:cNvPr id="37" name="Text 18">
              <a:extLst>
                <a:ext uri="{FF2B5EF4-FFF2-40B4-BE49-F238E27FC236}">
                  <a16:creationId xmlns:a16="http://schemas.microsoft.com/office/drawing/2014/main" id="{9377C0CE-4B16-4F80-6517-D6E771BA14E5}"/>
                </a:ext>
              </a:extLst>
            </p:cNvPr>
            <p:cNvSpPr/>
            <p:nvPr/>
          </p:nvSpPr>
          <p:spPr>
            <a:xfrm>
              <a:off x="946367" y="3804474"/>
              <a:ext cx="2971800" cy="292608"/>
            </a:xfrm>
            <a:prstGeom prst="rect">
              <a:avLst/>
            </a:prstGeom>
            <a:noFill/>
            <a:ln/>
          </p:spPr>
          <p:txBody>
            <a:bodyPr wrap="square" lIns="0" tIns="0" rIns="0" bIns="0" rtlCol="0" anchor="ctr"/>
            <a:lstStyle/>
            <a:p>
              <a:pPr marL="0" indent="0">
                <a:buNone/>
              </a:pPr>
              <a:r>
                <a:rPr lang="en-US" sz="1500" b="1" dirty="0">
                  <a:solidFill>
                    <a:srgbClr val="173F35"/>
                  </a:solidFill>
                </a:rPr>
                <a:t>Current data</a:t>
              </a:r>
              <a:endParaRPr lang="en-US" sz="1500" dirty="0"/>
            </a:p>
          </p:txBody>
        </p:sp>
        <p:sp>
          <p:nvSpPr>
            <p:cNvPr id="39" name="Text 19">
              <a:extLst>
                <a:ext uri="{FF2B5EF4-FFF2-40B4-BE49-F238E27FC236}">
                  <a16:creationId xmlns:a16="http://schemas.microsoft.com/office/drawing/2014/main" id="{44454A77-A2C1-D5CA-F587-E16E424529F9}"/>
                </a:ext>
              </a:extLst>
            </p:cNvPr>
            <p:cNvSpPr/>
            <p:nvPr/>
          </p:nvSpPr>
          <p:spPr>
            <a:xfrm>
              <a:off x="946367" y="4215954"/>
              <a:ext cx="2953512" cy="713232"/>
            </a:xfrm>
            <a:prstGeom prst="rect">
              <a:avLst/>
            </a:prstGeom>
            <a:noFill/>
            <a:ln/>
          </p:spPr>
          <p:txBody>
            <a:bodyPr wrap="square" lIns="254" tIns="254" rIns="254" bIns="254" rtlCol="0" anchor="ctr"/>
            <a:lstStyle/>
            <a:p>
              <a:pPr marL="0" indent="0">
                <a:buNone/>
              </a:pPr>
              <a:r>
                <a:rPr lang="en-US" sz="1200" dirty="0">
                  <a:solidFill>
                    <a:srgbClr val="222222"/>
                  </a:solidFill>
                </a:rPr>
                <a:t>users</a:t>
              </a:r>
              <a:endParaRPr lang="en-US" sz="1200" dirty="0"/>
            </a:p>
            <a:p>
              <a:pPr marL="0" indent="0">
                <a:buNone/>
              </a:pPr>
              <a:r>
                <a:rPr lang="en-US" sz="1200" dirty="0">
                  <a:solidFill>
                    <a:srgbClr val="222222"/>
                  </a:solidFill>
                </a:rPr>
                <a:t>pets</a:t>
              </a:r>
              <a:endParaRPr lang="en-US" sz="1200" dirty="0"/>
            </a:p>
            <a:p>
              <a:pPr marL="0" indent="0">
                <a:buNone/>
              </a:pPr>
              <a:r>
                <a:rPr lang="en-US" sz="1200" dirty="0">
                  <a:solidFill>
                    <a:srgbClr val="222222"/>
                  </a:solidFill>
                </a:rPr>
                <a:t>journal</a:t>
              </a:r>
              <a:endParaRPr lang="en-US" sz="1200" dirty="0"/>
            </a:p>
          </p:txBody>
        </p:sp>
        <p:sp>
          <p:nvSpPr>
            <p:cNvPr id="41" name="Shape 20">
              <a:extLst>
                <a:ext uri="{FF2B5EF4-FFF2-40B4-BE49-F238E27FC236}">
                  <a16:creationId xmlns:a16="http://schemas.microsoft.com/office/drawing/2014/main" id="{48A28EFC-9F6B-6CA3-2D72-FC62FA910B46}"/>
                </a:ext>
              </a:extLst>
            </p:cNvPr>
            <p:cNvSpPr/>
            <p:nvPr/>
          </p:nvSpPr>
          <p:spPr>
            <a:xfrm>
              <a:off x="4375367" y="3649026"/>
              <a:ext cx="3337560" cy="1417320"/>
            </a:xfrm>
            <a:prstGeom prst="roundRect">
              <a:avLst>
                <a:gd name="adj" fmla="val 3226"/>
              </a:avLst>
            </a:prstGeom>
            <a:solidFill>
              <a:srgbClr val="FFFFFF"/>
            </a:solidFill>
            <a:ln w="12700">
              <a:solidFill>
                <a:srgbClr val="D8DED8"/>
              </a:solidFill>
              <a:prstDash val="solid"/>
            </a:ln>
            <a:effectLst>
              <a:outerShdw blurRad="12700" dist="6350" dir="2700000" algn="bl" rotWithShape="0">
                <a:srgbClr val="000000">
                  <a:alpha val="10000"/>
                </a:srgbClr>
              </a:outerShdw>
            </a:effectLst>
          </p:spPr>
          <p:txBody>
            <a:bodyPr/>
            <a:lstStyle/>
            <a:p>
              <a:endParaRPr lang="en-SG"/>
            </a:p>
          </p:txBody>
        </p:sp>
        <p:sp>
          <p:nvSpPr>
            <p:cNvPr id="43" name="Shape 21">
              <a:extLst>
                <a:ext uri="{FF2B5EF4-FFF2-40B4-BE49-F238E27FC236}">
                  <a16:creationId xmlns:a16="http://schemas.microsoft.com/office/drawing/2014/main" id="{EBA0B59F-6CE2-758B-C267-1D4A9461DA7A}"/>
                </a:ext>
              </a:extLst>
            </p:cNvPr>
            <p:cNvSpPr/>
            <p:nvPr/>
          </p:nvSpPr>
          <p:spPr>
            <a:xfrm>
              <a:off x="4375367" y="3649026"/>
              <a:ext cx="82296" cy="1417320"/>
            </a:xfrm>
            <a:prstGeom prst="rect">
              <a:avLst/>
            </a:prstGeom>
            <a:solidFill>
              <a:srgbClr val="F5A623"/>
            </a:solidFill>
            <a:ln w="12700">
              <a:solidFill>
                <a:srgbClr val="F5A623"/>
              </a:solidFill>
              <a:prstDash val="solid"/>
            </a:ln>
          </p:spPr>
          <p:txBody>
            <a:bodyPr/>
            <a:lstStyle/>
            <a:p>
              <a:endParaRPr lang="en-SG"/>
            </a:p>
          </p:txBody>
        </p:sp>
        <p:sp>
          <p:nvSpPr>
            <p:cNvPr id="45" name="Text 22">
              <a:extLst>
                <a:ext uri="{FF2B5EF4-FFF2-40B4-BE49-F238E27FC236}">
                  <a16:creationId xmlns:a16="http://schemas.microsoft.com/office/drawing/2014/main" id="{EE59B6B2-095B-59DF-D359-8984520D94CE}"/>
                </a:ext>
              </a:extLst>
            </p:cNvPr>
            <p:cNvSpPr/>
            <p:nvPr/>
          </p:nvSpPr>
          <p:spPr>
            <a:xfrm>
              <a:off x="4603967" y="3804474"/>
              <a:ext cx="2971800" cy="292608"/>
            </a:xfrm>
            <a:prstGeom prst="rect">
              <a:avLst/>
            </a:prstGeom>
            <a:noFill/>
            <a:ln/>
          </p:spPr>
          <p:txBody>
            <a:bodyPr wrap="square" lIns="0" tIns="0" rIns="0" bIns="0" rtlCol="0" anchor="ctr"/>
            <a:lstStyle/>
            <a:p>
              <a:pPr marL="0" indent="0">
                <a:buNone/>
              </a:pPr>
              <a:r>
                <a:rPr lang="en-US" sz="1500" b="1" dirty="0">
                  <a:solidFill>
                    <a:srgbClr val="173F35"/>
                  </a:solidFill>
                </a:rPr>
                <a:t>Possible new data</a:t>
              </a:r>
              <a:endParaRPr lang="en-US" sz="1500" dirty="0"/>
            </a:p>
          </p:txBody>
        </p:sp>
        <p:sp>
          <p:nvSpPr>
            <p:cNvPr id="47" name="Text 23">
              <a:extLst>
                <a:ext uri="{FF2B5EF4-FFF2-40B4-BE49-F238E27FC236}">
                  <a16:creationId xmlns:a16="http://schemas.microsoft.com/office/drawing/2014/main" id="{9C75BA9A-CCE1-65AA-7F1E-2E7747DA5C6C}"/>
                </a:ext>
              </a:extLst>
            </p:cNvPr>
            <p:cNvSpPr/>
            <p:nvPr/>
          </p:nvSpPr>
          <p:spPr>
            <a:xfrm>
              <a:off x="4603967" y="4215954"/>
              <a:ext cx="2953512" cy="713232"/>
            </a:xfrm>
            <a:prstGeom prst="rect">
              <a:avLst/>
            </a:prstGeom>
            <a:noFill/>
            <a:ln/>
          </p:spPr>
          <p:txBody>
            <a:bodyPr wrap="square" lIns="254" tIns="254" rIns="254" bIns="254" rtlCol="0" anchor="ctr"/>
            <a:lstStyle/>
            <a:p>
              <a:pPr marL="0" indent="0">
                <a:buNone/>
              </a:pPr>
              <a:r>
                <a:rPr lang="en-US" sz="1200" dirty="0">
                  <a:solidFill>
                    <a:srgbClr val="222222"/>
                  </a:solidFill>
                </a:rPr>
                <a:t>services</a:t>
              </a:r>
              <a:endParaRPr lang="en-US" sz="1200" dirty="0"/>
            </a:p>
            <a:p>
              <a:pPr marL="0" indent="0">
                <a:buNone/>
              </a:pPr>
              <a:r>
                <a:rPr lang="en-US" sz="1200" dirty="0">
                  <a:solidFill>
                    <a:srgbClr val="222222"/>
                  </a:solidFill>
                </a:rPr>
                <a:t>service bookings</a:t>
              </a:r>
              <a:endParaRPr lang="en-US" sz="1200" dirty="0"/>
            </a:p>
          </p:txBody>
        </p:sp>
        <p:sp>
          <p:nvSpPr>
            <p:cNvPr id="49" name="Shape 24">
              <a:extLst>
                <a:ext uri="{FF2B5EF4-FFF2-40B4-BE49-F238E27FC236}">
                  <a16:creationId xmlns:a16="http://schemas.microsoft.com/office/drawing/2014/main" id="{0B377FFE-B302-B2E0-2E76-6EAE9A64A404}"/>
                </a:ext>
              </a:extLst>
            </p:cNvPr>
            <p:cNvSpPr/>
            <p:nvPr/>
          </p:nvSpPr>
          <p:spPr>
            <a:xfrm>
              <a:off x="8032967" y="3649026"/>
              <a:ext cx="3337560" cy="1417320"/>
            </a:xfrm>
            <a:prstGeom prst="roundRect">
              <a:avLst>
                <a:gd name="adj" fmla="val 3226"/>
              </a:avLst>
            </a:prstGeom>
            <a:solidFill>
              <a:srgbClr val="FFFFFF"/>
            </a:solidFill>
            <a:ln w="12700">
              <a:solidFill>
                <a:srgbClr val="D8DED8"/>
              </a:solidFill>
              <a:prstDash val="solid"/>
            </a:ln>
            <a:effectLst>
              <a:outerShdw blurRad="12700" dist="6350" dir="2700000" algn="bl" rotWithShape="0">
                <a:srgbClr val="000000">
                  <a:alpha val="10000"/>
                </a:srgbClr>
              </a:outerShdw>
            </a:effectLst>
          </p:spPr>
          <p:txBody>
            <a:bodyPr/>
            <a:lstStyle/>
            <a:p>
              <a:endParaRPr lang="en-SG"/>
            </a:p>
          </p:txBody>
        </p:sp>
        <p:sp>
          <p:nvSpPr>
            <p:cNvPr id="51" name="Shape 25">
              <a:extLst>
                <a:ext uri="{FF2B5EF4-FFF2-40B4-BE49-F238E27FC236}">
                  <a16:creationId xmlns:a16="http://schemas.microsoft.com/office/drawing/2014/main" id="{56576664-26DE-CCA9-A4D7-8C1AC614F468}"/>
                </a:ext>
              </a:extLst>
            </p:cNvPr>
            <p:cNvSpPr/>
            <p:nvPr/>
          </p:nvSpPr>
          <p:spPr>
            <a:xfrm>
              <a:off x="8032967" y="3649026"/>
              <a:ext cx="82296" cy="1417320"/>
            </a:xfrm>
            <a:prstGeom prst="rect">
              <a:avLst/>
            </a:prstGeom>
            <a:solidFill>
              <a:srgbClr val="007A5E"/>
            </a:solidFill>
            <a:ln w="12700">
              <a:solidFill>
                <a:srgbClr val="007A5E"/>
              </a:solidFill>
              <a:prstDash val="solid"/>
            </a:ln>
          </p:spPr>
          <p:txBody>
            <a:bodyPr/>
            <a:lstStyle/>
            <a:p>
              <a:endParaRPr lang="en-SG"/>
            </a:p>
          </p:txBody>
        </p:sp>
        <p:sp>
          <p:nvSpPr>
            <p:cNvPr id="53" name="Text 26">
              <a:extLst>
                <a:ext uri="{FF2B5EF4-FFF2-40B4-BE49-F238E27FC236}">
                  <a16:creationId xmlns:a16="http://schemas.microsoft.com/office/drawing/2014/main" id="{8B339C22-AF86-9D8C-4009-2FA1111B9140}"/>
                </a:ext>
              </a:extLst>
            </p:cNvPr>
            <p:cNvSpPr/>
            <p:nvPr/>
          </p:nvSpPr>
          <p:spPr>
            <a:xfrm>
              <a:off x="8261567" y="3804474"/>
              <a:ext cx="2971800" cy="292608"/>
            </a:xfrm>
            <a:prstGeom prst="rect">
              <a:avLst/>
            </a:prstGeom>
            <a:noFill/>
            <a:ln/>
          </p:spPr>
          <p:txBody>
            <a:bodyPr wrap="square" lIns="0" tIns="0" rIns="0" bIns="0" rtlCol="0" anchor="ctr"/>
            <a:lstStyle/>
            <a:p>
              <a:pPr marL="0" indent="0">
                <a:buNone/>
              </a:pPr>
              <a:r>
                <a:rPr lang="en-US" sz="1500" b="1" dirty="0">
                  <a:solidFill>
                    <a:srgbClr val="173F35"/>
                  </a:solidFill>
                </a:rPr>
                <a:t>Possible Payment data</a:t>
              </a:r>
              <a:endParaRPr lang="en-US" sz="1500" dirty="0"/>
            </a:p>
          </p:txBody>
        </p:sp>
        <p:sp>
          <p:nvSpPr>
            <p:cNvPr id="55" name="Text 27">
              <a:extLst>
                <a:ext uri="{FF2B5EF4-FFF2-40B4-BE49-F238E27FC236}">
                  <a16:creationId xmlns:a16="http://schemas.microsoft.com/office/drawing/2014/main" id="{4539F250-ED6A-67DD-FFBE-AF124205E3BE}"/>
                </a:ext>
              </a:extLst>
            </p:cNvPr>
            <p:cNvSpPr/>
            <p:nvPr/>
          </p:nvSpPr>
          <p:spPr>
            <a:xfrm>
              <a:off x="8261567" y="4215954"/>
              <a:ext cx="2953512" cy="713232"/>
            </a:xfrm>
            <a:prstGeom prst="rect">
              <a:avLst/>
            </a:prstGeom>
            <a:noFill/>
            <a:ln/>
          </p:spPr>
          <p:txBody>
            <a:bodyPr wrap="square" lIns="254" tIns="254" rIns="254" bIns="254" rtlCol="0" anchor="ctr"/>
            <a:lstStyle/>
            <a:p>
              <a:pPr marL="0" indent="0">
                <a:buNone/>
              </a:pPr>
              <a:r>
                <a:rPr lang="en-US" sz="1200" dirty="0">
                  <a:solidFill>
                    <a:srgbClr val="222222"/>
                  </a:solidFill>
                </a:rPr>
                <a:t>amount</a:t>
              </a:r>
              <a:endParaRPr lang="en-US" sz="1200" dirty="0"/>
            </a:p>
            <a:p>
              <a:pPr marL="0" indent="0">
                <a:buNone/>
              </a:pPr>
              <a:r>
                <a:rPr lang="en-US" sz="1200" dirty="0">
                  <a:solidFill>
                    <a:srgbClr val="222222"/>
                  </a:solidFill>
                </a:rPr>
                <a:t>method</a:t>
              </a:r>
              <a:endParaRPr lang="en-US" sz="1200" dirty="0"/>
            </a:p>
            <a:p>
              <a:pPr marL="0" indent="0">
                <a:buNone/>
              </a:pPr>
              <a:r>
                <a:rPr lang="en-US" sz="1200" dirty="0">
                  <a:solidFill>
                    <a:srgbClr val="222222"/>
                  </a:solidFill>
                </a:rPr>
                <a:t>status</a:t>
              </a:r>
              <a:endParaRPr lang="en-US" sz="1200" dirty="0"/>
            </a:p>
            <a:p>
              <a:pPr marL="0" indent="0">
                <a:buNone/>
              </a:pPr>
              <a:r>
                <a:rPr lang="en-US" sz="1200" dirty="0">
                  <a:solidFill>
                    <a:srgbClr val="222222"/>
                  </a:solidFill>
                </a:rPr>
                <a:t>timestamp</a:t>
              </a:r>
              <a:endParaRPr lang="en-US" sz="1200" dirty="0"/>
            </a:p>
          </p:txBody>
        </p:sp>
        <p:sp>
          <p:nvSpPr>
            <p:cNvPr id="57" name="Text 28">
              <a:extLst>
                <a:ext uri="{FF2B5EF4-FFF2-40B4-BE49-F238E27FC236}">
                  <a16:creationId xmlns:a16="http://schemas.microsoft.com/office/drawing/2014/main" id="{CC5675C7-3D71-F201-3372-66B95DD9BB49}"/>
                </a:ext>
              </a:extLst>
            </p:cNvPr>
            <p:cNvSpPr/>
            <p:nvPr/>
          </p:nvSpPr>
          <p:spPr>
            <a:xfrm>
              <a:off x="854927" y="5706426"/>
              <a:ext cx="10332720" cy="365760"/>
            </a:xfrm>
            <a:prstGeom prst="rect">
              <a:avLst/>
            </a:prstGeom>
            <a:noFill/>
            <a:ln/>
          </p:spPr>
          <p:txBody>
            <a:bodyPr wrap="square" lIns="0" tIns="0" rIns="0" bIns="0" rtlCol="0" anchor="ctr"/>
            <a:lstStyle/>
            <a:p>
              <a:pPr marL="0" indent="0" algn="ctr">
                <a:buNone/>
              </a:pPr>
              <a:r>
                <a:rPr lang="en-US" sz="1700" b="1" dirty="0">
                  <a:solidFill>
                    <a:srgbClr val="173F35"/>
                  </a:solidFill>
                </a:rPr>
                <a:t>Design question: Which new records are needed before PetCareApp can charge for a service?</a:t>
              </a:r>
              <a:endParaRPr lang="en-US" sz="1700" dirty="0"/>
            </a:p>
          </p:txBody>
        </p:sp>
      </p:grpSp>
    </p:spTree>
    <p:extLst>
      <p:ext uri="{BB962C8B-B14F-4D97-AF65-F5344CB8AC3E}">
        <p14:creationId xmlns:p14="http://schemas.microsoft.com/office/powerpoint/2010/main" val="391216440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light bulb robot with arms outstretched&#10;&#10;Description automatically generated">
            <a:extLst>
              <a:ext uri="{FF2B5EF4-FFF2-40B4-BE49-F238E27FC236}">
                <a16:creationId xmlns:a16="http://schemas.microsoft.com/office/drawing/2014/main" id="{36DC0235-4BF4-159E-6834-FE7C88CC42A9}"/>
              </a:ext>
            </a:extLst>
          </p:cNvPr>
          <p:cNvPicPr>
            <a:picLocks noChangeAspect="1"/>
          </p:cNvPicPr>
          <p:nvPr/>
        </p:nvPicPr>
        <p:blipFill>
          <a:blip r:embed="rId3"/>
          <a:srcRect l="19526" r="26435" b="3"/>
          <a:stretch/>
        </p:blipFill>
        <p:spPr>
          <a:xfrm>
            <a:off x="6376384" y="1758949"/>
            <a:ext cx="4313115" cy="4489451"/>
          </a:xfrm>
          <a:prstGeom prst="rect">
            <a:avLst/>
          </a:prstGeom>
          <a:noFill/>
        </p:spPr>
      </p:pic>
      <p:sp>
        <p:nvSpPr>
          <p:cNvPr id="3" name="Content Placeholder 2">
            <a:extLst>
              <a:ext uri="{FF2B5EF4-FFF2-40B4-BE49-F238E27FC236}">
                <a16:creationId xmlns:a16="http://schemas.microsoft.com/office/drawing/2014/main" id="{F9227114-B39C-B115-332B-40D8745EB592}"/>
              </a:ext>
            </a:extLst>
          </p:cNvPr>
          <p:cNvSpPr>
            <a:spLocks noGrp="1"/>
          </p:cNvSpPr>
          <p:nvPr>
            <p:ph sz="quarter" idx="20"/>
          </p:nvPr>
        </p:nvSpPr>
        <p:spPr/>
        <p:txBody>
          <a:bodyPr>
            <a:normAutofit fontScale="77500" lnSpcReduction="20000"/>
          </a:bodyPr>
          <a:lstStyle/>
          <a:p>
            <a:pPr marL="0" indent="0">
              <a:lnSpc>
                <a:spcPct val="120000"/>
              </a:lnSpc>
              <a:buNone/>
            </a:pPr>
            <a:r>
              <a:rPr lang="en-SG" b="1" dirty="0"/>
              <a:t>In this lesson, we revised…</a:t>
            </a:r>
            <a:endParaRPr lang="en-SG" dirty="0"/>
          </a:p>
          <a:p>
            <a:pPr lvl="0">
              <a:lnSpc>
                <a:spcPct val="120000"/>
              </a:lnSpc>
            </a:pPr>
            <a:r>
              <a:rPr lang="en-SG" dirty="0"/>
              <a:t>JavaScript conditions, arrays and loops using payment-related examples. </a:t>
            </a:r>
          </a:p>
          <a:p>
            <a:pPr lvl="0">
              <a:lnSpc>
                <a:spcPct val="120000"/>
              </a:lnSpc>
            </a:pPr>
            <a:r>
              <a:rPr lang="en-SG" dirty="0"/>
              <a:t>How app.js, MySQL and EJS templates work together in </a:t>
            </a:r>
            <a:r>
              <a:rPr lang="en-SG" dirty="0" err="1"/>
              <a:t>PetCareApp</a:t>
            </a:r>
            <a:r>
              <a:rPr lang="en-SG" dirty="0"/>
              <a:t>. </a:t>
            </a:r>
          </a:p>
          <a:p>
            <a:pPr lvl="0">
              <a:lnSpc>
                <a:spcPct val="120000"/>
              </a:lnSpc>
            </a:pPr>
            <a:r>
              <a:rPr lang="en-SG" dirty="0"/>
              <a:t>How to trace GET and POST requests, from browser actions through route handlers and database operations to the displayed response. </a:t>
            </a:r>
          </a:p>
          <a:p>
            <a:pPr marL="0" indent="0">
              <a:lnSpc>
                <a:spcPct val="120000"/>
              </a:lnSpc>
              <a:buNone/>
            </a:pPr>
            <a:endParaRPr lang="en-SG" b="1" dirty="0"/>
          </a:p>
          <a:p>
            <a:pPr marL="0" indent="0">
              <a:lnSpc>
                <a:spcPct val="120000"/>
              </a:lnSpc>
              <a:buNone/>
            </a:pPr>
            <a:r>
              <a:rPr lang="en-SG" b="1" dirty="0"/>
              <a:t>We also explored…</a:t>
            </a:r>
            <a:endParaRPr lang="en-SG" dirty="0"/>
          </a:p>
          <a:p>
            <a:pPr lvl="0">
              <a:lnSpc>
                <a:spcPct val="120000"/>
              </a:lnSpc>
            </a:pPr>
            <a:r>
              <a:rPr lang="en-SG" dirty="0"/>
              <a:t>Where payment functionality could fit into the pet-care service workflow. </a:t>
            </a:r>
          </a:p>
          <a:p>
            <a:pPr lvl="0">
              <a:lnSpc>
                <a:spcPct val="120000"/>
              </a:lnSpc>
            </a:pPr>
            <a:r>
              <a:rPr lang="en-SG" dirty="0"/>
              <a:t>The additional service, booking and payment records needed to support that workflow. </a:t>
            </a:r>
          </a:p>
          <a:p>
            <a:endParaRPr lang="en-SG" dirty="0"/>
          </a:p>
        </p:txBody>
      </p:sp>
      <p:sp>
        <p:nvSpPr>
          <p:cNvPr id="9" name="Title 2">
            <a:extLst>
              <a:ext uri="{FF2B5EF4-FFF2-40B4-BE49-F238E27FC236}">
                <a16:creationId xmlns:a16="http://schemas.microsoft.com/office/drawing/2014/main" id="{5A7B1832-DAD6-0411-07DA-0B086376700F}"/>
              </a:ext>
            </a:extLst>
          </p:cNvPr>
          <p:cNvSpPr>
            <a:spLocks noGrp="1"/>
          </p:cNvSpPr>
          <p:nvPr>
            <p:ph type="title"/>
          </p:nvPr>
        </p:nvSpPr>
        <p:spPr/>
        <p:txBody>
          <a:bodyPr anchor="ctr">
            <a:normAutofit/>
          </a:bodyPr>
          <a:lstStyle/>
          <a:p>
            <a:r>
              <a:rPr lang="en-SG" dirty="0"/>
              <a:t>Summary</a:t>
            </a:r>
            <a:endParaRPr lang="en-US" dirty="0"/>
          </a:p>
        </p:txBody>
      </p:sp>
    </p:spTree>
    <p:extLst>
      <p:ext uri="{BB962C8B-B14F-4D97-AF65-F5344CB8AC3E}">
        <p14:creationId xmlns:p14="http://schemas.microsoft.com/office/powerpoint/2010/main" val="55201970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0A6DC3A-B3CC-A34A-9D13-49EB05A1CA73}"/>
              </a:ext>
            </a:extLst>
          </p:cNvPr>
          <p:cNvSpPr>
            <a:spLocks noGrp="1"/>
          </p:cNvSpPr>
          <p:nvPr>
            <p:ph type="body" sz="quarter" idx="14"/>
          </p:nvPr>
        </p:nvSpPr>
        <p:spPr/>
        <p:txBody>
          <a:bodyPr>
            <a:normAutofit/>
          </a:bodyPr>
          <a:lstStyle/>
          <a:p>
            <a:r>
              <a:rPr lang="en-US" dirty="0"/>
              <a:t>Commit your code or any changes you may have made to GitHub (Individual)</a:t>
            </a:r>
          </a:p>
          <a:p>
            <a:r>
              <a:rPr lang="en-US" dirty="0"/>
              <a:t>Worksheet (Individual)</a:t>
            </a:r>
          </a:p>
          <a:p>
            <a:r>
              <a:rPr lang="en-SG" dirty="0">
                <a:highlight>
                  <a:srgbClr val="FFFF00"/>
                </a:highlight>
              </a:rPr>
              <a:t>Upload your deliverables to POLITEMALL even if it is incomplete before the next session. </a:t>
            </a:r>
          </a:p>
          <a:p>
            <a:r>
              <a:rPr lang="en-SG" dirty="0">
                <a:highlight>
                  <a:srgbClr val="FFFF00"/>
                </a:highlight>
              </a:rPr>
              <a:t>You can resubmit by 2359 if there are updates.</a:t>
            </a:r>
            <a:endParaRPr lang="en-SG" dirty="0"/>
          </a:p>
          <a:p>
            <a:endParaRPr lang="en-SG" dirty="0"/>
          </a:p>
        </p:txBody>
      </p:sp>
      <p:sp>
        <p:nvSpPr>
          <p:cNvPr id="4" name="Title 3">
            <a:extLst>
              <a:ext uri="{FF2B5EF4-FFF2-40B4-BE49-F238E27FC236}">
                <a16:creationId xmlns:a16="http://schemas.microsoft.com/office/drawing/2014/main" id="{A1FCB9F3-C0C9-52BC-F86D-B270B54256EC}"/>
              </a:ext>
            </a:extLst>
          </p:cNvPr>
          <p:cNvSpPr>
            <a:spLocks noGrp="1"/>
          </p:cNvSpPr>
          <p:nvPr>
            <p:ph type="title"/>
          </p:nvPr>
        </p:nvSpPr>
        <p:spPr/>
        <p:txBody>
          <a:bodyPr anchor="ctr">
            <a:normAutofit/>
          </a:bodyPr>
          <a:lstStyle/>
          <a:p>
            <a:r>
              <a:rPr lang="en-SG" dirty="0"/>
              <a:t>Submissions</a:t>
            </a:r>
          </a:p>
        </p:txBody>
      </p:sp>
    </p:spTree>
    <p:extLst>
      <p:ext uri="{BB962C8B-B14F-4D97-AF65-F5344CB8AC3E}">
        <p14:creationId xmlns:p14="http://schemas.microsoft.com/office/powerpoint/2010/main" val="3935850767"/>
      </p:ext>
    </p:extLst>
  </p:cSld>
  <p:clrMapOvr>
    <a:masterClrMapping/>
  </p:clrMapOvr>
</p:sld>
</file>

<file path=ppt/theme/theme1.xml><?xml version="1.0" encoding="utf-8"?>
<a:theme xmlns:a="http://schemas.openxmlformats.org/drawingml/2006/main" name="RP PPT Slide Template (16-9)">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f25ec627-a3d7-4544-8c26-d34fce24e371}" enabled="1" method="Privileged" siteId="{f688b0d0-79f0-40a4-8644-35fcdee9d0f3}" removed="0"/>
</clbl:labelList>
</file>

<file path=docProps/app.xml><?xml version="1.0" encoding="utf-8"?>
<Properties xmlns="http://schemas.openxmlformats.org/officeDocument/2006/extended-properties" xmlns:vt="http://schemas.openxmlformats.org/officeDocument/2006/docPropsVTypes">
  <Template>RP PPT Slide Template (16-9)</Template>
  <TotalTime>3157</TotalTime>
  <Words>2430</Words>
  <Application>Microsoft Office PowerPoint</Application>
  <PresentationFormat>Widescreen</PresentationFormat>
  <Paragraphs>398</Paragraphs>
  <Slides>32</Slides>
  <Notes>23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32</vt:i4>
      </vt:variant>
    </vt:vector>
  </HeadingPairs>
  <TitlesOfParts>
    <vt:vector size="39" baseType="lpstr">
      <vt:lpstr>Aptos</vt:lpstr>
      <vt:lpstr>Arial</vt:lpstr>
      <vt:lpstr>Arial Black</vt:lpstr>
      <vt:lpstr>Courier New</vt:lpstr>
      <vt:lpstr>Segoe UI</vt:lpstr>
      <vt:lpstr>Wingdings</vt:lpstr>
      <vt:lpstr>RP PPT Slide Template (16-9)</vt:lpstr>
      <vt:lpstr>C372 Payment Technologies</vt:lpstr>
      <vt:lpstr>Administrative matters</vt:lpstr>
      <vt:lpstr>Lesson Objectives</vt:lpstr>
      <vt:lpstr>Recap</vt:lpstr>
      <vt:lpstr>How Digital Payments Move: Three Architectures</vt:lpstr>
      <vt:lpstr>Key players</vt:lpstr>
      <vt:lpstr>A Payment Does Not Happen All at Once</vt:lpstr>
      <vt:lpstr>Web Application Revision</vt:lpstr>
      <vt:lpstr>PowerPoint Presentation</vt:lpstr>
      <vt:lpstr>Exercise 1</vt:lpstr>
      <vt:lpstr>Exercise 1</vt:lpstr>
      <vt:lpstr>Exercise 1</vt:lpstr>
      <vt:lpstr>Exercise 2</vt:lpstr>
      <vt:lpstr>Exercise 3</vt:lpstr>
      <vt:lpstr>PetCareApp Walkthrough</vt:lpstr>
      <vt:lpstr>PetCareApp Walkthrough</vt:lpstr>
      <vt:lpstr>PetCareApp Structure</vt:lpstr>
      <vt:lpstr>PetCareApp data</vt:lpstr>
      <vt:lpstr>PetCareApp Walkthrough</vt:lpstr>
      <vt:lpstr>PetCareApp Walkthrough - Signup</vt:lpstr>
      <vt:lpstr>PetCareApp Walkthrough - Pet context and journal entries </vt:lpstr>
      <vt:lpstr>PetCareApp Walkthrough – Journal Entry</vt:lpstr>
      <vt:lpstr>PetCareApp Walkthrough – A form submission becomes a parameterized SQL query </vt:lpstr>
      <vt:lpstr>PowerPoint Presentation</vt:lpstr>
      <vt:lpstr>app.js </vt:lpstr>
      <vt:lpstr>PetCareApp Project Folder Structure</vt:lpstr>
      <vt:lpstr>How it works</vt:lpstr>
      <vt:lpstr>Exercise 4</vt:lpstr>
      <vt:lpstr>Exercise 5</vt:lpstr>
      <vt:lpstr>Where Could Payment Fit?</vt:lpstr>
      <vt:lpstr>Summary</vt:lpstr>
      <vt:lpstr>Submissions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Magdalene Lim (RP)</dc:creator>
  <cp:lastModifiedBy>RANDY</cp:lastModifiedBy>
  <cp:revision>1</cp:revision>
  <dcterms:created xsi:type="dcterms:W3CDTF">2026-09-16T06:41:26Z</dcterms:created>
  <dcterms:modified xsi:type="dcterms:W3CDTF">2026-10-20T14:09:14Z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HeaderLocations">
    <vt:lpwstr>RP PPT Slide Template (16-9):11</vt:lpwstr>
  </property>
  <property fmtid="{D5CDD505-2E9C-101B-9397-08002B2CF9AE}" pid="3" name="ClassificationContentMarkingHeaderText">
    <vt:lpwstr>Official (Closed) \ Sensitive Normal</vt:lpwstr>
  </property>
</Properties>
</file>