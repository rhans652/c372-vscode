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56" r:id="rId5"/>
    <p:sldId id="316" r:id="rId6"/>
    <p:sldId id="297" r:id="rId7"/>
    <p:sldId id="315" r:id="rId8"/>
    <p:sldId id="318" r:id="rId9"/>
    <p:sldId id="422" r:id="rId10"/>
    <p:sldId id="423" r:id="rId11"/>
    <p:sldId id="424" r:id="rId12"/>
    <p:sldId id="317" r:id="rId13"/>
    <p:sldId id="814" r:id="rId14"/>
    <p:sldId id="817" r:id="rId15"/>
    <p:sldId id="815" r:id="rId16"/>
    <p:sldId id="286" r:id="rId17"/>
    <p:sldId id="794" r:id="rId18"/>
    <p:sldId id="867" r:id="rId19"/>
    <p:sldId id="262" r:id="rId20"/>
    <p:sldId id="306" r:id="rId21"/>
    <p:sldId id="823" r:id="rId22"/>
    <p:sldId id="825" r:id="rId23"/>
    <p:sldId id="827" r:id="rId24"/>
    <p:sldId id="828" r:id="rId25"/>
    <p:sldId id="826" r:id="rId26"/>
    <p:sldId id="832" r:id="rId27"/>
    <p:sldId id="829" r:id="rId28"/>
    <p:sldId id="836" r:id="rId29"/>
    <p:sldId id="835" r:id="rId30"/>
    <p:sldId id="839" r:id="rId31"/>
    <p:sldId id="834" r:id="rId32"/>
    <p:sldId id="837" r:id="rId33"/>
    <p:sldId id="840" r:id="rId34"/>
    <p:sldId id="841" r:id="rId35"/>
    <p:sldId id="838" r:id="rId36"/>
    <p:sldId id="842" r:id="rId37"/>
    <p:sldId id="833" r:id="rId38"/>
    <p:sldId id="848" r:id="rId39"/>
    <p:sldId id="849" r:id="rId40"/>
    <p:sldId id="850" r:id="rId41"/>
    <p:sldId id="874" r:id="rId42"/>
    <p:sldId id="870" r:id="rId43"/>
    <p:sldId id="873" r:id="rId44"/>
    <p:sldId id="29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377860-F115-22E0-416D-8EF10F217647}" name="Charlene Soh (RP)" initials="SS" userId="S::charlene_soh@rp.edu.sg::b93226ba-3dc9-436c-83b7-fba51f7e345f" providerId="AD"/>
  <p188:author id="{AF159267-D47A-8E18-F901-2F2241E4F98F}" name="Wong Kheng Leong (RP)" initials="KW" userId="S::wong_kheng_leong@rp.edu.sg::33ea276b-10ba-415e-9d52-c9c325ae9a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B01E"/>
    <a:srgbClr val="DE1A7A"/>
    <a:srgbClr val="1616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9EFB58-3200-4A89-AA82-89EC36DF1510}" v="8" dt="2026-10-27T11:54:10.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25" autoAdjust="0"/>
  </p:normalViewPr>
  <p:slideViewPr>
    <p:cSldViewPr snapToGrid="0">
      <p:cViewPr varScale="1">
        <p:scale>
          <a:sx n="71" d="100"/>
          <a:sy n="71" d="100"/>
        </p:scale>
        <p:origin x="110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Y" userId="2053b264-8e53-490a-8c5f-f5cb0b16f25a" providerId="ADAL" clId="{383AE3C5-DF6E-4D93-80AC-567623C42775}"/>
    <pc:docChg chg="undo custSel modSld">
      <pc:chgData name="RANDY" userId="2053b264-8e53-490a-8c5f-f5cb0b16f25a" providerId="ADAL" clId="{383AE3C5-DF6E-4D93-80AC-567623C42775}" dt="2026-10-27T11:54:21.639" v="3395" actId="14100"/>
      <pc:docMkLst>
        <pc:docMk/>
      </pc:docMkLst>
      <pc:sldChg chg="modNotesTx">
        <pc:chgData name="RANDY" userId="2053b264-8e53-490a-8c5f-f5cb0b16f25a" providerId="ADAL" clId="{383AE3C5-DF6E-4D93-80AC-567623C42775}" dt="2026-10-26T06:29:19.239" v="1110" actId="20577"/>
        <pc:sldMkLst>
          <pc:docMk/>
          <pc:sldMk cId="4016513952" sldId="262"/>
        </pc:sldMkLst>
      </pc:sldChg>
      <pc:sldChg chg="modSp mod modNotesTx">
        <pc:chgData name="RANDY" userId="2053b264-8e53-490a-8c5f-f5cb0b16f25a" providerId="ADAL" clId="{383AE3C5-DF6E-4D93-80AC-567623C42775}" dt="2026-10-27T06:03:28.063" v="2324" actId="20577"/>
        <pc:sldMkLst>
          <pc:docMk/>
          <pc:sldMk cId="3753091660" sldId="815"/>
        </pc:sldMkLst>
        <pc:spChg chg="mod">
          <ac:chgData name="RANDY" userId="2053b264-8e53-490a-8c5f-f5cb0b16f25a" providerId="ADAL" clId="{383AE3C5-DF6E-4D93-80AC-567623C42775}" dt="2026-10-26T06:12:45.417" v="3" actId="13926"/>
          <ac:spMkLst>
            <pc:docMk/>
            <pc:sldMk cId="3753091660" sldId="815"/>
            <ac:spMk id="3" creationId="{228D23E6-6308-42CA-8F72-22D2089F273D}"/>
          </ac:spMkLst>
        </pc:spChg>
      </pc:sldChg>
      <pc:sldChg chg="modSp mod">
        <pc:chgData name="RANDY" userId="2053b264-8e53-490a-8c5f-f5cb0b16f25a" providerId="ADAL" clId="{383AE3C5-DF6E-4D93-80AC-567623C42775}" dt="2026-10-26T06:36:38.492" v="1157" actId="313"/>
        <pc:sldMkLst>
          <pc:docMk/>
          <pc:sldMk cId="1263477096" sldId="823"/>
        </pc:sldMkLst>
        <pc:spChg chg="mod">
          <ac:chgData name="RANDY" userId="2053b264-8e53-490a-8c5f-f5cb0b16f25a" providerId="ADAL" clId="{383AE3C5-DF6E-4D93-80AC-567623C42775}" dt="2026-10-26T06:29:26.966" v="1111" actId="13926"/>
          <ac:spMkLst>
            <pc:docMk/>
            <pc:sldMk cId="1263477096" sldId="823"/>
            <ac:spMk id="2" creationId="{24709D50-23C2-9575-72A9-4D4E9C9397EB}"/>
          </ac:spMkLst>
        </pc:spChg>
        <pc:graphicFrameChg chg="mod modGraphic">
          <ac:chgData name="RANDY" userId="2053b264-8e53-490a-8c5f-f5cb0b16f25a" providerId="ADAL" clId="{383AE3C5-DF6E-4D93-80AC-567623C42775}" dt="2026-10-26T06:36:38.492" v="1157" actId="313"/>
          <ac:graphicFrameMkLst>
            <pc:docMk/>
            <pc:sldMk cId="1263477096" sldId="823"/>
            <ac:graphicFrameMk id="5" creationId="{EA6504F9-F008-9973-1699-AA16531AB58D}"/>
          </ac:graphicFrameMkLst>
        </pc:graphicFrameChg>
      </pc:sldChg>
      <pc:sldChg chg="modNotesTx">
        <pc:chgData name="RANDY" userId="2053b264-8e53-490a-8c5f-f5cb0b16f25a" providerId="ADAL" clId="{383AE3C5-DF6E-4D93-80AC-567623C42775}" dt="2026-10-26T06:45:18.943" v="1875" actId="20577"/>
        <pc:sldMkLst>
          <pc:docMk/>
          <pc:sldMk cId="2515161306" sldId="826"/>
        </pc:sldMkLst>
      </pc:sldChg>
      <pc:sldChg chg="modSp mod">
        <pc:chgData name="RANDY" userId="2053b264-8e53-490a-8c5f-f5cb0b16f25a" providerId="ADAL" clId="{383AE3C5-DF6E-4D93-80AC-567623C42775}" dt="2026-10-27T11:45:30.035" v="3371" actId="20577"/>
        <pc:sldMkLst>
          <pc:docMk/>
          <pc:sldMk cId="4045235805" sldId="829"/>
        </pc:sldMkLst>
        <pc:spChg chg="mod">
          <ac:chgData name="RANDY" userId="2053b264-8e53-490a-8c5f-f5cb0b16f25a" providerId="ADAL" clId="{383AE3C5-DF6E-4D93-80AC-567623C42775}" dt="2026-10-27T11:40:06.367" v="2955" actId="1076"/>
          <ac:spMkLst>
            <pc:docMk/>
            <pc:sldMk cId="4045235805" sldId="829"/>
            <ac:spMk id="2" creationId="{9961C18A-B360-0329-CBB7-FF6DA809D13F}"/>
          </ac:spMkLst>
        </pc:spChg>
        <pc:spChg chg="mod">
          <ac:chgData name="RANDY" userId="2053b264-8e53-490a-8c5f-f5cb0b16f25a" providerId="ADAL" clId="{383AE3C5-DF6E-4D93-80AC-567623C42775}" dt="2026-10-27T11:39:53.816" v="2952" actId="1076"/>
          <ac:spMkLst>
            <pc:docMk/>
            <pc:sldMk cId="4045235805" sldId="829"/>
            <ac:spMk id="4" creationId="{EDFD0D46-405F-A008-EAA3-BFD5DDE10A9A}"/>
          </ac:spMkLst>
        </pc:spChg>
        <pc:spChg chg="mod">
          <ac:chgData name="RANDY" userId="2053b264-8e53-490a-8c5f-f5cb0b16f25a" providerId="ADAL" clId="{383AE3C5-DF6E-4D93-80AC-567623C42775}" dt="2026-10-27T11:39:56.456" v="2953" actId="1076"/>
          <ac:spMkLst>
            <pc:docMk/>
            <pc:sldMk cId="4045235805" sldId="829"/>
            <ac:spMk id="9" creationId="{486B4DF2-36B1-4617-FECC-805F5E32717B}"/>
          </ac:spMkLst>
        </pc:spChg>
        <pc:graphicFrameChg chg="mod modGraphic">
          <ac:chgData name="RANDY" userId="2053b264-8e53-490a-8c5f-f5cb0b16f25a" providerId="ADAL" clId="{383AE3C5-DF6E-4D93-80AC-567623C42775}" dt="2026-10-27T11:45:30.035" v="3371" actId="20577"/>
          <ac:graphicFrameMkLst>
            <pc:docMk/>
            <pc:sldMk cId="4045235805" sldId="829"/>
            <ac:graphicFrameMk id="5" creationId="{785FD05B-25C1-685A-E53A-F876303AF5F0}"/>
          </ac:graphicFrameMkLst>
        </pc:graphicFrameChg>
        <pc:picChg chg="mod">
          <ac:chgData name="RANDY" userId="2053b264-8e53-490a-8c5f-f5cb0b16f25a" providerId="ADAL" clId="{383AE3C5-DF6E-4D93-80AC-567623C42775}" dt="2026-10-27T11:40:00.445" v="2954" actId="1076"/>
          <ac:picMkLst>
            <pc:docMk/>
            <pc:sldMk cId="4045235805" sldId="829"/>
            <ac:picMk id="7" creationId="{7547DB84-7EE5-291E-E22F-D92B3F7735DF}"/>
          </ac:picMkLst>
        </pc:picChg>
      </pc:sldChg>
      <pc:sldChg chg="modSp mod">
        <pc:chgData name="RANDY" userId="2053b264-8e53-490a-8c5f-f5cb0b16f25a" providerId="ADAL" clId="{383AE3C5-DF6E-4D93-80AC-567623C42775}" dt="2026-10-26T07:37:50.647" v="2225" actId="20577"/>
        <pc:sldMkLst>
          <pc:docMk/>
          <pc:sldMk cId="413217932" sldId="833"/>
        </pc:sldMkLst>
        <pc:graphicFrameChg chg="modGraphic">
          <ac:chgData name="RANDY" userId="2053b264-8e53-490a-8c5f-f5cb0b16f25a" providerId="ADAL" clId="{383AE3C5-DF6E-4D93-80AC-567623C42775}" dt="2026-10-26T07:37:50.647" v="2225" actId="20577"/>
          <ac:graphicFrameMkLst>
            <pc:docMk/>
            <pc:sldMk cId="413217932" sldId="833"/>
            <ac:graphicFrameMk id="5" creationId="{C1C4463A-B0E5-C2C4-CA98-15C576577A00}"/>
          </ac:graphicFrameMkLst>
        </pc:graphicFrameChg>
      </pc:sldChg>
      <pc:sldChg chg="modSp mod">
        <pc:chgData name="RANDY" userId="2053b264-8e53-490a-8c5f-f5cb0b16f25a" providerId="ADAL" clId="{383AE3C5-DF6E-4D93-80AC-567623C42775}" dt="2026-10-27T11:54:21.639" v="3395" actId="14100"/>
        <pc:sldMkLst>
          <pc:docMk/>
          <pc:sldMk cId="245233262" sldId="842"/>
        </pc:sldMkLst>
        <pc:spChg chg="mod">
          <ac:chgData name="RANDY" userId="2053b264-8e53-490a-8c5f-f5cb0b16f25a" providerId="ADAL" clId="{383AE3C5-DF6E-4D93-80AC-567623C42775}" dt="2026-10-27T11:51:26.610" v="3380" actId="1076"/>
          <ac:spMkLst>
            <pc:docMk/>
            <pc:sldMk cId="245233262" sldId="842"/>
            <ac:spMk id="2" creationId="{E2F7F4A4-7521-4E67-336F-D8281D30096A}"/>
          </ac:spMkLst>
        </pc:spChg>
        <pc:spChg chg="mod">
          <ac:chgData name="RANDY" userId="2053b264-8e53-490a-8c5f-f5cb0b16f25a" providerId="ADAL" clId="{383AE3C5-DF6E-4D93-80AC-567623C42775}" dt="2026-10-27T11:51:24.190" v="3379" actId="1076"/>
          <ac:spMkLst>
            <pc:docMk/>
            <pc:sldMk cId="245233262" sldId="842"/>
            <ac:spMk id="4" creationId="{B9F0F425-345E-3DD5-EFAD-CE4311BBFDDA}"/>
          </ac:spMkLst>
        </pc:spChg>
        <pc:graphicFrameChg chg="mod modGraphic">
          <ac:chgData name="RANDY" userId="2053b264-8e53-490a-8c5f-f5cb0b16f25a" providerId="ADAL" clId="{383AE3C5-DF6E-4D93-80AC-567623C42775}" dt="2026-10-27T11:54:21.639" v="3395" actId="14100"/>
          <ac:graphicFrameMkLst>
            <pc:docMk/>
            <pc:sldMk cId="245233262" sldId="842"/>
            <ac:graphicFrameMk id="6" creationId="{3611264E-D1FA-DB54-523E-24013EEB6518}"/>
          </ac:graphicFrameMkLst>
        </pc:graphicFrameChg>
      </pc:sldChg>
      <pc:sldChg chg="modSp mod modNotesTx">
        <pc:chgData name="RANDY" userId="2053b264-8e53-490a-8c5f-f5cb0b16f25a" providerId="ADAL" clId="{383AE3C5-DF6E-4D93-80AC-567623C42775}" dt="2026-10-26T06:31:02.006" v="1123" actId="20577"/>
        <pc:sldMkLst>
          <pc:docMk/>
          <pc:sldMk cId="2912575200" sldId="867"/>
        </pc:sldMkLst>
        <pc:spChg chg="mod">
          <ac:chgData name="RANDY" userId="2053b264-8e53-490a-8c5f-f5cb0b16f25a" providerId="ADAL" clId="{383AE3C5-DF6E-4D93-80AC-567623C42775}" dt="2026-10-26T06:23:25.403" v="582" actId="1076"/>
          <ac:spMkLst>
            <pc:docMk/>
            <pc:sldMk cId="2912575200" sldId="867"/>
            <ac:spMk id="2" creationId="{2C53A914-7DF4-BD15-AF1E-48C62CDB2E5A}"/>
          </ac:spMkLst>
        </pc:spChg>
        <pc:graphicFrameChg chg="modGraphic">
          <ac:chgData name="RANDY" userId="2053b264-8e53-490a-8c5f-f5cb0b16f25a" providerId="ADAL" clId="{383AE3C5-DF6E-4D93-80AC-567623C42775}" dt="2026-10-26T06:24:53.919" v="987" actId="5793"/>
          <ac:graphicFrameMkLst>
            <pc:docMk/>
            <pc:sldMk cId="2912575200" sldId="867"/>
            <ac:graphicFrameMk id="5" creationId="{B10FDD94-68E0-1B0A-3B67-7955246985B7}"/>
          </ac:graphicFrameMkLst>
        </pc:graphicFrameChg>
      </pc:sldChg>
    </pc:docChg>
  </pc:docChgLst>
  <pc:docChgLst>
    <pc:chgData name="Magdalene Lim (RP)" userId="0d83deb8-e9a9-42ab-ae84-75cdb7b5bd8e" providerId="ADAL" clId="{F480144D-229B-4504-9707-A45AE5F79E10}"/>
    <pc:docChg chg="undo custSel addSld delSld modSld sldOrd modMainMaster modNotesMaster">
      <pc:chgData name="Magdalene Lim (RP)" userId="0d83deb8-e9a9-42ab-ae84-75cdb7b5bd8e" providerId="ADAL" clId="{F480144D-229B-4504-9707-A45AE5F79E10}" dt="2026-10-25T01:59:22.417" v="5581" actId="47"/>
      <pc:docMkLst>
        <pc:docMk/>
      </pc:docMkLst>
      <pc:sldChg chg="delSp mod modNotes modNotesTx">
        <pc:chgData name="Magdalene Lim (RP)" userId="0d83deb8-e9a9-42ab-ae84-75cdb7b5bd8e" providerId="ADAL" clId="{F480144D-229B-4504-9707-A45AE5F79E10}" dt="2026-10-25T01:58:50.901" v="5484" actId="368"/>
        <pc:sldMkLst>
          <pc:docMk/>
          <pc:sldMk cId="5597012" sldId="256"/>
        </pc:sldMkLst>
      </pc:sldChg>
      <pc:sldChg chg="delSp modSp add mod modNotes modNotesTx">
        <pc:chgData name="Magdalene Lim (RP)" userId="0d83deb8-e9a9-42ab-ae84-75cdb7b5bd8e" providerId="ADAL" clId="{F480144D-229B-4504-9707-A45AE5F79E10}" dt="2026-10-25T01:58:50.946" v="5516" actId="368"/>
        <pc:sldMkLst>
          <pc:docMk/>
          <pc:sldMk cId="4016513952" sldId="262"/>
        </pc:sldMkLst>
        <pc:spChg chg="mod">
          <ac:chgData name="Magdalene Lim (RP)" userId="0d83deb8-e9a9-42ab-ae84-75cdb7b5bd8e" providerId="ADAL" clId="{F480144D-229B-4504-9707-A45AE5F79E10}" dt="2026-10-18T09:08:43.136" v="3818" actId="403"/>
          <ac:spMkLst>
            <pc:docMk/>
            <pc:sldMk cId="4016513952" sldId="262"/>
            <ac:spMk id="2" creationId="{00000000-0000-0000-0000-000000000000}"/>
          </ac:spMkLst>
        </pc:spChg>
        <pc:spChg chg="mod">
          <ac:chgData name="Magdalene Lim (RP)" userId="0d83deb8-e9a9-42ab-ae84-75cdb7b5bd8e" providerId="ADAL" clId="{F480144D-229B-4504-9707-A45AE5F79E10}" dt="2026-10-18T09:10:11.866" v="3835" actId="6549"/>
          <ac:spMkLst>
            <pc:docMk/>
            <pc:sldMk cId="4016513952" sldId="262"/>
            <ac:spMk id="6" creationId="{00000000-0000-0000-0000-000000000000}"/>
          </ac:spMkLst>
        </pc:spChg>
        <pc:spChg chg="mod">
          <ac:chgData name="Magdalene Lim (RP)" userId="0d83deb8-e9a9-42ab-ae84-75cdb7b5bd8e" providerId="ADAL" clId="{F480144D-229B-4504-9707-A45AE5F79E10}" dt="2026-10-18T09:10:27.145" v="3848" actId="20577"/>
          <ac:spMkLst>
            <pc:docMk/>
            <pc:sldMk cId="4016513952" sldId="262"/>
            <ac:spMk id="10" creationId="{00000000-0000-0000-0000-000000000000}"/>
          </ac:spMkLst>
        </pc:spChg>
        <pc:spChg chg="mod">
          <ac:chgData name="Magdalene Lim (RP)" userId="0d83deb8-e9a9-42ab-ae84-75cdb7b5bd8e" providerId="ADAL" clId="{F480144D-229B-4504-9707-A45AE5F79E10}" dt="2026-10-18T09:10:51.215" v="3863" actId="20577"/>
          <ac:spMkLst>
            <pc:docMk/>
            <pc:sldMk cId="4016513952" sldId="262"/>
            <ac:spMk id="14" creationId="{00000000-0000-0000-0000-000000000000}"/>
          </ac:spMkLst>
        </pc:spChg>
        <pc:spChg chg="add mod">
          <ac:chgData name="Magdalene Lim (RP)" userId="0d83deb8-e9a9-42ab-ae84-75cdb7b5bd8e" providerId="ADAL" clId="{F480144D-229B-4504-9707-A45AE5F79E10}" dt="2026-10-20T04:52:42.179" v="5307" actId="26606"/>
          <ac:spMkLst>
            <pc:docMk/>
            <pc:sldMk cId="4016513952" sldId="262"/>
            <ac:spMk id="25" creationId="{00000000-0000-0000-0000-000000000000}"/>
          </ac:spMkLst>
        </pc:spChg>
      </pc:sldChg>
      <pc:sldChg chg="addSp modSp add ord modNotes">
        <pc:chgData name="Magdalene Lim (RP)" userId="0d83deb8-e9a9-42ab-ae84-75cdb7b5bd8e" providerId="ADAL" clId="{F480144D-229B-4504-9707-A45AE5F79E10}" dt="2026-10-25T01:58:50.935" v="5508" actId="368"/>
        <pc:sldMkLst>
          <pc:docMk/>
          <pc:sldMk cId="4057366383" sldId="286"/>
        </pc:sldMkLst>
        <pc:spChg chg="mod">
          <ac:chgData name="Magdalene Lim (RP)" userId="0d83deb8-e9a9-42ab-ae84-75cdb7b5bd8e" providerId="ADAL" clId="{F480144D-229B-4504-9707-A45AE5F79E10}" dt="2026-10-16T09:27:10.963" v="2"/>
          <ac:spMkLst>
            <pc:docMk/>
            <pc:sldMk cId="4057366383" sldId="286"/>
            <ac:spMk id="2" creationId="{6D0F8525-ACE8-9DF8-1001-1C281D03FC23}"/>
          </ac:spMkLst>
        </pc:spChg>
        <pc:spChg chg="mod">
          <ac:chgData name="Magdalene Lim (RP)" userId="0d83deb8-e9a9-42ab-ae84-75cdb7b5bd8e" providerId="ADAL" clId="{F480144D-229B-4504-9707-A45AE5F79E10}" dt="2026-10-16T09:27:19.696" v="3" actId="164"/>
          <ac:spMkLst>
            <pc:docMk/>
            <pc:sldMk cId="4057366383" sldId="286"/>
            <ac:spMk id="6" creationId="{636FBD32-BA94-9365-463B-6D0FBD3A8A8C}"/>
          </ac:spMkLst>
        </pc:spChg>
        <pc:spChg chg="mod">
          <ac:chgData name="Magdalene Lim (RP)" userId="0d83deb8-e9a9-42ab-ae84-75cdb7b5bd8e" providerId="ADAL" clId="{F480144D-229B-4504-9707-A45AE5F79E10}" dt="2026-10-16T09:27:19.696" v="3" actId="164"/>
          <ac:spMkLst>
            <pc:docMk/>
            <pc:sldMk cId="4057366383" sldId="286"/>
            <ac:spMk id="8" creationId="{7C0C7B5D-3474-C302-8C79-2577A1E331D6}"/>
          </ac:spMkLst>
        </pc:spChg>
        <pc:spChg chg="mod">
          <ac:chgData name="Magdalene Lim (RP)" userId="0d83deb8-e9a9-42ab-ae84-75cdb7b5bd8e" providerId="ADAL" clId="{F480144D-229B-4504-9707-A45AE5F79E10}" dt="2026-10-16T09:27:19.696" v="3" actId="164"/>
          <ac:spMkLst>
            <pc:docMk/>
            <pc:sldMk cId="4057366383" sldId="286"/>
            <ac:spMk id="10" creationId="{9193A1F7-5F4B-CB55-BE67-F82977AFC73A}"/>
          </ac:spMkLst>
        </pc:spChg>
        <pc:grpChg chg="add mod">
          <ac:chgData name="Magdalene Lim (RP)" userId="0d83deb8-e9a9-42ab-ae84-75cdb7b5bd8e" providerId="ADAL" clId="{F480144D-229B-4504-9707-A45AE5F79E10}" dt="2026-10-16T09:27:19.696" v="3" actId="164"/>
          <ac:grpSpMkLst>
            <pc:docMk/>
            <pc:sldMk cId="4057366383" sldId="286"/>
            <ac:grpSpMk id="3" creationId="{C96C2995-3141-98A7-AEB1-1E10659B9CDB}"/>
          </ac:grpSpMkLst>
        </pc:grpChg>
        <pc:picChg chg="mod">
          <ac:chgData name="Magdalene Lim (RP)" userId="0d83deb8-e9a9-42ab-ae84-75cdb7b5bd8e" providerId="ADAL" clId="{F480144D-229B-4504-9707-A45AE5F79E10}" dt="2026-10-16T09:27:19.696" v="3" actId="164"/>
          <ac:picMkLst>
            <pc:docMk/>
            <pc:sldMk cId="4057366383" sldId="286"/>
            <ac:picMk id="4" creationId="{EAAC4A26-FD62-295A-61F1-AA0FEC4414E4}"/>
          </ac:picMkLst>
        </pc:picChg>
      </pc:sldChg>
      <pc:sldChg chg="add">
        <pc:chgData name="Magdalene Lim (RP)" userId="0d83deb8-e9a9-42ab-ae84-75cdb7b5bd8e" providerId="ADAL" clId="{F480144D-229B-4504-9707-A45AE5F79E10}" dt="2026-10-20T04:44:07.980" v="5295"/>
        <pc:sldMkLst>
          <pc:docMk/>
          <pc:sldMk cId="3935850767" sldId="291"/>
        </pc:sldMkLst>
      </pc:sldChg>
      <pc:sldChg chg="modSp mod modNotes">
        <pc:chgData name="Magdalene Lim (RP)" userId="0d83deb8-e9a9-42ab-ae84-75cdb7b5bd8e" providerId="ADAL" clId="{F480144D-229B-4504-9707-A45AE5F79E10}" dt="2026-10-25T01:58:50.903" v="5488" actId="368"/>
        <pc:sldMkLst>
          <pc:docMk/>
          <pc:sldMk cId="1081680909" sldId="297"/>
        </pc:sldMkLst>
        <pc:spChg chg="mod">
          <ac:chgData name="Magdalene Lim (RP)" userId="0d83deb8-e9a9-42ab-ae84-75cdb7b5bd8e" providerId="ADAL" clId="{F480144D-229B-4504-9707-A45AE5F79E10}" dt="2026-10-20T02:38:12.911" v="4967" actId="20577"/>
          <ac:spMkLst>
            <pc:docMk/>
            <pc:sldMk cId="1081680909" sldId="297"/>
            <ac:spMk id="2" creationId="{09252675-CCE8-D924-851F-E5DDD8BFE94A}"/>
          </ac:spMkLst>
        </pc:spChg>
      </pc:sldChg>
      <pc:sldChg chg="delSp modSp add mod modNotes modNotesTx">
        <pc:chgData name="Magdalene Lim (RP)" userId="0d83deb8-e9a9-42ab-ae84-75cdb7b5bd8e" providerId="ADAL" clId="{F480144D-229B-4504-9707-A45AE5F79E10}" dt="2026-10-25T01:58:50.948" v="5518" actId="368"/>
        <pc:sldMkLst>
          <pc:docMk/>
          <pc:sldMk cId="1370177269" sldId="306"/>
        </pc:sldMkLst>
        <pc:spChg chg="mod">
          <ac:chgData name="Magdalene Lim (RP)" userId="0d83deb8-e9a9-42ab-ae84-75cdb7b5bd8e" providerId="ADAL" clId="{F480144D-229B-4504-9707-A45AE5F79E10}" dt="2026-10-18T09:15:38.098" v="4044" actId="404"/>
          <ac:spMkLst>
            <pc:docMk/>
            <pc:sldMk cId="1370177269" sldId="306"/>
            <ac:spMk id="3" creationId="{00000000-0000-0000-0000-000000000000}"/>
          </ac:spMkLst>
        </pc:spChg>
        <pc:spChg chg="mod">
          <ac:chgData name="Magdalene Lim (RP)" userId="0d83deb8-e9a9-42ab-ae84-75cdb7b5bd8e" providerId="ADAL" clId="{F480144D-229B-4504-9707-A45AE5F79E10}" dt="2026-10-20T02:48:37.153" v="5074" actId="1035"/>
          <ac:spMkLst>
            <pc:docMk/>
            <pc:sldMk cId="1370177269" sldId="306"/>
            <ac:spMk id="4" creationId="{00000000-0000-0000-0000-000000000000}"/>
          </ac:spMkLst>
        </pc:spChg>
      </pc:sldChg>
      <pc:sldChg chg="modNotes">
        <pc:chgData name="Magdalene Lim (RP)" userId="0d83deb8-e9a9-42ab-ae84-75cdb7b5bd8e" providerId="ADAL" clId="{F480144D-229B-4504-9707-A45AE5F79E10}" dt="2026-10-25T01:58:50.903" v="5490" actId="368"/>
        <pc:sldMkLst>
          <pc:docMk/>
          <pc:sldMk cId="862099007" sldId="315"/>
        </pc:sldMkLst>
      </pc:sldChg>
      <pc:sldChg chg="modNotes">
        <pc:chgData name="Magdalene Lim (RP)" userId="0d83deb8-e9a9-42ab-ae84-75cdb7b5bd8e" providerId="ADAL" clId="{F480144D-229B-4504-9707-A45AE5F79E10}" dt="2026-10-25T01:58:50.903" v="5486" actId="368"/>
        <pc:sldMkLst>
          <pc:docMk/>
          <pc:sldMk cId="3917998090" sldId="316"/>
        </pc:sldMkLst>
      </pc:sldChg>
      <pc:sldChg chg="modNotes">
        <pc:chgData name="Magdalene Lim (RP)" userId="0d83deb8-e9a9-42ab-ae84-75cdb7b5bd8e" providerId="ADAL" clId="{F480144D-229B-4504-9707-A45AE5F79E10}" dt="2026-10-25T01:58:50.910" v="5500" actId="368"/>
        <pc:sldMkLst>
          <pc:docMk/>
          <pc:sldMk cId="3912164408" sldId="317"/>
        </pc:sldMkLst>
      </pc:sldChg>
      <pc:sldChg chg="modNotes modNotesTx">
        <pc:chgData name="Magdalene Lim (RP)" userId="0d83deb8-e9a9-42ab-ae84-75cdb7b5bd8e" providerId="ADAL" clId="{F480144D-229B-4504-9707-A45AE5F79E10}" dt="2026-10-25T01:58:50.910" v="5492" actId="368"/>
        <pc:sldMkLst>
          <pc:docMk/>
          <pc:sldMk cId="0" sldId="318"/>
        </pc:sldMkLst>
      </pc:sldChg>
      <pc:sldChg chg="modNotes">
        <pc:chgData name="Magdalene Lim (RP)" userId="0d83deb8-e9a9-42ab-ae84-75cdb7b5bd8e" providerId="ADAL" clId="{F480144D-229B-4504-9707-A45AE5F79E10}" dt="2026-10-25T01:58:50.910" v="5494" actId="368"/>
        <pc:sldMkLst>
          <pc:docMk/>
          <pc:sldMk cId="2309216715" sldId="422"/>
        </pc:sldMkLst>
      </pc:sldChg>
      <pc:sldChg chg="modNotes">
        <pc:chgData name="Magdalene Lim (RP)" userId="0d83deb8-e9a9-42ab-ae84-75cdb7b5bd8e" providerId="ADAL" clId="{F480144D-229B-4504-9707-A45AE5F79E10}" dt="2026-10-25T01:58:50.910" v="5496" actId="368"/>
        <pc:sldMkLst>
          <pc:docMk/>
          <pc:sldMk cId="1998044317" sldId="423"/>
        </pc:sldMkLst>
      </pc:sldChg>
      <pc:sldChg chg="modNotes">
        <pc:chgData name="Magdalene Lim (RP)" userId="0d83deb8-e9a9-42ab-ae84-75cdb7b5bd8e" providerId="ADAL" clId="{F480144D-229B-4504-9707-A45AE5F79E10}" dt="2026-10-25T01:58:50.910" v="5498" actId="368"/>
        <pc:sldMkLst>
          <pc:docMk/>
          <pc:sldMk cId="3201443413" sldId="424"/>
        </pc:sldMkLst>
      </pc:sldChg>
      <pc:sldChg chg="addSp delSp modSp add mod modNotes">
        <pc:chgData name="Magdalene Lim (RP)" userId="0d83deb8-e9a9-42ab-ae84-75cdb7b5bd8e" providerId="ADAL" clId="{F480144D-229B-4504-9707-A45AE5F79E10}" dt="2026-10-25T01:58:50.937" v="5510" actId="368"/>
        <pc:sldMkLst>
          <pc:docMk/>
          <pc:sldMk cId="548780078" sldId="794"/>
        </pc:sldMkLst>
        <pc:spChg chg="mod">
          <ac:chgData name="Magdalene Lim (RP)" userId="0d83deb8-e9a9-42ab-ae84-75cdb7b5bd8e" providerId="ADAL" clId="{F480144D-229B-4504-9707-A45AE5F79E10}" dt="2026-10-18T06:37:16.861" v="209" actId="1076"/>
          <ac:spMkLst>
            <pc:docMk/>
            <pc:sldMk cId="548780078" sldId="794"/>
            <ac:spMk id="3" creationId="{7399B8AE-38CD-B744-6007-CAD281659C41}"/>
          </ac:spMkLst>
        </pc:spChg>
        <pc:spChg chg="mod">
          <ac:chgData name="Magdalene Lim (RP)" userId="0d83deb8-e9a9-42ab-ae84-75cdb7b5bd8e" providerId="ADAL" clId="{F480144D-229B-4504-9707-A45AE5F79E10}" dt="2026-10-20T02:40:31.043" v="4982" actId="1076"/>
          <ac:spMkLst>
            <pc:docMk/>
            <pc:sldMk cId="548780078" sldId="794"/>
            <ac:spMk id="5" creationId="{93284FAD-93EF-6C57-E5CB-8321F0288C7E}"/>
          </ac:spMkLst>
        </pc:spChg>
        <pc:spChg chg="mod">
          <ac:chgData name="Magdalene Lim (RP)" userId="0d83deb8-e9a9-42ab-ae84-75cdb7b5bd8e" providerId="ADAL" clId="{F480144D-229B-4504-9707-A45AE5F79E10}" dt="2026-10-16T09:28:33.060" v="4" actId="164"/>
          <ac:spMkLst>
            <pc:docMk/>
            <pc:sldMk cId="548780078" sldId="794"/>
            <ac:spMk id="6" creationId="{73A099B5-9751-AF08-D53C-4C83A768B607}"/>
          </ac:spMkLst>
        </pc:spChg>
        <pc:spChg chg="mod">
          <ac:chgData name="Magdalene Lim (RP)" userId="0d83deb8-e9a9-42ab-ae84-75cdb7b5bd8e" providerId="ADAL" clId="{F480144D-229B-4504-9707-A45AE5F79E10}" dt="2026-10-18T06:37:19.993" v="210" actId="14100"/>
          <ac:spMkLst>
            <pc:docMk/>
            <pc:sldMk cId="548780078" sldId="794"/>
            <ac:spMk id="7" creationId="{B7797DF5-F184-69B0-F2CF-3FD4F4871FCF}"/>
          </ac:spMkLst>
        </pc:spChg>
        <pc:spChg chg="mod">
          <ac:chgData name="Magdalene Lim (RP)" userId="0d83deb8-e9a9-42ab-ae84-75cdb7b5bd8e" providerId="ADAL" clId="{F480144D-229B-4504-9707-A45AE5F79E10}" dt="2026-10-16T09:28:33.060" v="4" actId="164"/>
          <ac:spMkLst>
            <pc:docMk/>
            <pc:sldMk cId="548780078" sldId="794"/>
            <ac:spMk id="8" creationId="{56B0EA4E-39B2-A16D-AD6C-C13504F320B4}"/>
          </ac:spMkLst>
        </pc:spChg>
        <pc:spChg chg="mod">
          <ac:chgData name="Magdalene Lim (RP)" userId="0d83deb8-e9a9-42ab-ae84-75cdb7b5bd8e" providerId="ADAL" clId="{F480144D-229B-4504-9707-A45AE5F79E10}" dt="2026-10-18T06:37:06.448" v="205" actId="1076"/>
          <ac:spMkLst>
            <pc:docMk/>
            <pc:sldMk cId="548780078" sldId="794"/>
            <ac:spMk id="9" creationId="{57B9BCF8-9617-E1A4-0C29-E262D6DB5DFE}"/>
          </ac:spMkLst>
        </pc:spChg>
        <pc:spChg chg="mod">
          <ac:chgData name="Magdalene Lim (RP)" userId="0d83deb8-e9a9-42ab-ae84-75cdb7b5bd8e" providerId="ADAL" clId="{F480144D-229B-4504-9707-A45AE5F79E10}" dt="2026-10-16T09:28:33.060" v="4" actId="164"/>
          <ac:spMkLst>
            <pc:docMk/>
            <pc:sldMk cId="548780078" sldId="794"/>
            <ac:spMk id="10" creationId="{A3DBD350-E19B-548B-79DB-0ACEA2EDEE2C}"/>
          </ac:spMkLst>
        </pc:spChg>
        <pc:spChg chg="add mod">
          <ac:chgData name="Magdalene Lim (RP)" userId="0d83deb8-e9a9-42ab-ae84-75cdb7b5bd8e" providerId="ADAL" clId="{F480144D-229B-4504-9707-A45AE5F79E10}" dt="2026-10-20T02:40:34.119" v="4983" actId="1076"/>
          <ac:spMkLst>
            <pc:docMk/>
            <pc:sldMk cId="548780078" sldId="794"/>
            <ac:spMk id="12" creationId="{AF3824CB-EEFB-C444-845D-D757FCAAC0F1}"/>
          </ac:spMkLst>
        </pc:spChg>
        <pc:spChg chg="add mod">
          <ac:chgData name="Magdalene Lim (RP)" userId="0d83deb8-e9a9-42ab-ae84-75cdb7b5bd8e" providerId="ADAL" clId="{F480144D-229B-4504-9707-A45AE5F79E10}" dt="2026-10-18T06:37:32.802" v="212" actId="20577"/>
          <ac:spMkLst>
            <pc:docMk/>
            <pc:sldMk cId="548780078" sldId="794"/>
            <ac:spMk id="13" creationId="{817AE896-5D5A-9086-E409-CBF58B014977}"/>
          </ac:spMkLst>
        </pc:spChg>
        <pc:grpChg chg="add mod">
          <ac:chgData name="Magdalene Lim (RP)" userId="0d83deb8-e9a9-42ab-ae84-75cdb7b5bd8e" providerId="ADAL" clId="{F480144D-229B-4504-9707-A45AE5F79E10}" dt="2026-10-18T06:36:59.045" v="202" actId="1076"/>
          <ac:grpSpMkLst>
            <pc:docMk/>
            <pc:sldMk cId="548780078" sldId="794"/>
            <ac:grpSpMk id="11" creationId="{4F35A0CB-1D0B-0FA8-996E-1919FF8F3225}"/>
          </ac:grpSpMkLst>
        </pc:grpChg>
        <pc:picChg chg="mod">
          <ac:chgData name="Magdalene Lim (RP)" userId="0d83deb8-e9a9-42ab-ae84-75cdb7b5bd8e" providerId="ADAL" clId="{F480144D-229B-4504-9707-A45AE5F79E10}" dt="2026-10-16T09:28:33.060" v="4" actId="164"/>
          <ac:picMkLst>
            <pc:docMk/>
            <pc:sldMk cId="548780078" sldId="794"/>
            <ac:picMk id="4" creationId="{029F803A-FD3B-8DCD-2BA3-E38FC37AC7C2}"/>
          </ac:picMkLst>
        </pc:picChg>
      </pc:sldChg>
      <pc:sldChg chg="add modNotes">
        <pc:chgData name="Magdalene Lim (RP)" userId="0d83deb8-e9a9-42ab-ae84-75cdb7b5bd8e" providerId="ADAL" clId="{F480144D-229B-4504-9707-A45AE5F79E10}" dt="2026-10-25T01:58:50.927" v="5502" actId="368"/>
        <pc:sldMkLst>
          <pc:docMk/>
          <pc:sldMk cId="3309578233" sldId="814"/>
        </pc:sldMkLst>
      </pc:sldChg>
      <pc:sldChg chg="add modNotes">
        <pc:chgData name="Magdalene Lim (RP)" userId="0d83deb8-e9a9-42ab-ae84-75cdb7b5bd8e" providerId="ADAL" clId="{F480144D-229B-4504-9707-A45AE5F79E10}" dt="2026-10-25T01:58:50.933" v="5506" actId="368"/>
        <pc:sldMkLst>
          <pc:docMk/>
          <pc:sldMk cId="3753091660" sldId="815"/>
        </pc:sldMkLst>
      </pc:sldChg>
      <pc:sldChg chg="modSp add mod ord modNotes">
        <pc:chgData name="Magdalene Lim (RP)" userId="0d83deb8-e9a9-42ab-ae84-75cdb7b5bd8e" providerId="ADAL" clId="{F480144D-229B-4504-9707-A45AE5F79E10}" dt="2026-10-25T01:58:50.931" v="5504" actId="368"/>
        <pc:sldMkLst>
          <pc:docMk/>
          <pc:sldMk cId="868429601" sldId="817"/>
        </pc:sldMkLst>
        <pc:spChg chg="mod">
          <ac:chgData name="Magdalene Lim (RP)" userId="0d83deb8-e9a9-42ab-ae84-75cdb7b5bd8e" providerId="ADAL" clId="{F480144D-229B-4504-9707-A45AE5F79E10}" dt="2026-10-18T09:46:01.980" v="4619" actId="20577"/>
          <ac:spMkLst>
            <pc:docMk/>
            <pc:sldMk cId="868429601" sldId="817"/>
            <ac:spMk id="2" creationId="{1598CF91-4830-E388-4707-CBCE43C5B17D}"/>
          </ac:spMkLst>
        </pc:spChg>
        <pc:spChg chg="mod">
          <ac:chgData name="Magdalene Lim (RP)" userId="0d83deb8-e9a9-42ab-ae84-75cdb7b5bd8e" providerId="ADAL" clId="{F480144D-229B-4504-9707-A45AE5F79E10}" dt="2026-10-19T00:42:37.117" v="4630" actId="113"/>
          <ac:spMkLst>
            <pc:docMk/>
            <pc:sldMk cId="868429601" sldId="817"/>
            <ac:spMk id="3" creationId="{F76B66D4-7531-9094-CDFB-ACCD02B492CE}"/>
          </ac:spMkLst>
        </pc:spChg>
      </pc:sldChg>
      <pc:sldChg chg="addSp delSp modSp new mod ord modNotes">
        <pc:chgData name="Magdalene Lim (RP)" userId="0d83deb8-e9a9-42ab-ae84-75cdb7b5bd8e" providerId="ADAL" clId="{F480144D-229B-4504-9707-A45AE5F79E10}" dt="2026-10-25T01:58:50.950" v="5520" actId="368"/>
        <pc:sldMkLst>
          <pc:docMk/>
          <pc:sldMk cId="1263477096" sldId="823"/>
        </pc:sldMkLst>
        <pc:spChg chg="mod">
          <ac:chgData name="Magdalene Lim (RP)" userId="0d83deb8-e9a9-42ab-ae84-75cdb7b5bd8e" providerId="ADAL" clId="{F480144D-229B-4504-9707-A45AE5F79E10}" dt="2026-10-20T02:49:12.111" v="5077" actId="2710"/>
          <ac:spMkLst>
            <pc:docMk/>
            <pc:sldMk cId="1263477096" sldId="823"/>
            <ac:spMk id="2" creationId="{24709D50-23C2-9575-72A9-4D4E9C9397EB}"/>
          </ac:spMkLst>
        </pc:spChg>
        <pc:spChg chg="mod">
          <ac:chgData name="Magdalene Lim (RP)" userId="0d83deb8-e9a9-42ab-ae84-75cdb7b5bd8e" providerId="ADAL" clId="{F480144D-229B-4504-9707-A45AE5F79E10}" dt="2026-10-20T04:26:30.797" v="5258" actId="20577"/>
          <ac:spMkLst>
            <pc:docMk/>
            <pc:sldMk cId="1263477096" sldId="823"/>
            <ac:spMk id="4" creationId="{E7492BAB-E587-E1FA-8F7B-5DD044134A25}"/>
          </ac:spMkLst>
        </pc:spChg>
        <pc:graphicFrameChg chg="add del mod modGraphic">
          <ac:chgData name="Magdalene Lim (RP)" userId="0d83deb8-e9a9-42ab-ae84-75cdb7b5bd8e" providerId="ADAL" clId="{F480144D-229B-4504-9707-A45AE5F79E10}" dt="2026-10-20T02:48:58.974" v="5076" actId="403"/>
          <ac:graphicFrameMkLst>
            <pc:docMk/>
            <pc:sldMk cId="1263477096" sldId="823"/>
            <ac:graphicFrameMk id="5" creationId="{EA6504F9-F008-9973-1699-AA16531AB58D}"/>
          </ac:graphicFrameMkLst>
        </pc:graphicFrameChg>
        <pc:picChg chg="add mod">
          <ac:chgData name="Magdalene Lim (RP)" userId="0d83deb8-e9a9-42ab-ae84-75cdb7b5bd8e" providerId="ADAL" clId="{F480144D-229B-4504-9707-A45AE5F79E10}" dt="2026-10-18T06:46:45.326" v="345" actId="1035"/>
          <ac:picMkLst>
            <pc:docMk/>
            <pc:sldMk cId="1263477096" sldId="823"/>
            <ac:picMk id="7" creationId="{9F2866F0-6DD6-52C7-1210-25BE72B23FA4}"/>
          </ac:picMkLst>
        </pc:picChg>
      </pc:sldChg>
      <pc:sldChg chg="modSp new mod modNotes">
        <pc:chgData name="Magdalene Lim (RP)" userId="0d83deb8-e9a9-42ab-ae84-75cdb7b5bd8e" providerId="ADAL" clId="{F480144D-229B-4504-9707-A45AE5F79E10}" dt="2026-10-25T01:58:50.956" v="5524" actId="368"/>
        <pc:sldMkLst>
          <pc:docMk/>
          <pc:sldMk cId="1694263890" sldId="825"/>
        </pc:sldMkLst>
        <pc:spChg chg="mod">
          <ac:chgData name="Magdalene Lim (RP)" userId="0d83deb8-e9a9-42ab-ae84-75cdb7b5bd8e" providerId="ADAL" clId="{F480144D-229B-4504-9707-A45AE5F79E10}" dt="2026-10-19T03:36:24.109" v="4799" actId="404"/>
          <ac:spMkLst>
            <pc:docMk/>
            <pc:sldMk cId="1694263890" sldId="825"/>
            <ac:spMk id="2" creationId="{832AE4F9-CEAC-C518-F76E-4985270A7888}"/>
          </ac:spMkLst>
        </pc:spChg>
      </pc:sldChg>
      <pc:sldChg chg="addSp modSp new mod modNotes">
        <pc:chgData name="Magdalene Lim (RP)" userId="0d83deb8-e9a9-42ab-ae84-75cdb7b5bd8e" providerId="ADAL" clId="{F480144D-229B-4504-9707-A45AE5F79E10}" dt="2026-10-25T01:58:50.958" v="5530" actId="368"/>
        <pc:sldMkLst>
          <pc:docMk/>
          <pc:sldMk cId="2515161306" sldId="826"/>
        </pc:sldMkLst>
        <pc:spChg chg="mod">
          <ac:chgData name="Magdalene Lim (RP)" userId="0d83deb8-e9a9-42ab-ae84-75cdb7b5bd8e" providerId="ADAL" clId="{F480144D-229B-4504-9707-A45AE5F79E10}" dt="2026-10-18T09:47:15.947" v="4621" actId="14100"/>
          <ac:spMkLst>
            <pc:docMk/>
            <pc:sldMk cId="2515161306" sldId="826"/>
            <ac:spMk id="2" creationId="{FC065964-FE65-AC37-6AD3-FC5F460F5BFD}"/>
          </ac:spMkLst>
        </pc:spChg>
        <pc:spChg chg="mod">
          <ac:chgData name="Magdalene Lim (RP)" userId="0d83deb8-e9a9-42ab-ae84-75cdb7b5bd8e" providerId="ADAL" clId="{F480144D-229B-4504-9707-A45AE5F79E10}" dt="2026-10-18T07:18:59.033" v="654" actId="20577"/>
          <ac:spMkLst>
            <pc:docMk/>
            <pc:sldMk cId="2515161306" sldId="826"/>
            <ac:spMk id="4" creationId="{0F8C3C89-6DD7-0000-D77A-0E59C2058956}"/>
          </ac:spMkLst>
        </pc:spChg>
        <pc:spChg chg="add">
          <ac:chgData name="Magdalene Lim (RP)" userId="0d83deb8-e9a9-42ab-ae84-75cdb7b5bd8e" providerId="ADAL" clId="{F480144D-229B-4504-9707-A45AE5F79E10}" dt="2026-10-18T08:28:30.333" v="2734" actId="22"/>
          <ac:spMkLst>
            <pc:docMk/>
            <pc:sldMk cId="2515161306" sldId="826"/>
            <ac:spMk id="8" creationId="{1A382422-779B-B524-2CA5-4124E8AE097C}"/>
          </ac:spMkLst>
        </pc:spChg>
        <pc:picChg chg="add">
          <ac:chgData name="Magdalene Lim (RP)" userId="0d83deb8-e9a9-42ab-ae84-75cdb7b5bd8e" providerId="ADAL" clId="{F480144D-229B-4504-9707-A45AE5F79E10}" dt="2026-10-18T08:28:30.333" v="2734" actId="22"/>
          <ac:picMkLst>
            <pc:docMk/>
            <pc:sldMk cId="2515161306" sldId="826"/>
            <ac:picMk id="6" creationId="{1A6E64BD-D441-7564-D4A0-D2A153DFB6A4}"/>
          </ac:picMkLst>
        </pc:picChg>
      </pc:sldChg>
      <pc:sldChg chg="addSp modSp new mod modClrScheme chgLayout modNotes">
        <pc:chgData name="Magdalene Lim (RP)" userId="0d83deb8-e9a9-42ab-ae84-75cdb7b5bd8e" providerId="ADAL" clId="{F480144D-229B-4504-9707-A45AE5F79E10}" dt="2026-10-25T01:58:50.958" v="5526" actId="368"/>
        <pc:sldMkLst>
          <pc:docMk/>
          <pc:sldMk cId="3633575980" sldId="827"/>
        </pc:sldMkLst>
        <pc:spChg chg="mod ord">
          <ac:chgData name="Magdalene Lim (RP)" userId="0d83deb8-e9a9-42ab-ae84-75cdb7b5bd8e" providerId="ADAL" clId="{F480144D-229B-4504-9707-A45AE5F79E10}" dt="2026-10-18T06:59:52.172" v="449" actId="26606"/>
          <ac:spMkLst>
            <pc:docMk/>
            <pc:sldMk cId="3633575980" sldId="827"/>
            <ac:spMk id="2" creationId="{72C38C27-16AB-8CD1-686F-2EB15807C6E9}"/>
          </ac:spMkLst>
        </pc:spChg>
        <pc:spChg chg="mod">
          <ac:chgData name="Magdalene Lim (RP)" userId="0d83deb8-e9a9-42ab-ae84-75cdb7b5bd8e" providerId="ADAL" clId="{F480144D-229B-4504-9707-A45AE5F79E10}" dt="2026-10-18T06:59:52.172" v="449" actId="26606"/>
          <ac:spMkLst>
            <pc:docMk/>
            <pc:sldMk cId="3633575980" sldId="827"/>
            <ac:spMk id="3" creationId="{734D836F-7791-777C-DBCB-9A4392379B32}"/>
          </ac:spMkLst>
        </pc:spChg>
        <pc:spChg chg="mod ord">
          <ac:chgData name="Magdalene Lim (RP)" userId="0d83deb8-e9a9-42ab-ae84-75cdb7b5bd8e" providerId="ADAL" clId="{F480144D-229B-4504-9707-A45AE5F79E10}" dt="2026-10-18T06:59:52.172" v="449" actId="26606"/>
          <ac:spMkLst>
            <pc:docMk/>
            <pc:sldMk cId="3633575980" sldId="827"/>
            <ac:spMk id="4" creationId="{F824ECC9-4DB8-7709-7D1D-56B50A417291}"/>
          </ac:spMkLst>
        </pc:spChg>
        <pc:spChg chg="add mod">
          <ac:chgData name="Magdalene Lim (RP)" userId="0d83deb8-e9a9-42ab-ae84-75cdb7b5bd8e" providerId="ADAL" clId="{F480144D-229B-4504-9707-A45AE5F79E10}" dt="2026-10-18T07:04:07.626" v="507" actId="1076"/>
          <ac:spMkLst>
            <pc:docMk/>
            <pc:sldMk cId="3633575980" sldId="827"/>
            <ac:spMk id="7" creationId="{7264BBF3-26DD-B25C-CAA4-59C018BAD5B0}"/>
          </ac:spMkLst>
        </pc:spChg>
        <pc:picChg chg="add mod">
          <ac:chgData name="Magdalene Lim (RP)" userId="0d83deb8-e9a9-42ab-ae84-75cdb7b5bd8e" providerId="ADAL" clId="{F480144D-229B-4504-9707-A45AE5F79E10}" dt="2026-10-18T06:59:52.172" v="449" actId="26606"/>
          <ac:picMkLst>
            <pc:docMk/>
            <pc:sldMk cId="3633575980" sldId="827"/>
            <ac:picMk id="6" creationId="{917B648E-A4E0-1578-BD63-A1271130D49A}"/>
          </ac:picMkLst>
        </pc:picChg>
      </pc:sldChg>
      <pc:sldChg chg="addSp modSp add mod modClrScheme chgLayout modNotes">
        <pc:chgData name="Magdalene Lim (RP)" userId="0d83deb8-e9a9-42ab-ae84-75cdb7b5bd8e" providerId="ADAL" clId="{F480144D-229B-4504-9707-A45AE5F79E10}" dt="2026-10-25T01:58:50.958" v="5528" actId="368"/>
        <pc:sldMkLst>
          <pc:docMk/>
          <pc:sldMk cId="1684954766" sldId="828"/>
        </pc:sldMkLst>
        <pc:spChg chg="mod ord">
          <ac:chgData name="Magdalene Lim (RP)" userId="0d83deb8-e9a9-42ab-ae84-75cdb7b5bd8e" providerId="ADAL" clId="{F480144D-229B-4504-9707-A45AE5F79E10}" dt="2026-10-18T07:05:23.107" v="522" actId="207"/>
          <ac:spMkLst>
            <pc:docMk/>
            <pc:sldMk cId="1684954766" sldId="828"/>
            <ac:spMk id="2" creationId="{7EBC2FFB-4D93-E2C9-8754-8E8F88B80771}"/>
          </ac:spMkLst>
        </pc:spChg>
        <pc:spChg chg="mod">
          <ac:chgData name="Magdalene Lim (RP)" userId="0d83deb8-e9a9-42ab-ae84-75cdb7b5bd8e" providerId="ADAL" clId="{F480144D-229B-4504-9707-A45AE5F79E10}" dt="2026-10-18T07:04:45.907" v="511" actId="26606"/>
          <ac:spMkLst>
            <pc:docMk/>
            <pc:sldMk cId="1684954766" sldId="828"/>
            <ac:spMk id="3" creationId="{8D6C0180-8E7B-BA50-0E72-0F2111673D84}"/>
          </ac:spMkLst>
        </pc:spChg>
        <pc:spChg chg="mod ord">
          <ac:chgData name="Magdalene Lim (RP)" userId="0d83deb8-e9a9-42ab-ae84-75cdb7b5bd8e" providerId="ADAL" clId="{F480144D-229B-4504-9707-A45AE5F79E10}" dt="2026-10-18T07:04:45.907" v="511" actId="26606"/>
          <ac:spMkLst>
            <pc:docMk/>
            <pc:sldMk cId="1684954766" sldId="828"/>
            <ac:spMk id="4" creationId="{90BE029D-A50D-D4EE-ADF5-4FF91BFA6CE9}"/>
          </ac:spMkLst>
        </pc:spChg>
        <pc:spChg chg="add mod">
          <ac:chgData name="Magdalene Lim (RP)" userId="0d83deb8-e9a9-42ab-ae84-75cdb7b5bd8e" providerId="ADAL" clId="{F480144D-229B-4504-9707-A45AE5F79E10}" dt="2026-10-18T07:07:02.874" v="524" actId="1076"/>
          <ac:spMkLst>
            <pc:docMk/>
            <pc:sldMk cId="1684954766" sldId="828"/>
            <ac:spMk id="8" creationId="{293B5FD8-EDAB-6A63-746B-14C81BB9CD09}"/>
          </ac:spMkLst>
        </pc:spChg>
        <pc:picChg chg="add mod modCrop">
          <ac:chgData name="Magdalene Lim (RP)" userId="0d83deb8-e9a9-42ab-ae84-75cdb7b5bd8e" providerId="ADAL" clId="{F480144D-229B-4504-9707-A45AE5F79E10}" dt="2026-10-18T07:04:52.741" v="513" actId="1076"/>
          <ac:picMkLst>
            <pc:docMk/>
            <pc:sldMk cId="1684954766" sldId="828"/>
            <ac:picMk id="6" creationId="{4BCAFEF2-E72A-4C97-DAFB-35E384DAD3BD}"/>
          </ac:picMkLst>
        </pc:picChg>
      </pc:sldChg>
      <pc:sldChg chg="addSp modSp new mod modNotes">
        <pc:chgData name="Magdalene Lim (RP)" userId="0d83deb8-e9a9-42ab-ae84-75cdb7b5bd8e" providerId="ADAL" clId="{F480144D-229B-4504-9707-A45AE5F79E10}" dt="2026-10-25T01:58:50.958" v="5534" actId="368"/>
        <pc:sldMkLst>
          <pc:docMk/>
          <pc:sldMk cId="4045235805" sldId="829"/>
        </pc:sldMkLst>
        <pc:spChg chg="mod">
          <ac:chgData name="Magdalene Lim (RP)" userId="0d83deb8-e9a9-42ab-ae84-75cdb7b5bd8e" providerId="ADAL" clId="{F480144D-229B-4504-9707-A45AE5F79E10}" dt="2026-10-18T09:05:50.110" v="3796" actId="20577"/>
          <ac:spMkLst>
            <pc:docMk/>
            <pc:sldMk cId="4045235805" sldId="829"/>
            <ac:spMk id="2" creationId="{9961C18A-B360-0329-CBB7-FF6DA809D13F}"/>
          </ac:spMkLst>
        </pc:spChg>
        <pc:spChg chg="mod">
          <ac:chgData name="Magdalene Lim (RP)" userId="0d83deb8-e9a9-42ab-ae84-75cdb7b5bd8e" providerId="ADAL" clId="{F480144D-229B-4504-9707-A45AE5F79E10}" dt="2026-10-20T04:31:18.639" v="5270" actId="20577"/>
          <ac:spMkLst>
            <pc:docMk/>
            <pc:sldMk cId="4045235805" sldId="829"/>
            <ac:spMk id="4" creationId="{EDFD0D46-405F-A008-EAA3-BFD5DDE10A9A}"/>
          </ac:spMkLst>
        </pc:spChg>
        <pc:spChg chg="add mod">
          <ac:chgData name="Magdalene Lim (RP)" userId="0d83deb8-e9a9-42ab-ae84-75cdb7b5bd8e" providerId="ADAL" clId="{F480144D-229B-4504-9707-A45AE5F79E10}" dt="2026-10-18T09:06:08.560" v="3802" actId="1076"/>
          <ac:spMkLst>
            <pc:docMk/>
            <pc:sldMk cId="4045235805" sldId="829"/>
            <ac:spMk id="9" creationId="{486B4DF2-36B1-4617-FECC-805F5E32717B}"/>
          </ac:spMkLst>
        </pc:spChg>
        <pc:graphicFrameChg chg="add mod modGraphic">
          <ac:chgData name="Magdalene Lim (RP)" userId="0d83deb8-e9a9-42ab-ae84-75cdb7b5bd8e" providerId="ADAL" clId="{F480144D-229B-4504-9707-A45AE5F79E10}" dt="2026-10-20T04:31:25.406" v="5271" actId="1076"/>
          <ac:graphicFrameMkLst>
            <pc:docMk/>
            <pc:sldMk cId="4045235805" sldId="829"/>
            <ac:graphicFrameMk id="5" creationId="{785FD05B-25C1-685A-E53A-F876303AF5F0}"/>
          </ac:graphicFrameMkLst>
        </pc:graphicFrameChg>
        <pc:picChg chg="add mod">
          <ac:chgData name="Magdalene Lim (RP)" userId="0d83deb8-e9a9-42ab-ae84-75cdb7b5bd8e" providerId="ADAL" clId="{F480144D-229B-4504-9707-A45AE5F79E10}" dt="2026-10-18T07:15:28.115" v="631" actId="1035"/>
          <ac:picMkLst>
            <pc:docMk/>
            <pc:sldMk cId="4045235805" sldId="829"/>
            <ac:picMk id="7" creationId="{7547DB84-7EE5-291E-E22F-D92B3F7735DF}"/>
          </ac:picMkLst>
        </pc:picChg>
      </pc:sldChg>
      <pc:sldChg chg="addSp delSp modSp new mod ord modNotes">
        <pc:chgData name="Magdalene Lim (RP)" userId="0d83deb8-e9a9-42ab-ae84-75cdb7b5bd8e" providerId="ADAL" clId="{F480144D-229B-4504-9707-A45AE5F79E10}" dt="2026-10-25T01:58:50.958" v="5532" actId="368"/>
        <pc:sldMkLst>
          <pc:docMk/>
          <pc:sldMk cId="2429143587" sldId="832"/>
        </pc:sldMkLst>
        <pc:spChg chg="mod">
          <ac:chgData name="Magdalene Lim (RP)" userId="0d83deb8-e9a9-42ab-ae84-75cdb7b5bd8e" providerId="ADAL" clId="{F480144D-229B-4504-9707-A45AE5F79E10}" dt="2026-10-19T03:28:58.173" v="4739" actId="14100"/>
          <ac:spMkLst>
            <pc:docMk/>
            <pc:sldMk cId="2429143587" sldId="832"/>
            <ac:spMk id="2" creationId="{D4DF8C04-FD08-7623-C0F0-29713AA066A5}"/>
          </ac:spMkLst>
        </pc:spChg>
        <pc:spChg chg="mod">
          <ac:chgData name="Magdalene Lim (RP)" userId="0d83deb8-e9a9-42ab-ae84-75cdb7b5bd8e" providerId="ADAL" clId="{F480144D-229B-4504-9707-A45AE5F79E10}" dt="2026-10-18T07:19:02.249" v="655"/>
          <ac:spMkLst>
            <pc:docMk/>
            <pc:sldMk cId="2429143587" sldId="832"/>
            <ac:spMk id="4" creationId="{D4CEC8FB-1A2E-BFCD-986F-0C9B0ABBB392}"/>
          </ac:spMkLst>
        </pc:spChg>
        <pc:spChg chg="add mod ord">
          <ac:chgData name="Magdalene Lim (RP)" userId="0d83deb8-e9a9-42ab-ae84-75cdb7b5bd8e" providerId="ADAL" clId="{F480144D-229B-4504-9707-A45AE5F79E10}" dt="2026-10-18T08:29:19.289" v="2762" actId="1038"/>
          <ac:spMkLst>
            <pc:docMk/>
            <pc:sldMk cId="2429143587" sldId="832"/>
            <ac:spMk id="10" creationId="{7A25C40A-C730-EE95-8C48-D2FD780E230E}"/>
          </ac:spMkLst>
        </pc:spChg>
        <pc:picChg chg="add mod ord">
          <ac:chgData name="Magdalene Lim (RP)" userId="0d83deb8-e9a9-42ab-ae84-75cdb7b5bd8e" providerId="ADAL" clId="{F480144D-229B-4504-9707-A45AE5F79E10}" dt="2026-10-18T08:29:19.289" v="2762" actId="1038"/>
          <ac:picMkLst>
            <pc:docMk/>
            <pc:sldMk cId="2429143587" sldId="832"/>
            <ac:picMk id="8" creationId="{DFFACCBE-9137-AB3C-3364-97A72ED73F56}"/>
          </ac:picMkLst>
        </pc:picChg>
      </pc:sldChg>
      <pc:sldChg chg="addSp modSp new mod modNotes">
        <pc:chgData name="Magdalene Lim (RP)" userId="0d83deb8-e9a9-42ab-ae84-75cdb7b5bd8e" providerId="ADAL" clId="{F480144D-229B-4504-9707-A45AE5F79E10}" dt="2026-10-25T01:58:50.990" v="5560" actId="368"/>
        <pc:sldMkLst>
          <pc:docMk/>
          <pc:sldMk cId="413217932" sldId="833"/>
        </pc:sldMkLst>
        <pc:spChg chg="mod">
          <ac:chgData name="Magdalene Lim (RP)" userId="0d83deb8-e9a9-42ab-ae84-75cdb7b5bd8e" providerId="ADAL" clId="{F480144D-229B-4504-9707-A45AE5F79E10}" dt="2026-10-19T03:22:35.123" v="4726" actId="207"/>
          <ac:spMkLst>
            <pc:docMk/>
            <pc:sldMk cId="413217932" sldId="833"/>
            <ac:spMk id="2" creationId="{99643F00-64F4-E548-DC2B-3A1C62B68A2D}"/>
          </ac:spMkLst>
        </pc:spChg>
        <pc:spChg chg="mod">
          <ac:chgData name="Magdalene Lim (RP)" userId="0d83deb8-e9a9-42ab-ae84-75cdb7b5bd8e" providerId="ADAL" clId="{F480144D-229B-4504-9707-A45AE5F79E10}" dt="2026-10-20T04:36:59.129" v="5283" actId="20577"/>
          <ac:spMkLst>
            <pc:docMk/>
            <pc:sldMk cId="413217932" sldId="833"/>
            <ac:spMk id="4" creationId="{9BADB956-72D8-0BB7-F270-E76895C0C122}"/>
          </ac:spMkLst>
        </pc:spChg>
        <pc:graphicFrameChg chg="add mod modGraphic">
          <ac:chgData name="Magdalene Lim (RP)" userId="0d83deb8-e9a9-42ab-ae84-75cdb7b5bd8e" providerId="ADAL" clId="{F480144D-229B-4504-9707-A45AE5F79E10}" dt="2026-10-18T08:40:31.355" v="3513" actId="14100"/>
          <ac:graphicFrameMkLst>
            <pc:docMk/>
            <pc:sldMk cId="413217932" sldId="833"/>
            <ac:graphicFrameMk id="5" creationId="{C1C4463A-B0E5-C2C4-CA98-15C576577A00}"/>
          </ac:graphicFrameMkLst>
        </pc:graphicFrameChg>
      </pc:sldChg>
      <pc:sldChg chg="addSp modSp new mod modNotes">
        <pc:chgData name="Magdalene Lim (RP)" userId="0d83deb8-e9a9-42ab-ae84-75cdb7b5bd8e" providerId="ADAL" clId="{F480144D-229B-4504-9707-A45AE5F79E10}" dt="2026-10-25T01:58:50.974" v="5544" actId="368"/>
        <pc:sldMkLst>
          <pc:docMk/>
          <pc:sldMk cId="3948679292" sldId="834"/>
        </pc:sldMkLst>
        <pc:spChg chg="mod">
          <ac:chgData name="Magdalene Lim (RP)" userId="0d83deb8-e9a9-42ab-ae84-75cdb7b5bd8e" providerId="ADAL" clId="{F480144D-229B-4504-9707-A45AE5F79E10}" dt="2026-10-18T07:40:26.695" v="1544" actId="113"/>
          <ac:spMkLst>
            <pc:docMk/>
            <pc:sldMk cId="3948679292" sldId="834"/>
            <ac:spMk id="2" creationId="{AC9EE025-D488-2577-D5F5-C5C235A5E148}"/>
          </ac:spMkLst>
        </pc:spChg>
        <pc:spChg chg="mod">
          <ac:chgData name="Magdalene Lim (RP)" userId="0d83deb8-e9a9-42ab-ae84-75cdb7b5bd8e" providerId="ADAL" clId="{F480144D-229B-4504-9707-A45AE5F79E10}" dt="2026-10-18T07:37:54.867" v="1444" actId="20577"/>
          <ac:spMkLst>
            <pc:docMk/>
            <pc:sldMk cId="3948679292" sldId="834"/>
            <ac:spMk id="4" creationId="{903F798E-7EA4-B9BD-FD3E-59A4788FFB57}"/>
          </ac:spMkLst>
        </pc:spChg>
        <pc:picChg chg="add mod">
          <ac:chgData name="Magdalene Lim (RP)" userId="0d83deb8-e9a9-42ab-ae84-75cdb7b5bd8e" providerId="ADAL" clId="{F480144D-229B-4504-9707-A45AE5F79E10}" dt="2026-10-18T07:39:17.639" v="1448" actId="1076"/>
          <ac:picMkLst>
            <pc:docMk/>
            <pc:sldMk cId="3948679292" sldId="834"/>
            <ac:picMk id="6" creationId="{1B411C6A-B98E-9864-2A58-678752B844C0}"/>
          </ac:picMkLst>
        </pc:picChg>
      </pc:sldChg>
      <pc:sldChg chg="addSp delSp modSp new mod ord modNotes">
        <pc:chgData name="Magdalene Lim (RP)" userId="0d83deb8-e9a9-42ab-ae84-75cdb7b5bd8e" providerId="ADAL" clId="{F480144D-229B-4504-9707-A45AE5F79E10}" dt="2026-10-25T01:58:50.974" v="5540" actId="368"/>
        <pc:sldMkLst>
          <pc:docMk/>
          <pc:sldMk cId="2551443491" sldId="835"/>
        </pc:sldMkLst>
        <pc:spChg chg="mod">
          <ac:chgData name="Magdalene Lim (RP)" userId="0d83deb8-e9a9-42ab-ae84-75cdb7b5bd8e" providerId="ADAL" clId="{F480144D-229B-4504-9707-A45AE5F79E10}" dt="2026-10-18T07:36:26.998" v="1406" actId="20577"/>
          <ac:spMkLst>
            <pc:docMk/>
            <pc:sldMk cId="2551443491" sldId="835"/>
            <ac:spMk id="2" creationId="{8F823BDD-F662-80E9-0595-621CCBBDD574}"/>
          </ac:spMkLst>
        </pc:spChg>
        <pc:spChg chg="mod">
          <ac:chgData name="Magdalene Lim (RP)" userId="0d83deb8-e9a9-42ab-ae84-75cdb7b5bd8e" providerId="ADAL" clId="{F480144D-229B-4504-9707-A45AE5F79E10}" dt="2026-10-18T07:30:38.886" v="1040" actId="20577"/>
          <ac:spMkLst>
            <pc:docMk/>
            <pc:sldMk cId="2551443491" sldId="835"/>
            <ac:spMk id="4" creationId="{B001369B-9002-0C4F-08B2-3CACCBA690B2}"/>
          </ac:spMkLst>
        </pc:spChg>
        <pc:picChg chg="add mod">
          <ac:chgData name="Magdalene Lim (RP)" userId="0d83deb8-e9a9-42ab-ae84-75cdb7b5bd8e" providerId="ADAL" clId="{F480144D-229B-4504-9707-A45AE5F79E10}" dt="2026-10-18T07:36:34.129" v="1408" actId="1076"/>
          <ac:picMkLst>
            <pc:docMk/>
            <pc:sldMk cId="2551443491" sldId="835"/>
            <ac:picMk id="6" creationId="{24CFF93B-FA7C-8A4B-5151-384FA26EF3F8}"/>
          </ac:picMkLst>
        </pc:picChg>
      </pc:sldChg>
      <pc:sldChg chg="modSp new mod modNotes">
        <pc:chgData name="Magdalene Lim (RP)" userId="0d83deb8-e9a9-42ab-ae84-75cdb7b5bd8e" providerId="ADAL" clId="{F480144D-229B-4504-9707-A45AE5F79E10}" dt="2026-10-25T01:58:50.974" v="5538" actId="368"/>
        <pc:sldMkLst>
          <pc:docMk/>
          <pc:sldMk cId="3853672521" sldId="836"/>
        </pc:sldMkLst>
        <pc:spChg chg="mod">
          <ac:chgData name="Magdalene Lim (RP)" userId="0d83deb8-e9a9-42ab-ae84-75cdb7b5bd8e" providerId="ADAL" clId="{F480144D-229B-4504-9707-A45AE5F79E10}" dt="2026-10-19T03:37:26.996" v="4812" actId="404"/>
          <ac:spMkLst>
            <pc:docMk/>
            <pc:sldMk cId="3853672521" sldId="836"/>
            <ac:spMk id="2" creationId="{4E4F3571-415A-4C55-5BC2-FCF3CC97C52C}"/>
          </ac:spMkLst>
        </pc:spChg>
      </pc:sldChg>
      <pc:sldChg chg="addSp delSp modSp new mod modNotes">
        <pc:chgData name="Magdalene Lim (RP)" userId="0d83deb8-e9a9-42ab-ae84-75cdb7b5bd8e" providerId="ADAL" clId="{F480144D-229B-4504-9707-A45AE5F79E10}" dt="2026-10-25T01:58:50.985" v="5546" actId="368"/>
        <pc:sldMkLst>
          <pc:docMk/>
          <pc:sldMk cId="1524420608" sldId="837"/>
        </pc:sldMkLst>
        <pc:spChg chg="mod">
          <ac:chgData name="Magdalene Lim (RP)" userId="0d83deb8-e9a9-42ab-ae84-75cdb7b5bd8e" providerId="ADAL" clId="{F480144D-229B-4504-9707-A45AE5F79E10}" dt="2026-10-18T07:44:00.586" v="1577" actId="20577"/>
          <ac:spMkLst>
            <pc:docMk/>
            <pc:sldMk cId="1524420608" sldId="837"/>
            <ac:spMk id="4" creationId="{994D8649-326E-6D0E-D4F3-DBC742267142}"/>
          </ac:spMkLst>
        </pc:spChg>
        <pc:graphicFrameChg chg="add mod modGraphic">
          <ac:chgData name="Magdalene Lim (RP)" userId="0d83deb8-e9a9-42ab-ae84-75cdb7b5bd8e" providerId="ADAL" clId="{F480144D-229B-4504-9707-A45AE5F79E10}" dt="2026-10-19T00:48:38.637" v="4715" actId="12385"/>
          <ac:graphicFrameMkLst>
            <pc:docMk/>
            <pc:sldMk cId="1524420608" sldId="837"/>
            <ac:graphicFrameMk id="7" creationId="{CD8E2863-AB5E-9914-E1B0-726C0358216A}"/>
          </ac:graphicFrameMkLst>
        </pc:graphicFrameChg>
        <pc:picChg chg="add mod">
          <ac:chgData name="Magdalene Lim (RP)" userId="0d83deb8-e9a9-42ab-ae84-75cdb7b5bd8e" providerId="ADAL" clId="{F480144D-229B-4504-9707-A45AE5F79E10}" dt="2026-10-18T07:46:41.875" v="1616" actId="1076"/>
          <ac:picMkLst>
            <pc:docMk/>
            <pc:sldMk cId="1524420608" sldId="837"/>
            <ac:picMk id="9" creationId="{736A42EE-9E32-5795-6979-03B13825B20A}"/>
          </ac:picMkLst>
        </pc:picChg>
      </pc:sldChg>
      <pc:sldChg chg="addSp modSp new mod modNotes">
        <pc:chgData name="Magdalene Lim (RP)" userId="0d83deb8-e9a9-42ab-ae84-75cdb7b5bd8e" providerId="ADAL" clId="{F480144D-229B-4504-9707-A45AE5F79E10}" dt="2026-10-25T01:58:50.990" v="5552" actId="368"/>
        <pc:sldMkLst>
          <pc:docMk/>
          <pc:sldMk cId="1102144783" sldId="838"/>
        </pc:sldMkLst>
        <pc:spChg chg="mod">
          <ac:chgData name="Magdalene Lim (RP)" userId="0d83deb8-e9a9-42ab-ae84-75cdb7b5bd8e" providerId="ADAL" clId="{F480144D-229B-4504-9707-A45AE5F79E10}" dt="2026-10-18T08:56:27.231" v="3788" actId="2710"/>
          <ac:spMkLst>
            <pc:docMk/>
            <pc:sldMk cId="1102144783" sldId="838"/>
            <ac:spMk id="2" creationId="{FE1CD507-EC9C-FD0A-C5E4-9C4091352619}"/>
          </ac:spMkLst>
        </pc:spChg>
        <pc:spChg chg="mod">
          <ac:chgData name="Magdalene Lim (RP)" userId="0d83deb8-e9a9-42ab-ae84-75cdb7b5bd8e" providerId="ADAL" clId="{F480144D-229B-4504-9707-A45AE5F79E10}" dt="2026-10-20T04:33:59.837" v="5275" actId="20577"/>
          <ac:spMkLst>
            <pc:docMk/>
            <pc:sldMk cId="1102144783" sldId="838"/>
            <ac:spMk id="4" creationId="{FCBDC037-E454-BBDE-88B9-58621282D11B}"/>
          </ac:spMkLst>
        </pc:spChg>
        <pc:spChg chg="add mod">
          <ac:chgData name="Magdalene Lim (RP)" userId="0d83deb8-e9a9-42ab-ae84-75cdb7b5bd8e" providerId="ADAL" clId="{F480144D-229B-4504-9707-A45AE5F79E10}" dt="2026-10-18T07:56:42.388" v="2163" actId="208"/>
          <ac:spMkLst>
            <pc:docMk/>
            <pc:sldMk cId="1102144783" sldId="838"/>
            <ac:spMk id="9" creationId="{ADD11E0C-B300-82C5-A193-35A83C79DC46}"/>
          </ac:spMkLst>
        </pc:spChg>
        <pc:spChg chg="add mod">
          <ac:chgData name="Magdalene Lim (RP)" userId="0d83deb8-e9a9-42ab-ae84-75cdb7b5bd8e" providerId="ADAL" clId="{F480144D-229B-4504-9707-A45AE5F79E10}" dt="2026-10-18T07:56:47.518" v="2166" actId="14100"/>
          <ac:spMkLst>
            <pc:docMk/>
            <pc:sldMk cId="1102144783" sldId="838"/>
            <ac:spMk id="10" creationId="{60A367C7-85E0-EF26-5DB6-320E67D88852}"/>
          </ac:spMkLst>
        </pc:spChg>
        <pc:picChg chg="add mod">
          <ac:chgData name="Magdalene Lim (RP)" userId="0d83deb8-e9a9-42ab-ae84-75cdb7b5bd8e" providerId="ADAL" clId="{F480144D-229B-4504-9707-A45AE5F79E10}" dt="2026-10-18T07:56:26.709" v="2159" actId="1076"/>
          <ac:picMkLst>
            <pc:docMk/>
            <pc:sldMk cId="1102144783" sldId="838"/>
            <ac:picMk id="6" creationId="{C039FF50-F58B-C5A4-1EDC-542C7A145650}"/>
          </ac:picMkLst>
        </pc:picChg>
        <pc:picChg chg="add mod">
          <ac:chgData name="Magdalene Lim (RP)" userId="0d83deb8-e9a9-42ab-ae84-75cdb7b5bd8e" providerId="ADAL" clId="{F480144D-229B-4504-9707-A45AE5F79E10}" dt="2026-10-18T07:56:24.668" v="2158" actId="14100"/>
          <ac:picMkLst>
            <pc:docMk/>
            <pc:sldMk cId="1102144783" sldId="838"/>
            <ac:picMk id="8" creationId="{A01E12C8-88F9-F0D2-0F83-93F22B79AEE0}"/>
          </ac:picMkLst>
        </pc:picChg>
      </pc:sldChg>
      <pc:sldChg chg="addSp modSp new mod modNotes">
        <pc:chgData name="Magdalene Lim (RP)" userId="0d83deb8-e9a9-42ab-ae84-75cdb7b5bd8e" providerId="ADAL" clId="{F480144D-229B-4504-9707-A45AE5F79E10}" dt="2026-10-25T01:58:50.974" v="5542" actId="368"/>
        <pc:sldMkLst>
          <pc:docMk/>
          <pc:sldMk cId="3873486426" sldId="839"/>
        </pc:sldMkLst>
        <pc:spChg chg="mod">
          <ac:chgData name="Magdalene Lim (RP)" userId="0d83deb8-e9a9-42ab-ae84-75cdb7b5bd8e" providerId="ADAL" clId="{F480144D-229B-4504-9707-A45AE5F79E10}" dt="2026-10-18T07:53:35.138" v="2085" actId="14100"/>
          <ac:spMkLst>
            <pc:docMk/>
            <pc:sldMk cId="3873486426" sldId="839"/>
            <ac:spMk id="2" creationId="{0DA3A673-55C8-3AB1-DEFD-6766C1649BBA}"/>
          </ac:spMkLst>
        </pc:spChg>
        <pc:spChg chg="mod">
          <ac:chgData name="Magdalene Lim (RP)" userId="0d83deb8-e9a9-42ab-ae84-75cdb7b5bd8e" providerId="ADAL" clId="{F480144D-229B-4504-9707-A45AE5F79E10}" dt="2026-10-20T04:32:41.167" v="5273" actId="20577"/>
          <ac:spMkLst>
            <pc:docMk/>
            <pc:sldMk cId="3873486426" sldId="839"/>
            <ac:spMk id="4" creationId="{5B7770A3-866A-FCEA-F2A1-1C83BABA79D0}"/>
          </ac:spMkLst>
        </pc:spChg>
        <pc:spChg chg="add mod">
          <ac:chgData name="Magdalene Lim (RP)" userId="0d83deb8-e9a9-42ab-ae84-75cdb7b5bd8e" providerId="ADAL" clId="{F480144D-229B-4504-9707-A45AE5F79E10}" dt="2026-10-18T07:53:18.466" v="2082" actId="207"/>
          <ac:spMkLst>
            <pc:docMk/>
            <pc:sldMk cId="3873486426" sldId="839"/>
            <ac:spMk id="7" creationId="{8D52417E-9214-1B21-EC33-38D80313C1A5}"/>
          </ac:spMkLst>
        </pc:spChg>
        <pc:picChg chg="add mod">
          <ac:chgData name="Magdalene Lim (RP)" userId="0d83deb8-e9a9-42ab-ae84-75cdb7b5bd8e" providerId="ADAL" clId="{F480144D-229B-4504-9707-A45AE5F79E10}" dt="2026-10-18T07:53:14.126" v="2080" actId="1076"/>
          <ac:picMkLst>
            <pc:docMk/>
            <pc:sldMk cId="3873486426" sldId="839"/>
            <ac:picMk id="6" creationId="{129BE947-1977-9D50-3DAD-6CDB06C7FEA4}"/>
          </ac:picMkLst>
        </pc:picChg>
      </pc:sldChg>
      <pc:sldChg chg="addSp modSp new mod modClrScheme chgLayout modNotes">
        <pc:chgData name="Magdalene Lim (RP)" userId="0d83deb8-e9a9-42ab-ae84-75cdb7b5bd8e" providerId="ADAL" clId="{F480144D-229B-4504-9707-A45AE5F79E10}" dt="2026-10-25T01:58:50.985" v="5548" actId="368"/>
        <pc:sldMkLst>
          <pc:docMk/>
          <pc:sldMk cId="1629233081" sldId="840"/>
        </pc:sldMkLst>
        <pc:spChg chg="mod ord">
          <ac:chgData name="Magdalene Lim (RP)" userId="0d83deb8-e9a9-42ab-ae84-75cdb7b5bd8e" providerId="ADAL" clId="{F480144D-229B-4504-9707-A45AE5F79E10}" dt="2026-10-18T08:04:56.236" v="2200" actId="26606"/>
          <ac:spMkLst>
            <pc:docMk/>
            <pc:sldMk cId="1629233081" sldId="840"/>
            <ac:spMk id="2" creationId="{435BAC39-63D0-09B0-1084-7B0D8A271839}"/>
          </ac:spMkLst>
        </pc:spChg>
        <pc:spChg chg="mod">
          <ac:chgData name="Magdalene Lim (RP)" userId="0d83deb8-e9a9-42ab-ae84-75cdb7b5bd8e" providerId="ADAL" clId="{F480144D-229B-4504-9707-A45AE5F79E10}" dt="2026-10-18T08:04:56.236" v="2200" actId="26606"/>
          <ac:spMkLst>
            <pc:docMk/>
            <pc:sldMk cId="1629233081" sldId="840"/>
            <ac:spMk id="3" creationId="{4E48EF1F-024C-E6F0-A2B6-6B8B0856FC74}"/>
          </ac:spMkLst>
        </pc:spChg>
        <pc:spChg chg="mod ord">
          <ac:chgData name="Magdalene Lim (RP)" userId="0d83deb8-e9a9-42ab-ae84-75cdb7b5bd8e" providerId="ADAL" clId="{F480144D-229B-4504-9707-A45AE5F79E10}" dt="2026-10-18T08:04:56.236" v="2200" actId="26606"/>
          <ac:spMkLst>
            <pc:docMk/>
            <pc:sldMk cId="1629233081" sldId="840"/>
            <ac:spMk id="4" creationId="{0B01C55D-63DE-D07F-A375-46D8FD85182E}"/>
          </ac:spMkLst>
        </pc:spChg>
        <pc:picChg chg="add mod">
          <ac:chgData name="Magdalene Lim (RP)" userId="0d83deb8-e9a9-42ab-ae84-75cdb7b5bd8e" providerId="ADAL" clId="{F480144D-229B-4504-9707-A45AE5F79E10}" dt="2026-10-18T08:04:56.236" v="2200" actId="26606"/>
          <ac:picMkLst>
            <pc:docMk/>
            <pc:sldMk cId="1629233081" sldId="840"/>
            <ac:picMk id="6" creationId="{D665C637-D394-F116-DEC7-E8A448C17073}"/>
          </ac:picMkLst>
        </pc:picChg>
      </pc:sldChg>
      <pc:sldChg chg="addSp modSp add mod modClrScheme chgLayout modNotes">
        <pc:chgData name="Magdalene Lim (RP)" userId="0d83deb8-e9a9-42ab-ae84-75cdb7b5bd8e" providerId="ADAL" clId="{F480144D-229B-4504-9707-A45AE5F79E10}" dt="2026-10-25T01:58:50.990" v="5550" actId="368"/>
        <pc:sldMkLst>
          <pc:docMk/>
          <pc:sldMk cId="2046939807" sldId="841"/>
        </pc:sldMkLst>
        <pc:spChg chg="mod ord">
          <ac:chgData name="Magdalene Lim (RP)" userId="0d83deb8-e9a9-42ab-ae84-75cdb7b5bd8e" providerId="ADAL" clId="{F480144D-229B-4504-9707-A45AE5F79E10}" dt="2026-10-18T08:07:04.672" v="2226" actId="404"/>
          <ac:spMkLst>
            <pc:docMk/>
            <pc:sldMk cId="2046939807" sldId="841"/>
            <ac:spMk id="2" creationId="{2089BFD3-117F-EEC6-3831-EA9B10B57898}"/>
          </ac:spMkLst>
        </pc:spChg>
        <pc:spChg chg="mod">
          <ac:chgData name="Magdalene Lim (RP)" userId="0d83deb8-e9a9-42ab-ae84-75cdb7b5bd8e" providerId="ADAL" clId="{F480144D-229B-4504-9707-A45AE5F79E10}" dt="2026-10-18T08:06:40.472" v="2207" actId="26606"/>
          <ac:spMkLst>
            <pc:docMk/>
            <pc:sldMk cId="2046939807" sldId="841"/>
            <ac:spMk id="3" creationId="{B9472022-DEDD-5955-5DEB-D0524CCA2A3E}"/>
          </ac:spMkLst>
        </pc:spChg>
        <pc:spChg chg="mod ord">
          <ac:chgData name="Magdalene Lim (RP)" userId="0d83deb8-e9a9-42ab-ae84-75cdb7b5bd8e" providerId="ADAL" clId="{F480144D-229B-4504-9707-A45AE5F79E10}" dt="2026-10-18T08:06:40.472" v="2207" actId="26606"/>
          <ac:spMkLst>
            <pc:docMk/>
            <pc:sldMk cId="2046939807" sldId="841"/>
            <ac:spMk id="4" creationId="{B9105BE3-DC15-52DD-880D-F60ADF217307}"/>
          </ac:spMkLst>
        </pc:spChg>
        <pc:picChg chg="add mod">
          <ac:chgData name="Magdalene Lim (RP)" userId="0d83deb8-e9a9-42ab-ae84-75cdb7b5bd8e" providerId="ADAL" clId="{F480144D-229B-4504-9707-A45AE5F79E10}" dt="2026-10-18T08:06:40.472" v="2207" actId="26606"/>
          <ac:picMkLst>
            <pc:docMk/>
            <pc:sldMk cId="2046939807" sldId="841"/>
            <ac:picMk id="6" creationId="{B272F59B-FC11-841C-070E-8B367691F517}"/>
          </ac:picMkLst>
        </pc:picChg>
      </pc:sldChg>
      <pc:sldChg chg="addSp modSp new mod modNotes">
        <pc:chgData name="Magdalene Lim (RP)" userId="0d83deb8-e9a9-42ab-ae84-75cdb7b5bd8e" providerId="ADAL" clId="{F480144D-229B-4504-9707-A45AE5F79E10}" dt="2026-10-25T01:58:50.990" v="5554" actId="368"/>
        <pc:sldMkLst>
          <pc:docMk/>
          <pc:sldMk cId="245233262" sldId="842"/>
        </pc:sldMkLst>
        <pc:spChg chg="mod">
          <ac:chgData name="Magdalene Lim (RP)" userId="0d83deb8-e9a9-42ab-ae84-75cdb7b5bd8e" providerId="ADAL" clId="{F480144D-229B-4504-9707-A45AE5F79E10}" dt="2026-10-20T02:54:02.743" v="5086" actId="2710"/>
          <ac:spMkLst>
            <pc:docMk/>
            <pc:sldMk cId="245233262" sldId="842"/>
            <ac:spMk id="2" creationId="{E2F7F4A4-7521-4E67-336F-D8281D30096A}"/>
          </ac:spMkLst>
        </pc:spChg>
        <pc:spChg chg="mod">
          <ac:chgData name="Magdalene Lim (RP)" userId="0d83deb8-e9a9-42ab-ae84-75cdb7b5bd8e" providerId="ADAL" clId="{F480144D-229B-4504-9707-A45AE5F79E10}" dt="2026-10-20T04:35:26.248" v="5277" actId="20577"/>
          <ac:spMkLst>
            <pc:docMk/>
            <pc:sldMk cId="245233262" sldId="842"/>
            <ac:spMk id="4" creationId="{B9F0F425-345E-3DD5-EFAD-CE4311BBFDDA}"/>
          </ac:spMkLst>
        </pc:spChg>
        <pc:graphicFrameChg chg="add mod modGraphic">
          <ac:chgData name="Magdalene Lim (RP)" userId="0d83deb8-e9a9-42ab-ae84-75cdb7b5bd8e" providerId="ADAL" clId="{F480144D-229B-4504-9707-A45AE5F79E10}" dt="2026-10-18T09:48:02.138" v="4622" actId="113"/>
          <ac:graphicFrameMkLst>
            <pc:docMk/>
            <pc:sldMk cId="245233262" sldId="842"/>
            <ac:graphicFrameMk id="6" creationId="{3611264E-D1FA-DB54-523E-24013EEB6518}"/>
          </ac:graphicFrameMkLst>
        </pc:graphicFrameChg>
      </pc:sldChg>
      <pc:sldChg chg="addSp modSp new mod modNotes">
        <pc:chgData name="Magdalene Lim (RP)" userId="0d83deb8-e9a9-42ab-ae84-75cdb7b5bd8e" providerId="ADAL" clId="{F480144D-229B-4504-9707-A45AE5F79E10}" dt="2026-10-25T01:58:51.012" v="5564" actId="368"/>
        <pc:sldMkLst>
          <pc:docMk/>
          <pc:sldMk cId="3993587323" sldId="848"/>
        </pc:sldMkLst>
        <pc:spChg chg="mod">
          <ac:chgData name="Magdalene Lim (RP)" userId="0d83deb8-e9a9-42ab-ae84-75cdb7b5bd8e" providerId="ADAL" clId="{F480144D-229B-4504-9707-A45AE5F79E10}" dt="2026-10-20T02:55:34.606" v="5093" actId="20577"/>
          <ac:spMkLst>
            <pc:docMk/>
            <pc:sldMk cId="3993587323" sldId="848"/>
            <ac:spMk id="2" creationId="{2B6C240F-53FB-03EA-C1C3-B942031D38BC}"/>
          </ac:spMkLst>
        </pc:spChg>
        <pc:spChg chg="mod">
          <ac:chgData name="Magdalene Lim (RP)" userId="0d83deb8-e9a9-42ab-ae84-75cdb7b5bd8e" providerId="ADAL" clId="{F480144D-229B-4504-9707-A45AE5F79E10}" dt="2026-10-20T04:38:00.632" v="5287" actId="20577"/>
          <ac:spMkLst>
            <pc:docMk/>
            <pc:sldMk cId="3993587323" sldId="848"/>
            <ac:spMk id="4" creationId="{7397445A-94B0-4145-C6DC-E0BF3414CF15}"/>
          </ac:spMkLst>
        </pc:spChg>
        <pc:graphicFrameChg chg="add mod modGraphic">
          <ac:chgData name="Magdalene Lim (RP)" userId="0d83deb8-e9a9-42ab-ae84-75cdb7b5bd8e" providerId="ADAL" clId="{F480144D-229B-4504-9707-A45AE5F79E10}" dt="2026-10-18T08:53:14.268" v="3784" actId="242"/>
          <ac:graphicFrameMkLst>
            <pc:docMk/>
            <pc:sldMk cId="3993587323" sldId="848"/>
            <ac:graphicFrameMk id="5" creationId="{7C101132-25CA-D383-2DEE-047625CD3480}"/>
          </ac:graphicFrameMkLst>
        </pc:graphicFrameChg>
      </pc:sldChg>
      <pc:sldChg chg="modSp new mod modNotes">
        <pc:chgData name="Magdalene Lim (RP)" userId="0d83deb8-e9a9-42ab-ae84-75cdb7b5bd8e" providerId="ADAL" clId="{F480144D-229B-4504-9707-A45AE5F79E10}" dt="2026-10-25T01:58:51.016" v="5568" actId="368"/>
        <pc:sldMkLst>
          <pc:docMk/>
          <pc:sldMk cId="3562814173" sldId="849"/>
        </pc:sldMkLst>
        <pc:spChg chg="mod">
          <ac:chgData name="Magdalene Lim (RP)" userId="0d83deb8-e9a9-42ab-ae84-75cdb7b5bd8e" providerId="ADAL" clId="{F480144D-229B-4504-9707-A45AE5F79E10}" dt="2026-10-20T02:56:15.028" v="5102" actId="113"/>
          <ac:spMkLst>
            <pc:docMk/>
            <pc:sldMk cId="3562814173" sldId="849"/>
            <ac:spMk id="2" creationId="{4B22D2F7-3497-12EE-726A-2851D6AAD67B}"/>
          </ac:spMkLst>
        </pc:spChg>
        <pc:spChg chg="mod">
          <ac:chgData name="Magdalene Lim (RP)" userId="0d83deb8-e9a9-42ab-ae84-75cdb7b5bd8e" providerId="ADAL" clId="{F480144D-229B-4504-9707-A45AE5F79E10}" dt="2026-10-20T04:38:51.923" v="5291" actId="20577"/>
          <ac:spMkLst>
            <pc:docMk/>
            <pc:sldMk cId="3562814173" sldId="849"/>
            <ac:spMk id="4" creationId="{17136D0A-F055-C87F-6C18-926552B57B71}"/>
          </ac:spMkLst>
        </pc:spChg>
      </pc:sldChg>
      <pc:sldChg chg="addSp modSp add mod ord modNotes">
        <pc:chgData name="Magdalene Lim (RP)" userId="0d83deb8-e9a9-42ab-ae84-75cdb7b5bd8e" providerId="ADAL" clId="{F480144D-229B-4504-9707-A45AE5F79E10}" dt="2026-10-25T01:58:51.020" v="5570" actId="368"/>
        <pc:sldMkLst>
          <pc:docMk/>
          <pc:sldMk cId="1207418985" sldId="850"/>
        </pc:sldMkLst>
        <pc:spChg chg="mod">
          <ac:chgData name="Magdalene Lim (RP)" userId="0d83deb8-e9a9-42ab-ae84-75cdb7b5bd8e" providerId="ADAL" clId="{F480144D-229B-4504-9707-A45AE5F79E10}" dt="2026-10-20T03:00:44.865" v="5182" actId="14100"/>
          <ac:spMkLst>
            <pc:docMk/>
            <pc:sldMk cId="1207418985" sldId="850"/>
            <ac:spMk id="2" creationId="{D41CFB16-E1A0-7CEA-B5E2-AC64A0B28E8A}"/>
          </ac:spMkLst>
        </pc:spChg>
        <pc:spChg chg="mod">
          <ac:chgData name="Magdalene Lim (RP)" userId="0d83deb8-e9a9-42ab-ae84-75cdb7b5bd8e" providerId="ADAL" clId="{F480144D-229B-4504-9707-A45AE5F79E10}" dt="2026-10-20T04:39:16.998" v="5294" actId="20577"/>
          <ac:spMkLst>
            <pc:docMk/>
            <pc:sldMk cId="1207418985" sldId="850"/>
            <ac:spMk id="4" creationId="{41B11A8C-8346-B4B6-5100-2718BF0CA322}"/>
          </ac:spMkLst>
        </pc:spChg>
        <pc:spChg chg="add mod">
          <ac:chgData name="Magdalene Lim (RP)" userId="0d83deb8-e9a9-42ab-ae84-75cdb7b5bd8e" providerId="ADAL" clId="{F480144D-229B-4504-9707-A45AE5F79E10}" dt="2026-10-20T03:01:20.853" v="5187" actId="1076"/>
          <ac:spMkLst>
            <pc:docMk/>
            <pc:sldMk cId="1207418985" sldId="850"/>
            <ac:spMk id="7" creationId="{995CBFC7-D32D-BF5D-6E3D-84D5001292E5}"/>
          </ac:spMkLst>
        </pc:spChg>
        <pc:spChg chg="add mod">
          <ac:chgData name="Magdalene Lim (RP)" userId="0d83deb8-e9a9-42ab-ae84-75cdb7b5bd8e" providerId="ADAL" clId="{F480144D-229B-4504-9707-A45AE5F79E10}" dt="2026-10-20T03:00:57.966" v="5183" actId="14100"/>
          <ac:spMkLst>
            <pc:docMk/>
            <pc:sldMk cId="1207418985" sldId="850"/>
            <ac:spMk id="8" creationId="{D8E836BE-2CDE-4336-53CE-3018AFDACE0C}"/>
          </ac:spMkLst>
        </pc:spChg>
        <pc:graphicFrameChg chg="add mod modGraphic">
          <ac:chgData name="Magdalene Lim (RP)" userId="0d83deb8-e9a9-42ab-ae84-75cdb7b5bd8e" providerId="ADAL" clId="{F480144D-229B-4504-9707-A45AE5F79E10}" dt="2026-10-20T03:01:20.853" v="5187" actId="1076"/>
          <ac:graphicFrameMkLst>
            <pc:docMk/>
            <pc:sldMk cId="1207418985" sldId="850"/>
            <ac:graphicFrameMk id="6" creationId="{94768E76-714E-CC15-897F-FEE7E4444AC9}"/>
          </ac:graphicFrameMkLst>
        </pc:graphicFrameChg>
      </pc:sldChg>
      <pc:sldChg chg="addSp delSp modSp new mod modNotes">
        <pc:chgData name="Magdalene Lim (RP)" userId="0d83deb8-e9a9-42ab-ae84-75cdb7b5bd8e" providerId="ADAL" clId="{F480144D-229B-4504-9707-A45AE5F79E10}" dt="2026-10-25T01:58:50.941" v="5512" actId="368"/>
        <pc:sldMkLst>
          <pc:docMk/>
          <pc:sldMk cId="2912575200" sldId="867"/>
        </pc:sldMkLst>
        <pc:spChg chg="mod">
          <ac:chgData name="Magdalene Lim (RP)" userId="0d83deb8-e9a9-42ab-ae84-75cdb7b5bd8e" providerId="ADAL" clId="{F480144D-229B-4504-9707-A45AE5F79E10}" dt="2026-10-25T01:46:52.542" v="5478" actId="113"/>
          <ac:spMkLst>
            <pc:docMk/>
            <pc:sldMk cId="2912575200" sldId="867"/>
            <ac:spMk id="2" creationId="{2C53A914-7DF4-BD15-AF1E-48C62CDB2E5A}"/>
          </ac:spMkLst>
        </pc:spChg>
        <pc:spChg chg="mod">
          <ac:chgData name="Magdalene Lim (RP)" userId="0d83deb8-e9a9-42ab-ae84-75cdb7b5bd8e" providerId="ADAL" clId="{F480144D-229B-4504-9707-A45AE5F79E10}" dt="2026-10-20T04:25:31.444" v="5254" actId="20577"/>
          <ac:spMkLst>
            <pc:docMk/>
            <pc:sldMk cId="2912575200" sldId="867"/>
            <ac:spMk id="4" creationId="{33ABBE3A-E2C8-710D-CFB8-24F7F646C2E1}"/>
          </ac:spMkLst>
        </pc:spChg>
        <pc:graphicFrameChg chg="add mod modGraphic">
          <ac:chgData name="Magdalene Lim (RP)" userId="0d83deb8-e9a9-42ab-ae84-75cdb7b5bd8e" providerId="ADAL" clId="{F480144D-229B-4504-9707-A45AE5F79E10}" dt="2026-10-20T02:47:12.963" v="5051" actId="14100"/>
          <ac:graphicFrameMkLst>
            <pc:docMk/>
            <pc:sldMk cId="2912575200" sldId="867"/>
            <ac:graphicFrameMk id="5" creationId="{B10FDD94-68E0-1B0A-3B67-7955246985B7}"/>
          </ac:graphicFrameMkLst>
        </pc:graphicFrameChg>
        <pc:picChg chg="add">
          <ac:chgData name="Magdalene Lim (RP)" userId="0d83deb8-e9a9-42ab-ae84-75cdb7b5bd8e" providerId="ADAL" clId="{F480144D-229B-4504-9707-A45AE5F79E10}" dt="2026-10-20T02:46:53.630" v="5023" actId="22"/>
          <ac:picMkLst>
            <pc:docMk/>
            <pc:sldMk cId="2912575200" sldId="867"/>
            <ac:picMk id="8" creationId="{D269B56F-70F5-F66E-1637-32015224D9F5}"/>
          </ac:picMkLst>
        </pc:picChg>
      </pc:sldChg>
      <pc:sldChg chg="delSp modSp add mod modNotes">
        <pc:chgData name="Magdalene Lim (RP)" userId="0d83deb8-e9a9-42ab-ae84-75cdb7b5bd8e" providerId="ADAL" clId="{F480144D-229B-4504-9707-A45AE5F79E10}" dt="2026-10-25T01:58:51.021" v="5572" actId="368"/>
        <pc:sldMkLst>
          <pc:docMk/>
          <pc:sldMk cId="862891894" sldId="870"/>
        </pc:sldMkLst>
        <pc:spChg chg="mod">
          <ac:chgData name="Magdalene Lim (RP)" userId="0d83deb8-e9a9-42ab-ae84-75cdb7b5bd8e" providerId="ADAL" clId="{F480144D-229B-4504-9707-A45AE5F79E10}" dt="2026-10-20T03:02:14.528" v="5196" actId="20577"/>
          <ac:spMkLst>
            <pc:docMk/>
            <pc:sldMk cId="862891894" sldId="870"/>
            <ac:spMk id="3" creationId="{F1059FB8-4555-F212-41DC-1BFFA3D4B94E}"/>
          </ac:spMkLst>
        </pc:spChg>
        <pc:spChg chg="mod">
          <ac:chgData name="Magdalene Lim (RP)" userId="0d83deb8-e9a9-42ab-ae84-75cdb7b5bd8e" providerId="ADAL" clId="{F480144D-229B-4504-9707-A45AE5F79E10}" dt="2026-10-20T03:08:05.077" v="5241" actId="26606"/>
          <ac:spMkLst>
            <pc:docMk/>
            <pc:sldMk cId="862891894" sldId="870"/>
            <ac:spMk id="6" creationId="{603653E6-AC67-94AC-029F-50DBAABAC585}"/>
          </ac:spMkLst>
        </pc:spChg>
        <pc:spChg chg="mod">
          <ac:chgData name="Magdalene Lim (RP)" userId="0d83deb8-e9a9-42ab-ae84-75cdb7b5bd8e" providerId="ADAL" clId="{F480144D-229B-4504-9707-A45AE5F79E10}" dt="2026-10-20T03:08:05.077" v="5241" actId="26606"/>
          <ac:spMkLst>
            <pc:docMk/>
            <pc:sldMk cId="862891894" sldId="870"/>
            <ac:spMk id="7" creationId="{7CE7924F-303C-12DE-B858-A07219D4C444}"/>
          </ac:spMkLst>
        </pc:spChg>
      </pc:sldChg>
      <pc:sldChg chg="addSp modSp add mod ord modNotes">
        <pc:chgData name="Magdalene Lim (RP)" userId="0d83deb8-e9a9-42ab-ae84-75cdb7b5bd8e" providerId="ADAL" clId="{F480144D-229B-4504-9707-A45AE5F79E10}" dt="2026-10-25T01:58:51.026" v="5574" actId="368"/>
        <pc:sldMkLst>
          <pc:docMk/>
          <pc:sldMk cId="0" sldId="873"/>
        </pc:sldMkLst>
        <pc:spChg chg="mod">
          <ac:chgData name="Magdalene Lim (RP)" userId="0d83deb8-e9a9-42ab-ae84-75cdb7b5bd8e" providerId="ADAL" clId="{F480144D-229B-4504-9707-A45AE5F79E10}" dt="2026-10-20T04:58:00.407" v="5403" actId="20577"/>
          <ac:spMkLst>
            <pc:docMk/>
            <pc:sldMk cId="0" sldId="873"/>
            <ac:spMk id="2" creationId="{00000000-0000-0000-0000-000000000000}"/>
          </ac:spMkLst>
        </pc:spChg>
        <pc:picChg chg="add mod">
          <ac:chgData name="Magdalene Lim (RP)" userId="0d83deb8-e9a9-42ab-ae84-75cdb7b5bd8e" providerId="ADAL" clId="{F480144D-229B-4504-9707-A45AE5F79E10}" dt="2026-10-20T05:18:56.516" v="5463" actId="1076"/>
          <ac:picMkLst>
            <pc:docMk/>
            <pc:sldMk cId="0" sldId="873"/>
            <ac:picMk id="4" creationId="{A9D6FC0F-BA31-609C-702C-EFA1A4E31AF2}"/>
          </ac:picMkLst>
        </pc:picChg>
        <pc:picChg chg="add mod">
          <ac:chgData name="Magdalene Lim (RP)" userId="0d83deb8-e9a9-42ab-ae84-75cdb7b5bd8e" providerId="ADAL" clId="{F480144D-229B-4504-9707-A45AE5F79E10}" dt="2026-10-20T05:18:48.970" v="5460" actId="1076"/>
          <ac:picMkLst>
            <pc:docMk/>
            <pc:sldMk cId="0" sldId="873"/>
            <ac:picMk id="6" creationId="{12CD102E-D48A-003C-250B-7F5221BC5FE8}"/>
          </ac:picMkLst>
        </pc:picChg>
      </pc:sldChg>
      <pc:sldChg chg="modSp new mod">
        <pc:chgData name="Magdalene Lim (RP)" userId="0d83deb8-e9a9-42ab-ae84-75cdb7b5bd8e" providerId="ADAL" clId="{F480144D-229B-4504-9707-A45AE5F79E10}" dt="2026-10-25T01:54:18.584" v="5482" actId="20577"/>
        <pc:sldMkLst>
          <pc:docMk/>
          <pc:sldMk cId="2548950431" sldId="874"/>
        </pc:sldMkLst>
        <pc:spChg chg="mod">
          <ac:chgData name="Magdalene Lim (RP)" userId="0d83deb8-e9a9-42ab-ae84-75cdb7b5bd8e" providerId="ADAL" clId="{F480144D-229B-4504-9707-A45AE5F79E10}" dt="2026-10-25T01:54:18.584" v="5482" actId="20577"/>
          <ac:spMkLst>
            <pc:docMk/>
            <pc:sldMk cId="2548950431" sldId="874"/>
            <ac:spMk id="2" creationId="{0AFFD053-E89F-D03E-FF52-4E6CB7C0FFCF}"/>
          </ac:spMkLst>
        </pc:spChg>
        <pc:spChg chg="mod">
          <ac:chgData name="Magdalene Lim (RP)" userId="0d83deb8-e9a9-42ab-ae84-75cdb7b5bd8e" providerId="ADAL" clId="{F480144D-229B-4504-9707-A45AE5F79E10}" dt="2026-10-20T05:09:56.201" v="5453" actId="404"/>
          <ac:spMkLst>
            <pc:docMk/>
            <pc:sldMk cId="2548950431" sldId="874"/>
            <ac:spMk id="3" creationId="{B95D7515-B733-3873-8B7C-29511FC6B34B}"/>
          </ac:spMkLst>
        </pc:spChg>
      </pc:sldChg>
      <pc:sldMasterChg chg="addSldLayout delSldLayout modSldLayout">
        <pc:chgData name="Magdalene Lim (RP)" userId="0d83deb8-e9a9-42ab-ae84-75cdb7b5bd8e" providerId="ADAL" clId="{F480144D-229B-4504-9707-A45AE5F79E10}" dt="2026-10-20T04:52:42.179" v="5307" actId="26606"/>
        <pc:sldMasterMkLst>
          <pc:docMk/>
          <pc:sldMasterMk cId="876220860" sldId="2147483648"/>
        </pc:sldMasterMkLst>
        <pc:sldLayoutChg chg="add">
          <pc:chgData name="Magdalene Lim (RP)" userId="0d83deb8-e9a9-42ab-ae84-75cdb7b5bd8e" providerId="ADAL" clId="{F480144D-229B-4504-9707-A45AE5F79E10}" dt="2026-10-20T04:52:42.179" v="5307" actId="26606"/>
          <pc:sldLayoutMkLst>
            <pc:docMk/>
            <pc:sldMasterMk cId="876220860" sldId="2147483648"/>
            <pc:sldLayoutMk cId="4219249576" sldId="2147483663"/>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image" Target="../media/image11.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image" Target="../media/image11.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577B52-1CBE-4AE5-9DF6-A685BE21D4A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9070E29-EC24-4B7C-9C7D-3BC79B4DB504}">
      <dgm:prSet custT="1"/>
      <dgm:spPr/>
      <dgm:t>
        <a:bodyPr/>
        <a:lstStyle/>
        <a:p>
          <a:pPr>
            <a:lnSpc>
              <a:spcPct val="100000"/>
            </a:lnSpc>
          </a:pPr>
          <a:r>
            <a:rPr lang="en-SG" sz="1400" dirty="0"/>
            <a:t>Sets up an Express server and configures EJS, sessions, flash messages, form handling, static files, and image uploads.</a:t>
          </a:r>
          <a:endParaRPr lang="en-US" sz="1400" dirty="0"/>
        </a:p>
      </dgm:t>
    </dgm:pt>
    <dgm:pt modelId="{F553E543-7484-4F27-A9A7-A3A483F6E788}" type="parTrans" cxnId="{343D79C9-5E3D-4450-9C4A-004C9A12CA40}">
      <dgm:prSet/>
      <dgm:spPr/>
      <dgm:t>
        <a:bodyPr/>
        <a:lstStyle/>
        <a:p>
          <a:endParaRPr lang="en-US" sz="1800"/>
        </a:p>
      </dgm:t>
    </dgm:pt>
    <dgm:pt modelId="{C4C5CED5-F334-45CE-ABB0-312A537FCE6A}" type="sibTrans" cxnId="{343D79C9-5E3D-4450-9C4A-004C9A12CA40}">
      <dgm:prSet/>
      <dgm:spPr/>
      <dgm:t>
        <a:bodyPr/>
        <a:lstStyle/>
        <a:p>
          <a:endParaRPr lang="en-US" sz="1800"/>
        </a:p>
      </dgm:t>
    </dgm:pt>
    <dgm:pt modelId="{CD70136F-D2E0-4BA9-805B-8751ECC7FA9B}">
      <dgm:prSet custT="1"/>
      <dgm:spPr/>
      <dgm:t>
        <a:bodyPr/>
        <a:lstStyle/>
        <a:p>
          <a:pPr>
            <a:lnSpc>
              <a:spcPct val="100000"/>
            </a:lnSpc>
          </a:pPr>
          <a:r>
            <a:rPr lang="en-SG" sz="1400"/>
            <a:t>Connects to the MySQL petcare database and hashes passwords with SHA-256.</a:t>
          </a:r>
          <a:endParaRPr lang="en-US" sz="1400"/>
        </a:p>
      </dgm:t>
    </dgm:pt>
    <dgm:pt modelId="{97781FD6-F21C-4216-9686-73EF0CEE45D3}" type="parTrans" cxnId="{A3078FA0-AC6F-4448-A4D9-A9CF76DBB9AF}">
      <dgm:prSet/>
      <dgm:spPr/>
      <dgm:t>
        <a:bodyPr/>
        <a:lstStyle/>
        <a:p>
          <a:endParaRPr lang="en-US" sz="1800"/>
        </a:p>
      </dgm:t>
    </dgm:pt>
    <dgm:pt modelId="{37A77ECF-3C53-4B08-B1AF-FF9AF1C281C5}" type="sibTrans" cxnId="{A3078FA0-AC6F-4448-A4D9-A9CF76DBB9AF}">
      <dgm:prSet/>
      <dgm:spPr/>
      <dgm:t>
        <a:bodyPr/>
        <a:lstStyle/>
        <a:p>
          <a:endParaRPr lang="en-US" sz="1800"/>
        </a:p>
      </dgm:t>
    </dgm:pt>
    <dgm:pt modelId="{0EEC8C2B-97A3-4B08-BF9A-6732229D2EF5}">
      <dgm:prSet custT="1"/>
      <dgm:spPr/>
      <dgm:t>
        <a:bodyPr/>
        <a:lstStyle/>
        <a:p>
          <a:pPr>
            <a:lnSpc>
              <a:spcPct val="100000"/>
            </a:lnSpc>
          </a:pPr>
          <a:r>
            <a:rPr lang="en-SG" sz="1400" dirty="0"/>
            <a:t>Handles routes for authentication, admin user management, pet management, and journal actions.</a:t>
          </a:r>
          <a:endParaRPr lang="en-US" sz="1400" dirty="0"/>
        </a:p>
      </dgm:t>
    </dgm:pt>
    <dgm:pt modelId="{277BC23D-A3ED-4630-8457-2C4E2C329FD2}" type="parTrans" cxnId="{4641CC29-D924-47EA-A9E9-0B846F4A45B1}">
      <dgm:prSet/>
      <dgm:spPr/>
      <dgm:t>
        <a:bodyPr/>
        <a:lstStyle/>
        <a:p>
          <a:endParaRPr lang="en-US" sz="1800"/>
        </a:p>
      </dgm:t>
    </dgm:pt>
    <dgm:pt modelId="{4D47DAAE-45CB-4A75-A52C-9BC6A4362049}" type="sibTrans" cxnId="{4641CC29-D924-47EA-A9E9-0B846F4A45B1}">
      <dgm:prSet/>
      <dgm:spPr/>
      <dgm:t>
        <a:bodyPr/>
        <a:lstStyle/>
        <a:p>
          <a:endParaRPr lang="en-US" sz="1800"/>
        </a:p>
      </dgm:t>
    </dgm:pt>
    <dgm:pt modelId="{5B18BC00-DCB6-45AC-B0D0-0BCA6549A002}">
      <dgm:prSet custT="1"/>
      <dgm:spPr/>
      <dgm:t>
        <a:bodyPr/>
        <a:lstStyle/>
        <a:p>
          <a:pPr>
            <a:lnSpc>
              <a:spcPct val="100000"/>
            </a:lnSpc>
          </a:pPr>
          <a:r>
            <a:rPr lang="en-SG" sz="1400"/>
            <a:t>Runs SQL queries to create, retrieve, update, and delete user, pet, and journal data.</a:t>
          </a:r>
          <a:endParaRPr lang="en-US" sz="1400"/>
        </a:p>
      </dgm:t>
    </dgm:pt>
    <dgm:pt modelId="{A0B6CA18-EE6D-42D6-A094-D66B87240EB1}" type="parTrans" cxnId="{A36EFC33-DB54-4772-A79E-2D2B4E2C7710}">
      <dgm:prSet/>
      <dgm:spPr/>
      <dgm:t>
        <a:bodyPr/>
        <a:lstStyle/>
        <a:p>
          <a:endParaRPr lang="en-US" sz="1800"/>
        </a:p>
      </dgm:t>
    </dgm:pt>
    <dgm:pt modelId="{C146AFF5-E9CA-4B8E-8ED4-38FCEEFBAF7A}" type="sibTrans" cxnId="{A36EFC33-DB54-4772-A79E-2D2B4E2C7710}">
      <dgm:prSet/>
      <dgm:spPr/>
      <dgm:t>
        <a:bodyPr/>
        <a:lstStyle/>
        <a:p>
          <a:endParaRPr lang="en-US" sz="1800"/>
        </a:p>
      </dgm:t>
    </dgm:pt>
    <dgm:pt modelId="{CEE07A3C-9646-4EBE-B59B-0AF252324CE6}">
      <dgm:prSet custT="1"/>
      <dgm:spPr/>
      <dgm:t>
        <a:bodyPr/>
        <a:lstStyle/>
        <a:p>
          <a:pPr>
            <a:lnSpc>
              <a:spcPct val="100000"/>
            </a:lnSpc>
          </a:pPr>
          <a:r>
            <a:rPr lang="en-SG" sz="1400"/>
            <a:t>Renders EJS pages with relevant database results and session information.</a:t>
          </a:r>
          <a:endParaRPr lang="en-US" sz="1400"/>
        </a:p>
      </dgm:t>
    </dgm:pt>
    <dgm:pt modelId="{FB0549F8-969B-4949-B118-9BE42B3ADBB3}" type="parTrans" cxnId="{6D6797E5-23B8-4AE7-8862-E313E14EE12B}">
      <dgm:prSet/>
      <dgm:spPr/>
      <dgm:t>
        <a:bodyPr/>
        <a:lstStyle/>
        <a:p>
          <a:endParaRPr lang="en-US" sz="1800"/>
        </a:p>
      </dgm:t>
    </dgm:pt>
    <dgm:pt modelId="{582C99DF-DD7E-4886-AAEB-E80D9B1630F8}" type="sibTrans" cxnId="{6D6797E5-23B8-4AE7-8862-E313E14EE12B}">
      <dgm:prSet/>
      <dgm:spPr/>
      <dgm:t>
        <a:bodyPr/>
        <a:lstStyle/>
        <a:p>
          <a:endParaRPr lang="en-US" sz="1800"/>
        </a:p>
      </dgm:t>
    </dgm:pt>
    <dgm:pt modelId="{7ABB1BDC-7DF6-4165-AA50-34D01D06D934}">
      <dgm:prSet custT="1"/>
      <dgm:spPr/>
      <dgm:t>
        <a:bodyPr/>
        <a:lstStyle/>
        <a:p>
          <a:pPr>
            <a:lnSpc>
              <a:spcPct val="100000"/>
            </a:lnSpc>
          </a:pPr>
          <a:r>
            <a:rPr lang="en-SG" sz="1400"/>
            <a:t>Uses middleware to restrict access to selected routes.</a:t>
          </a:r>
          <a:endParaRPr lang="en-US" sz="1400"/>
        </a:p>
      </dgm:t>
    </dgm:pt>
    <dgm:pt modelId="{73C826CB-DF7D-4C02-A94E-484BFA587C3B}" type="parTrans" cxnId="{54F00EB7-A6F4-4AF5-B705-56BE8D3E821C}">
      <dgm:prSet/>
      <dgm:spPr/>
      <dgm:t>
        <a:bodyPr/>
        <a:lstStyle/>
        <a:p>
          <a:endParaRPr lang="en-US" sz="1800"/>
        </a:p>
      </dgm:t>
    </dgm:pt>
    <dgm:pt modelId="{A3020BE6-834D-4E11-BAD7-2200A2F70EBD}" type="sibTrans" cxnId="{54F00EB7-A6F4-4AF5-B705-56BE8D3E821C}">
      <dgm:prSet/>
      <dgm:spPr/>
      <dgm:t>
        <a:bodyPr/>
        <a:lstStyle/>
        <a:p>
          <a:endParaRPr lang="en-US" sz="1800"/>
        </a:p>
      </dgm:t>
    </dgm:pt>
    <dgm:pt modelId="{2C99C386-3B81-4431-8B9B-A5E7BE42DA38}">
      <dgm:prSet custT="1"/>
      <dgm:spPr/>
      <dgm:t>
        <a:bodyPr/>
        <a:lstStyle/>
        <a:p>
          <a:pPr>
            <a:lnSpc>
              <a:spcPct val="100000"/>
            </a:lnSpc>
          </a:pPr>
          <a:r>
            <a:rPr lang="en-SG" sz="1400" dirty="0"/>
            <a:t>Starts the server on port 3000.</a:t>
          </a:r>
          <a:endParaRPr lang="en-US" sz="1400" dirty="0"/>
        </a:p>
      </dgm:t>
    </dgm:pt>
    <dgm:pt modelId="{599063BB-DB95-44CE-90C4-451EB4AAD9DA}" type="parTrans" cxnId="{2D0AC73F-FD68-4090-8DC2-770F8C2A95E3}">
      <dgm:prSet/>
      <dgm:spPr/>
      <dgm:t>
        <a:bodyPr/>
        <a:lstStyle/>
        <a:p>
          <a:endParaRPr lang="en-US" sz="1800"/>
        </a:p>
      </dgm:t>
    </dgm:pt>
    <dgm:pt modelId="{A4DF828F-2919-48D1-9934-2B48B9ADD868}" type="sibTrans" cxnId="{2D0AC73F-FD68-4090-8DC2-770F8C2A95E3}">
      <dgm:prSet/>
      <dgm:spPr/>
      <dgm:t>
        <a:bodyPr/>
        <a:lstStyle/>
        <a:p>
          <a:endParaRPr lang="en-US" sz="1800"/>
        </a:p>
      </dgm:t>
    </dgm:pt>
    <dgm:pt modelId="{04F0CDD9-2AFD-4FEF-A636-F7409ABA5F99}" type="pres">
      <dgm:prSet presAssocID="{4E577B52-1CBE-4AE5-9DF6-A685BE21D4A2}" presName="root" presStyleCnt="0">
        <dgm:presLayoutVars>
          <dgm:dir/>
          <dgm:resizeHandles val="exact"/>
        </dgm:presLayoutVars>
      </dgm:prSet>
      <dgm:spPr/>
    </dgm:pt>
    <dgm:pt modelId="{955990A3-8C58-459B-B600-CE9754B0CCBC}" type="pres">
      <dgm:prSet presAssocID="{A9070E29-EC24-4B7C-9C7D-3BC79B4DB504}" presName="compNode" presStyleCnt="0"/>
      <dgm:spPr/>
    </dgm:pt>
    <dgm:pt modelId="{CB2A3451-07A0-44C5-919B-04E0B2166E5E}" type="pres">
      <dgm:prSet presAssocID="{A9070E29-EC24-4B7C-9C7D-3BC79B4DB504}" presName="bgRect" presStyleLbl="bgShp" presStyleIdx="0" presStyleCnt="7"/>
      <dgm:spPr/>
    </dgm:pt>
    <dgm:pt modelId="{3A37C645-57B2-4857-9617-38DDC9A0C1B4}" type="pres">
      <dgm:prSet presAssocID="{A9070E29-EC24-4B7C-9C7D-3BC79B4DB504}"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erver"/>
        </a:ext>
      </dgm:extLst>
    </dgm:pt>
    <dgm:pt modelId="{96BAC62C-8940-41E1-9142-17A435D738B0}" type="pres">
      <dgm:prSet presAssocID="{A9070E29-EC24-4B7C-9C7D-3BC79B4DB504}" presName="spaceRect" presStyleCnt="0"/>
      <dgm:spPr/>
    </dgm:pt>
    <dgm:pt modelId="{619FD5B4-7AC5-4B02-BB8A-A5FF993EEF6F}" type="pres">
      <dgm:prSet presAssocID="{A9070E29-EC24-4B7C-9C7D-3BC79B4DB504}" presName="parTx" presStyleLbl="revTx" presStyleIdx="0" presStyleCnt="7">
        <dgm:presLayoutVars>
          <dgm:chMax val="0"/>
          <dgm:chPref val="0"/>
        </dgm:presLayoutVars>
      </dgm:prSet>
      <dgm:spPr/>
    </dgm:pt>
    <dgm:pt modelId="{8914DB13-077C-4214-A304-8AE684E22C84}" type="pres">
      <dgm:prSet presAssocID="{C4C5CED5-F334-45CE-ABB0-312A537FCE6A}" presName="sibTrans" presStyleCnt="0"/>
      <dgm:spPr/>
    </dgm:pt>
    <dgm:pt modelId="{B98EF31A-5856-4488-8C2B-894414A06066}" type="pres">
      <dgm:prSet presAssocID="{CD70136F-D2E0-4BA9-805B-8751ECC7FA9B}" presName="compNode" presStyleCnt="0"/>
      <dgm:spPr/>
    </dgm:pt>
    <dgm:pt modelId="{0E309F52-9846-4609-B5A5-6D6952E541EE}" type="pres">
      <dgm:prSet presAssocID="{CD70136F-D2E0-4BA9-805B-8751ECC7FA9B}" presName="bgRect" presStyleLbl="bgShp" presStyleIdx="1" presStyleCnt="7"/>
      <dgm:spPr/>
    </dgm:pt>
    <dgm:pt modelId="{417C4BCD-3EE5-42ED-9153-F8DF54E5F451}" type="pres">
      <dgm:prSet presAssocID="{CD70136F-D2E0-4BA9-805B-8751ECC7FA9B}"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a:ext>
      </dgm:extLst>
    </dgm:pt>
    <dgm:pt modelId="{1B209D5C-C504-4839-A596-2A909631833F}" type="pres">
      <dgm:prSet presAssocID="{CD70136F-D2E0-4BA9-805B-8751ECC7FA9B}" presName="spaceRect" presStyleCnt="0"/>
      <dgm:spPr/>
    </dgm:pt>
    <dgm:pt modelId="{8A3B08DA-16BE-47F5-8E70-8976590FAAF8}" type="pres">
      <dgm:prSet presAssocID="{CD70136F-D2E0-4BA9-805B-8751ECC7FA9B}" presName="parTx" presStyleLbl="revTx" presStyleIdx="1" presStyleCnt="7">
        <dgm:presLayoutVars>
          <dgm:chMax val="0"/>
          <dgm:chPref val="0"/>
        </dgm:presLayoutVars>
      </dgm:prSet>
      <dgm:spPr/>
    </dgm:pt>
    <dgm:pt modelId="{CA1483A2-C23D-443B-A641-D2AC11020764}" type="pres">
      <dgm:prSet presAssocID="{37A77ECF-3C53-4B08-B1AF-FF9AF1C281C5}" presName="sibTrans" presStyleCnt="0"/>
      <dgm:spPr/>
    </dgm:pt>
    <dgm:pt modelId="{138BAD60-CA7E-48D8-89BB-8993E543613C}" type="pres">
      <dgm:prSet presAssocID="{0EEC8C2B-97A3-4B08-BF9A-6732229D2EF5}" presName="compNode" presStyleCnt="0"/>
      <dgm:spPr/>
    </dgm:pt>
    <dgm:pt modelId="{51DE7C03-7718-4D79-BB4D-7814426A305A}" type="pres">
      <dgm:prSet presAssocID="{0EEC8C2B-97A3-4B08-BF9A-6732229D2EF5}" presName="bgRect" presStyleLbl="bgShp" presStyleIdx="2" presStyleCnt="7"/>
      <dgm:spPr/>
    </dgm:pt>
    <dgm:pt modelId="{EAAE31AC-1AB1-4B51-8C7E-3A39F65B38D3}" type="pres">
      <dgm:prSet presAssocID="{0EEC8C2B-97A3-4B08-BF9A-6732229D2EF5}"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Employee Badge"/>
        </a:ext>
      </dgm:extLst>
    </dgm:pt>
    <dgm:pt modelId="{461213C9-A9D3-43BA-A4E1-98B59DD01159}" type="pres">
      <dgm:prSet presAssocID="{0EEC8C2B-97A3-4B08-BF9A-6732229D2EF5}" presName="spaceRect" presStyleCnt="0"/>
      <dgm:spPr/>
    </dgm:pt>
    <dgm:pt modelId="{F65026E4-A34D-4EE4-911B-C78154002973}" type="pres">
      <dgm:prSet presAssocID="{0EEC8C2B-97A3-4B08-BF9A-6732229D2EF5}" presName="parTx" presStyleLbl="revTx" presStyleIdx="2" presStyleCnt="7">
        <dgm:presLayoutVars>
          <dgm:chMax val="0"/>
          <dgm:chPref val="0"/>
        </dgm:presLayoutVars>
      </dgm:prSet>
      <dgm:spPr/>
    </dgm:pt>
    <dgm:pt modelId="{B1E0A792-44E5-49D3-BD5E-959707A14FE3}" type="pres">
      <dgm:prSet presAssocID="{4D47DAAE-45CB-4A75-A52C-9BC6A4362049}" presName="sibTrans" presStyleCnt="0"/>
      <dgm:spPr/>
    </dgm:pt>
    <dgm:pt modelId="{737D80CC-763F-48FF-9247-1F41BA023A99}" type="pres">
      <dgm:prSet presAssocID="{5B18BC00-DCB6-45AC-B0D0-0BCA6549A002}" presName="compNode" presStyleCnt="0"/>
      <dgm:spPr/>
    </dgm:pt>
    <dgm:pt modelId="{9800CF81-885E-4A82-9D31-ABCC372E0395}" type="pres">
      <dgm:prSet presAssocID="{5B18BC00-DCB6-45AC-B0D0-0BCA6549A002}" presName="bgRect" presStyleLbl="bgShp" presStyleIdx="3" presStyleCnt="7"/>
      <dgm:spPr/>
    </dgm:pt>
    <dgm:pt modelId="{9E753DFD-9882-458D-942D-864BCC884BD0}" type="pres">
      <dgm:prSet presAssocID="{5B18BC00-DCB6-45AC-B0D0-0BCA6549A002}"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tabase"/>
        </a:ext>
      </dgm:extLst>
    </dgm:pt>
    <dgm:pt modelId="{B5FC2B2D-940F-462A-A39D-BCF38650F953}" type="pres">
      <dgm:prSet presAssocID="{5B18BC00-DCB6-45AC-B0D0-0BCA6549A002}" presName="spaceRect" presStyleCnt="0"/>
      <dgm:spPr/>
    </dgm:pt>
    <dgm:pt modelId="{9DD1AB88-E44C-4FEE-885D-88293494F078}" type="pres">
      <dgm:prSet presAssocID="{5B18BC00-DCB6-45AC-B0D0-0BCA6549A002}" presName="parTx" presStyleLbl="revTx" presStyleIdx="3" presStyleCnt="7">
        <dgm:presLayoutVars>
          <dgm:chMax val="0"/>
          <dgm:chPref val="0"/>
        </dgm:presLayoutVars>
      </dgm:prSet>
      <dgm:spPr/>
    </dgm:pt>
    <dgm:pt modelId="{991AF93F-5D2F-4154-B572-65C817813C3C}" type="pres">
      <dgm:prSet presAssocID="{C146AFF5-E9CA-4B8E-8ED4-38FCEEFBAF7A}" presName="sibTrans" presStyleCnt="0"/>
      <dgm:spPr/>
    </dgm:pt>
    <dgm:pt modelId="{05C07B0C-7F77-4759-80DE-335577B9C585}" type="pres">
      <dgm:prSet presAssocID="{CEE07A3C-9646-4EBE-B59B-0AF252324CE6}" presName="compNode" presStyleCnt="0"/>
      <dgm:spPr/>
    </dgm:pt>
    <dgm:pt modelId="{DBFA3A71-D58C-4E3E-AD36-86C9611EBEF9}" type="pres">
      <dgm:prSet presAssocID="{CEE07A3C-9646-4EBE-B59B-0AF252324CE6}" presName="bgRect" presStyleLbl="bgShp" presStyleIdx="4" presStyleCnt="7"/>
      <dgm:spPr/>
    </dgm:pt>
    <dgm:pt modelId="{CA404C98-7E00-45A4-A906-188E6F4D53B0}" type="pres">
      <dgm:prSet presAssocID="{CEE07A3C-9646-4EBE-B59B-0AF252324CE6}"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Table"/>
        </a:ext>
      </dgm:extLst>
    </dgm:pt>
    <dgm:pt modelId="{67BC4CD9-9D7A-484C-9103-8C1557E3BD23}" type="pres">
      <dgm:prSet presAssocID="{CEE07A3C-9646-4EBE-B59B-0AF252324CE6}" presName="spaceRect" presStyleCnt="0"/>
      <dgm:spPr/>
    </dgm:pt>
    <dgm:pt modelId="{F6958EF9-7D97-40F5-9973-BB01CBA1A1E4}" type="pres">
      <dgm:prSet presAssocID="{CEE07A3C-9646-4EBE-B59B-0AF252324CE6}" presName="parTx" presStyleLbl="revTx" presStyleIdx="4" presStyleCnt="7">
        <dgm:presLayoutVars>
          <dgm:chMax val="0"/>
          <dgm:chPref val="0"/>
        </dgm:presLayoutVars>
      </dgm:prSet>
      <dgm:spPr/>
    </dgm:pt>
    <dgm:pt modelId="{AA1768E8-E014-4DA5-A5AC-050D9F79B174}" type="pres">
      <dgm:prSet presAssocID="{582C99DF-DD7E-4886-AAEB-E80D9B1630F8}" presName="sibTrans" presStyleCnt="0"/>
      <dgm:spPr/>
    </dgm:pt>
    <dgm:pt modelId="{16CFF08D-FABF-461A-AD48-AE1EB98FBEBA}" type="pres">
      <dgm:prSet presAssocID="{7ABB1BDC-7DF6-4165-AA50-34D01D06D934}" presName="compNode" presStyleCnt="0"/>
      <dgm:spPr/>
    </dgm:pt>
    <dgm:pt modelId="{E71B19C6-6458-41DE-82D8-AB8F3A9B9884}" type="pres">
      <dgm:prSet presAssocID="{7ABB1BDC-7DF6-4165-AA50-34D01D06D934}" presName="bgRect" presStyleLbl="bgShp" presStyleIdx="5" presStyleCnt="7"/>
      <dgm:spPr/>
    </dgm:pt>
    <dgm:pt modelId="{7E1CDA65-3882-4E0C-BA17-6C88E1187E5A}" type="pres">
      <dgm:prSet presAssocID="{7ABB1BDC-7DF6-4165-AA50-34D01D06D934}"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Forbidden"/>
        </a:ext>
      </dgm:extLst>
    </dgm:pt>
    <dgm:pt modelId="{E9B5EAF3-DD49-488F-A6B0-014ED53A2CAC}" type="pres">
      <dgm:prSet presAssocID="{7ABB1BDC-7DF6-4165-AA50-34D01D06D934}" presName="spaceRect" presStyleCnt="0"/>
      <dgm:spPr/>
    </dgm:pt>
    <dgm:pt modelId="{2D097E40-6A0C-4933-9C72-A4050D030C2E}" type="pres">
      <dgm:prSet presAssocID="{7ABB1BDC-7DF6-4165-AA50-34D01D06D934}" presName="parTx" presStyleLbl="revTx" presStyleIdx="5" presStyleCnt="7">
        <dgm:presLayoutVars>
          <dgm:chMax val="0"/>
          <dgm:chPref val="0"/>
        </dgm:presLayoutVars>
      </dgm:prSet>
      <dgm:spPr/>
    </dgm:pt>
    <dgm:pt modelId="{BF75C2D3-D2B6-4FCB-9CD5-15E263CA110B}" type="pres">
      <dgm:prSet presAssocID="{A3020BE6-834D-4E11-BAD7-2200A2F70EBD}" presName="sibTrans" presStyleCnt="0"/>
      <dgm:spPr/>
    </dgm:pt>
    <dgm:pt modelId="{179333EA-AF74-4D36-9FA7-223F3E6284D9}" type="pres">
      <dgm:prSet presAssocID="{2C99C386-3B81-4431-8B9B-A5E7BE42DA38}" presName="compNode" presStyleCnt="0"/>
      <dgm:spPr/>
    </dgm:pt>
    <dgm:pt modelId="{D913E825-8584-47D4-9B85-FAE691BBEEE1}" type="pres">
      <dgm:prSet presAssocID="{2C99C386-3B81-4431-8B9B-A5E7BE42DA38}" presName="bgRect" presStyleLbl="bgShp" presStyleIdx="6" presStyleCnt="7"/>
      <dgm:spPr/>
    </dgm:pt>
    <dgm:pt modelId="{505D1374-C15B-49F0-B66B-C4F1C5F69D01}" type="pres">
      <dgm:prSet presAssocID="{2C99C386-3B81-4431-8B9B-A5E7BE42DA38}"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a:noFill/>
        </a:ln>
      </dgm:spPr>
      <dgm:extLst>
        <a:ext uri="{E40237B7-FDA0-4F09-8148-C483321AD2D9}">
          <dgm14:cNvPr xmlns:dgm14="http://schemas.microsoft.com/office/drawing/2010/diagram" id="0" name="" descr="Silo"/>
        </a:ext>
      </dgm:extLst>
    </dgm:pt>
    <dgm:pt modelId="{CF708618-7C18-4DCB-B4D4-1A48A336C4C9}" type="pres">
      <dgm:prSet presAssocID="{2C99C386-3B81-4431-8B9B-A5E7BE42DA38}" presName="spaceRect" presStyleCnt="0"/>
      <dgm:spPr/>
    </dgm:pt>
    <dgm:pt modelId="{63C41633-1AB2-4C23-A033-61228D4CC5CC}" type="pres">
      <dgm:prSet presAssocID="{2C99C386-3B81-4431-8B9B-A5E7BE42DA38}" presName="parTx" presStyleLbl="revTx" presStyleIdx="6" presStyleCnt="7">
        <dgm:presLayoutVars>
          <dgm:chMax val="0"/>
          <dgm:chPref val="0"/>
        </dgm:presLayoutVars>
      </dgm:prSet>
      <dgm:spPr/>
    </dgm:pt>
  </dgm:ptLst>
  <dgm:cxnLst>
    <dgm:cxn modelId="{46B0ED23-542E-4640-A6B2-400391AA625C}" type="presOf" srcId="{A9070E29-EC24-4B7C-9C7D-3BC79B4DB504}" destId="{619FD5B4-7AC5-4B02-BB8A-A5FF993EEF6F}" srcOrd="0" destOrd="0" presId="urn:microsoft.com/office/officeart/2018/2/layout/IconVerticalSolidList"/>
    <dgm:cxn modelId="{4641CC29-D924-47EA-A9E9-0B846F4A45B1}" srcId="{4E577B52-1CBE-4AE5-9DF6-A685BE21D4A2}" destId="{0EEC8C2B-97A3-4B08-BF9A-6732229D2EF5}" srcOrd="2" destOrd="0" parTransId="{277BC23D-A3ED-4630-8457-2C4E2C329FD2}" sibTransId="{4D47DAAE-45CB-4A75-A52C-9BC6A4362049}"/>
    <dgm:cxn modelId="{A36EFC33-DB54-4772-A79E-2D2B4E2C7710}" srcId="{4E577B52-1CBE-4AE5-9DF6-A685BE21D4A2}" destId="{5B18BC00-DCB6-45AC-B0D0-0BCA6549A002}" srcOrd="3" destOrd="0" parTransId="{A0B6CA18-EE6D-42D6-A094-D66B87240EB1}" sibTransId="{C146AFF5-E9CA-4B8E-8ED4-38FCEEFBAF7A}"/>
    <dgm:cxn modelId="{2D0AC73F-FD68-4090-8DC2-770F8C2A95E3}" srcId="{4E577B52-1CBE-4AE5-9DF6-A685BE21D4A2}" destId="{2C99C386-3B81-4431-8B9B-A5E7BE42DA38}" srcOrd="6" destOrd="0" parTransId="{599063BB-DB95-44CE-90C4-451EB4AAD9DA}" sibTransId="{A4DF828F-2919-48D1-9934-2B48B9ADD868}"/>
    <dgm:cxn modelId="{6D86385F-438E-4990-9D75-8D5CC8716604}" type="presOf" srcId="{CEE07A3C-9646-4EBE-B59B-0AF252324CE6}" destId="{F6958EF9-7D97-40F5-9973-BB01CBA1A1E4}" srcOrd="0" destOrd="0" presId="urn:microsoft.com/office/officeart/2018/2/layout/IconVerticalSolidList"/>
    <dgm:cxn modelId="{A3078FA0-AC6F-4448-A4D9-A9CF76DBB9AF}" srcId="{4E577B52-1CBE-4AE5-9DF6-A685BE21D4A2}" destId="{CD70136F-D2E0-4BA9-805B-8751ECC7FA9B}" srcOrd="1" destOrd="0" parTransId="{97781FD6-F21C-4216-9686-73EF0CEE45D3}" sibTransId="{37A77ECF-3C53-4B08-B1AF-FF9AF1C281C5}"/>
    <dgm:cxn modelId="{69992EA4-F966-47A0-AF06-23819A140A1C}" type="presOf" srcId="{5B18BC00-DCB6-45AC-B0D0-0BCA6549A002}" destId="{9DD1AB88-E44C-4FEE-885D-88293494F078}" srcOrd="0" destOrd="0" presId="urn:microsoft.com/office/officeart/2018/2/layout/IconVerticalSolidList"/>
    <dgm:cxn modelId="{9E2FCAAA-C14E-4F02-A732-CF1C1EF56B73}" type="presOf" srcId="{CD70136F-D2E0-4BA9-805B-8751ECC7FA9B}" destId="{8A3B08DA-16BE-47F5-8E70-8976590FAAF8}" srcOrd="0" destOrd="0" presId="urn:microsoft.com/office/officeart/2018/2/layout/IconVerticalSolidList"/>
    <dgm:cxn modelId="{54F00EB7-A6F4-4AF5-B705-56BE8D3E821C}" srcId="{4E577B52-1CBE-4AE5-9DF6-A685BE21D4A2}" destId="{7ABB1BDC-7DF6-4165-AA50-34D01D06D934}" srcOrd="5" destOrd="0" parTransId="{73C826CB-DF7D-4C02-A94E-484BFA587C3B}" sibTransId="{A3020BE6-834D-4E11-BAD7-2200A2F70EBD}"/>
    <dgm:cxn modelId="{343D79C9-5E3D-4450-9C4A-004C9A12CA40}" srcId="{4E577B52-1CBE-4AE5-9DF6-A685BE21D4A2}" destId="{A9070E29-EC24-4B7C-9C7D-3BC79B4DB504}" srcOrd="0" destOrd="0" parTransId="{F553E543-7484-4F27-A9A7-A3A483F6E788}" sibTransId="{C4C5CED5-F334-45CE-ABB0-312A537FCE6A}"/>
    <dgm:cxn modelId="{E60622E5-C0BE-43F6-B6AC-5B922FF4A4E9}" type="presOf" srcId="{7ABB1BDC-7DF6-4165-AA50-34D01D06D934}" destId="{2D097E40-6A0C-4933-9C72-A4050D030C2E}" srcOrd="0" destOrd="0" presId="urn:microsoft.com/office/officeart/2018/2/layout/IconVerticalSolidList"/>
    <dgm:cxn modelId="{6D6797E5-23B8-4AE7-8862-E313E14EE12B}" srcId="{4E577B52-1CBE-4AE5-9DF6-A685BE21D4A2}" destId="{CEE07A3C-9646-4EBE-B59B-0AF252324CE6}" srcOrd="4" destOrd="0" parTransId="{FB0549F8-969B-4949-B118-9BE42B3ADBB3}" sibTransId="{582C99DF-DD7E-4886-AAEB-E80D9B1630F8}"/>
    <dgm:cxn modelId="{2C49E2E6-EFD0-44D2-AB11-2E82954C4720}" type="presOf" srcId="{4E577B52-1CBE-4AE5-9DF6-A685BE21D4A2}" destId="{04F0CDD9-2AFD-4FEF-A636-F7409ABA5F99}" srcOrd="0" destOrd="0" presId="urn:microsoft.com/office/officeart/2018/2/layout/IconVerticalSolidList"/>
    <dgm:cxn modelId="{69449BF4-B448-4C68-BD5F-C26F194BA3A9}" type="presOf" srcId="{2C99C386-3B81-4431-8B9B-A5E7BE42DA38}" destId="{63C41633-1AB2-4C23-A033-61228D4CC5CC}" srcOrd="0" destOrd="0" presId="urn:microsoft.com/office/officeart/2018/2/layout/IconVerticalSolidList"/>
    <dgm:cxn modelId="{0602CEFC-BFEC-425B-8114-60BC7A6B28AD}" type="presOf" srcId="{0EEC8C2B-97A3-4B08-BF9A-6732229D2EF5}" destId="{F65026E4-A34D-4EE4-911B-C78154002973}" srcOrd="0" destOrd="0" presId="urn:microsoft.com/office/officeart/2018/2/layout/IconVerticalSolidList"/>
    <dgm:cxn modelId="{64B3E715-8DF5-42E6-8219-A18F8A42B685}" type="presParOf" srcId="{04F0CDD9-2AFD-4FEF-A636-F7409ABA5F99}" destId="{955990A3-8C58-459B-B600-CE9754B0CCBC}" srcOrd="0" destOrd="0" presId="urn:microsoft.com/office/officeart/2018/2/layout/IconVerticalSolidList"/>
    <dgm:cxn modelId="{520CE190-F042-402C-85C7-A51889EF6606}" type="presParOf" srcId="{955990A3-8C58-459B-B600-CE9754B0CCBC}" destId="{CB2A3451-07A0-44C5-919B-04E0B2166E5E}" srcOrd="0" destOrd="0" presId="urn:microsoft.com/office/officeart/2018/2/layout/IconVerticalSolidList"/>
    <dgm:cxn modelId="{8400E798-F872-457D-BDE7-A2BEC004A22D}" type="presParOf" srcId="{955990A3-8C58-459B-B600-CE9754B0CCBC}" destId="{3A37C645-57B2-4857-9617-38DDC9A0C1B4}" srcOrd="1" destOrd="0" presId="urn:microsoft.com/office/officeart/2018/2/layout/IconVerticalSolidList"/>
    <dgm:cxn modelId="{A477E8C7-1807-4197-8F07-6C335ED0B1BD}" type="presParOf" srcId="{955990A3-8C58-459B-B600-CE9754B0CCBC}" destId="{96BAC62C-8940-41E1-9142-17A435D738B0}" srcOrd="2" destOrd="0" presId="urn:microsoft.com/office/officeart/2018/2/layout/IconVerticalSolidList"/>
    <dgm:cxn modelId="{0F0E5BEF-D0C1-485A-9AF4-5A1FEC428ECC}" type="presParOf" srcId="{955990A3-8C58-459B-B600-CE9754B0CCBC}" destId="{619FD5B4-7AC5-4B02-BB8A-A5FF993EEF6F}" srcOrd="3" destOrd="0" presId="urn:microsoft.com/office/officeart/2018/2/layout/IconVerticalSolidList"/>
    <dgm:cxn modelId="{5955F326-F7D4-4FF3-847B-42A18718B122}" type="presParOf" srcId="{04F0CDD9-2AFD-4FEF-A636-F7409ABA5F99}" destId="{8914DB13-077C-4214-A304-8AE684E22C84}" srcOrd="1" destOrd="0" presId="urn:microsoft.com/office/officeart/2018/2/layout/IconVerticalSolidList"/>
    <dgm:cxn modelId="{B8F39971-9515-4EED-8E27-76AF8B1B2373}" type="presParOf" srcId="{04F0CDD9-2AFD-4FEF-A636-F7409ABA5F99}" destId="{B98EF31A-5856-4488-8C2B-894414A06066}" srcOrd="2" destOrd="0" presId="urn:microsoft.com/office/officeart/2018/2/layout/IconVerticalSolidList"/>
    <dgm:cxn modelId="{921D509A-92C5-46A3-A2A7-6D9FF11F491C}" type="presParOf" srcId="{B98EF31A-5856-4488-8C2B-894414A06066}" destId="{0E309F52-9846-4609-B5A5-6D6952E541EE}" srcOrd="0" destOrd="0" presId="urn:microsoft.com/office/officeart/2018/2/layout/IconVerticalSolidList"/>
    <dgm:cxn modelId="{122FBD82-D1A2-4481-93BA-71C3DC8549D4}" type="presParOf" srcId="{B98EF31A-5856-4488-8C2B-894414A06066}" destId="{417C4BCD-3EE5-42ED-9153-F8DF54E5F451}" srcOrd="1" destOrd="0" presId="urn:microsoft.com/office/officeart/2018/2/layout/IconVerticalSolidList"/>
    <dgm:cxn modelId="{0858383E-09CB-40CB-A4A5-F2C3EF42081B}" type="presParOf" srcId="{B98EF31A-5856-4488-8C2B-894414A06066}" destId="{1B209D5C-C504-4839-A596-2A909631833F}" srcOrd="2" destOrd="0" presId="urn:microsoft.com/office/officeart/2018/2/layout/IconVerticalSolidList"/>
    <dgm:cxn modelId="{9EAD675D-731E-4E53-A09E-EF52AC407776}" type="presParOf" srcId="{B98EF31A-5856-4488-8C2B-894414A06066}" destId="{8A3B08DA-16BE-47F5-8E70-8976590FAAF8}" srcOrd="3" destOrd="0" presId="urn:microsoft.com/office/officeart/2018/2/layout/IconVerticalSolidList"/>
    <dgm:cxn modelId="{7EB2B0CA-A72E-4780-B89C-AD019D1B88DB}" type="presParOf" srcId="{04F0CDD9-2AFD-4FEF-A636-F7409ABA5F99}" destId="{CA1483A2-C23D-443B-A641-D2AC11020764}" srcOrd="3" destOrd="0" presId="urn:microsoft.com/office/officeart/2018/2/layout/IconVerticalSolidList"/>
    <dgm:cxn modelId="{8CB70F55-14AC-4F10-84F4-511B32FF1613}" type="presParOf" srcId="{04F0CDD9-2AFD-4FEF-A636-F7409ABA5F99}" destId="{138BAD60-CA7E-48D8-89BB-8993E543613C}" srcOrd="4" destOrd="0" presId="urn:microsoft.com/office/officeart/2018/2/layout/IconVerticalSolidList"/>
    <dgm:cxn modelId="{15A57D21-5107-4101-93E5-CC9962CDF77B}" type="presParOf" srcId="{138BAD60-CA7E-48D8-89BB-8993E543613C}" destId="{51DE7C03-7718-4D79-BB4D-7814426A305A}" srcOrd="0" destOrd="0" presId="urn:microsoft.com/office/officeart/2018/2/layout/IconVerticalSolidList"/>
    <dgm:cxn modelId="{D6C38C3E-46E2-404E-BD1F-1781009365CF}" type="presParOf" srcId="{138BAD60-CA7E-48D8-89BB-8993E543613C}" destId="{EAAE31AC-1AB1-4B51-8C7E-3A39F65B38D3}" srcOrd="1" destOrd="0" presId="urn:microsoft.com/office/officeart/2018/2/layout/IconVerticalSolidList"/>
    <dgm:cxn modelId="{38F0C83A-6D2B-4199-95D2-26DB87016BBF}" type="presParOf" srcId="{138BAD60-CA7E-48D8-89BB-8993E543613C}" destId="{461213C9-A9D3-43BA-A4E1-98B59DD01159}" srcOrd="2" destOrd="0" presId="urn:microsoft.com/office/officeart/2018/2/layout/IconVerticalSolidList"/>
    <dgm:cxn modelId="{BAF62424-E210-4CF2-98EB-ED1AFE4032EE}" type="presParOf" srcId="{138BAD60-CA7E-48D8-89BB-8993E543613C}" destId="{F65026E4-A34D-4EE4-911B-C78154002973}" srcOrd="3" destOrd="0" presId="urn:microsoft.com/office/officeart/2018/2/layout/IconVerticalSolidList"/>
    <dgm:cxn modelId="{B69B4EFB-D7C5-47BD-9CEF-30C7B3BDD46C}" type="presParOf" srcId="{04F0CDD9-2AFD-4FEF-A636-F7409ABA5F99}" destId="{B1E0A792-44E5-49D3-BD5E-959707A14FE3}" srcOrd="5" destOrd="0" presId="urn:microsoft.com/office/officeart/2018/2/layout/IconVerticalSolidList"/>
    <dgm:cxn modelId="{F11A5B45-B3EC-4D58-8A46-30CEAD5D8A90}" type="presParOf" srcId="{04F0CDD9-2AFD-4FEF-A636-F7409ABA5F99}" destId="{737D80CC-763F-48FF-9247-1F41BA023A99}" srcOrd="6" destOrd="0" presId="urn:microsoft.com/office/officeart/2018/2/layout/IconVerticalSolidList"/>
    <dgm:cxn modelId="{FBA39814-FF47-4F1C-9CA5-302D826C76C8}" type="presParOf" srcId="{737D80CC-763F-48FF-9247-1F41BA023A99}" destId="{9800CF81-885E-4A82-9D31-ABCC372E0395}" srcOrd="0" destOrd="0" presId="urn:microsoft.com/office/officeart/2018/2/layout/IconVerticalSolidList"/>
    <dgm:cxn modelId="{2BA5C682-D9B1-4C87-A3A6-32188B037014}" type="presParOf" srcId="{737D80CC-763F-48FF-9247-1F41BA023A99}" destId="{9E753DFD-9882-458D-942D-864BCC884BD0}" srcOrd="1" destOrd="0" presId="urn:microsoft.com/office/officeart/2018/2/layout/IconVerticalSolidList"/>
    <dgm:cxn modelId="{7183D803-88FE-422D-83BB-05FDB90E26D4}" type="presParOf" srcId="{737D80CC-763F-48FF-9247-1F41BA023A99}" destId="{B5FC2B2D-940F-462A-A39D-BCF38650F953}" srcOrd="2" destOrd="0" presId="urn:microsoft.com/office/officeart/2018/2/layout/IconVerticalSolidList"/>
    <dgm:cxn modelId="{94659378-B1E1-4A71-AFA8-34494CC7978F}" type="presParOf" srcId="{737D80CC-763F-48FF-9247-1F41BA023A99}" destId="{9DD1AB88-E44C-4FEE-885D-88293494F078}" srcOrd="3" destOrd="0" presId="urn:microsoft.com/office/officeart/2018/2/layout/IconVerticalSolidList"/>
    <dgm:cxn modelId="{13DD505F-113C-40F3-8125-5CBE321A04F0}" type="presParOf" srcId="{04F0CDD9-2AFD-4FEF-A636-F7409ABA5F99}" destId="{991AF93F-5D2F-4154-B572-65C817813C3C}" srcOrd="7" destOrd="0" presId="urn:microsoft.com/office/officeart/2018/2/layout/IconVerticalSolidList"/>
    <dgm:cxn modelId="{9F77F622-352E-4431-926D-0C34CEE125FB}" type="presParOf" srcId="{04F0CDD9-2AFD-4FEF-A636-F7409ABA5F99}" destId="{05C07B0C-7F77-4759-80DE-335577B9C585}" srcOrd="8" destOrd="0" presId="urn:microsoft.com/office/officeart/2018/2/layout/IconVerticalSolidList"/>
    <dgm:cxn modelId="{321C4F6E-58E4-4140-B318-BB5AC8D533A5}" type="presParOf" srcId="{05C07B0C-7F77-4759-80DE-335577B9C585}" destId="{DBFA3A71-D58C-4E3E-AD36-86C9611EBEF9}" srcOrd="0" destOrd="0" presId="urn:microsoft.com/office/officeart/2018/2/layout/IconVerticalSolidList"/>
    <dgm:cxn modelId="{8B9764E7-6D89-47B9-8A86-4259355C771C}" type="presParOf" srcId="{05C07B0C-7F77-4759-80DE-335577B9C585}" destId="{CA404C98-7E00-45A4-A906-188E6F4D53B0}" srcOrd="1" destOrd="0" presId="urn:microsoft.com/office/officeart/2018/2/layout/IconVerticalSolidList"/>
    <dgm:cxn modelId="{EB761D25-91EA-491E-9BB9-9F89A327BB2E}" type="presParOf" srcId="{05C07B0C-7F77-4759-80DE-335577B9C585}" destId="{67BC4CD9-9D7A-484C-9103-8C1557E3BD23}" srcOrd="2" destOrd="0" presId="urn:microsoft.com/office/officeart/2018/2/layout/IconVerticalSolidList"/>
    <dgm:cxn modelId="{DBFA8B94-2DB0-4C15-BD17-99033057D860}" type="presParOf" srcId="{05C07B0C-7F77-4759-80DE-335577B9C585}" destId="{F6958EF9-7D97-40F5-9973-BB01CBA1A1E4}" srcOrd="3" destOrd="0" presId="urn:microsoft.com/office/officeart/2018/2/layout/IconVerticalSolidList"/>
    <dgm:cxn modelId="{B2E73B1D-9C93-4FB4-A91A-19D0D15B3592}" type="presParOf" srcId="{04F0CDD9-2AFD-4FEF-A636-F7409ABA5F99}" destId="{AA1768E8-E014-4DA5-A5AC-050D9F79B174}" srcOrd="9" destOrd="0" presId="urn:microsoft.com/office/officeart/2018/2/layout/IconVerticalSolidList"/>
    <dgm:cxn modelId="{62FF4913-010E-4E2F-8F96-53B9954A2462}" type="presParOf" srcId="{04F0CDD9-2AFD-4FEF-A636-F7409ABA5F99}" destId="{16CFF08D-FABF-461A-AD48-AE1EB98FBEBA}" srcOrd="10" destOrd="0" presId="urn:microsoft.com/office/officeart/2018/2/layout/IconVerticalSolidList"/>
    <dgm:cxn modelId="{E0230FBE-1242-4B62-920C-923491E283FF}" type="presParOf" srcId="{16CFF08D-FABF-461A-AD48-AE1EB98FBEBA}" destId="{E71B19C6-6458-41DE-82D8-AB8F3A9B9884}" srcOrd="0" destOrd="0" presId="urn:microsoft.com/office/officeart/2018/2/layout/IconVerticalSolidList"/>
    <dgm:cxn modelId="{ABA2720D-7765-4787-B95F-AF2AD3BDF611}" type="presParOf" srcId="{16CFF08D-FABF-461A-AD48-AE1EB98FBEBA}" destId="{7E1CDA65-3882-4E0C-BA17-6C88E1187E5A}" srcOrd="1" destOrd="0" presId="urn:microsoft.com/office/officeart/2018/2/layout/IconVerticalSolidList"/>
    <dgm:cxn modelId="{10D26507-63F3-42AC-BFBE-FE518DFEBE34}" type="presParOf" srcId="{16CFF08D-FABF-461A-AD48-AE1EB98FBEBA}" destId="{E9B5EAF3-DD49-488F-A6B0-014ED53A2CAC}" srcOrd="2" destOrd="0" presId="urn:microsoft.com/office/officeart/2018/2/layout/IconVerticalSolidList"/>
    <dgm:cxn modelId="{505B5EDE-48F1-41A4-B19E-D6D16B776915}" type="presParOf" srcId="{16CFF08D-FABF-461A-AD48-AE1EB98FBEBA}" destId="{2D097E40-6A0C-4933-9C72-A4050D030C2E}" srcOrd="3" destOrd="0" presId="urn:microsoft.com/office/officeart/2018/2/layout/IconVerticalSolidList"/>
    <dgm:cxn modelId="{EEB1BD07-CC6B-409C-AE14-E5090448FEE9}" type="presParOf" srcId="{04F0CDD9-2AFD-4FEF-A636-F7409ABA5F99}" destId="{BF75C2D3-D2B6-4FCB-9CD5-15E263CA110B}" srcOrd="11" destOrd="0" presId="urn:microsoft.com/office/officeart/2018/2/layout/IconVerticalSolidList"/>
    <dgm:cxn modelId="{9B237328-EC80-490F-946D-2A446E14B11E}" type="presParOf" srcId="{04F0CDD9-2AFD-4FEF-A636-F7409ABA5F99}" destId="{179333EA-AF74-4D36-9FA7-223F3E6284D9}" srcOrd="12" destOrd="0" presId="urn:microsoft.com/office/officeart/2018/2/layout/IconVerticalSolidList"/>
    <dgm:cxn modelId="{D352D5BD-27C4-4E3B-A665-0B8C3E9A9A7F}" type="presParOf" srcId="{179333EA-AF74-4D36-9FA7-223F3E6284D9}" destId="{D913E825-8584-47D4-9B85-FAE691BBEEE1}" srcOrd="0" destOrd="0" presId="urn:microsoft.com/office/officeart/2018/2/layout/IconVerticalSolidList"/>
    <dgm:cxn modelId="{1FE6A52A-EFF2-4B75-B73C-6A08FE46C727}" type="presParOf" srcId="{179333EA-AF74-4D36-9FA7-223F3E6284D9}" destId="{505D1374-C15B-49F0-B66B-C4F1C5F69D01}" srcOrd="1" destOrd="0" presId="urn:microsoft.com/office/officeart/2018/2/layout/IconVerticalSolidList"/>
    <dgm:cxn modelId="{A4D63510-46FD-4DEB-9BF4-BD74320DE9AF}" type="presParOf" srcId="{179333EA-AF74-4D36-9FA7-223F3E6284D9}" destId="{CF708618-7C18-4DCB-B4D4-1A48A336C4C9}" srcOrd="2" destOrd="0" presId="urn:microsoft.com/office/officeart/2018/2/layout/IconVerticalSolidList"/>
    <dgm:cxn modelId="{DA91CA74-8048-42A8-B331-C1AC3F4E5CEA}" type="presParOf" srcId="{179333EA-AF74-4D36-9FA7-223F3E6284D9}" destId="{63C41633-1AB2-4C23-A033-61228D4CC5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A3451-07A0-44C5-919B-04E0B2166E5E}">
      <dsp:nvSpPr>
        <dsp:cNvPr id="0" name=""/>
        <dsp:cNvSpPr/>
      </dsp:nvSpPr>
      <dsp:spPr>
        <a:xfrm>
          <a:off x="0" y="443"/>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7C645-57B2-4857-9617-38DDC9A0C1B4}">
      <dsp:nvSpPr>
        <dsp:cNvPr id="0" name=""/>
        <dsp:cNvSpPr/>
      </dsp:nvSpPr>
      <dsp:spPr>
        <a:xfrm>
          <a:off x="184626" y="137769"/>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FD5B4-7AC5-4B02-BB8A-A5FF993EEF6F}">
      <dsp:nvSpPr>
        <dsp:cNvPr id="0" name=""/>
        <dsp:cNvSpPr/>
      </dsp:nvSpPr>
      <dsp:spPr>
        <a:xfrm>
          <a:off x="704938" y="443"/>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Sets up an Express server and configures EJS, sessions, flash messages, form handling, static files, and image uploads.</a:t>
          </a:r>
          <a:endParaRPr lang="en-US" sz="1400" kern="1200" dirty="0"/>
        </a:p>
      </dsp:txBody>
      <dsp:txXfrm>
        <a:off x="704938" y="443"/>
        <a:ext cx="5415306" cy="610336"/>
      </dsp:txXfrm>
    </dsp:sp>
    <dsp:sp modelId="{0E309F52-9846-4609-B5A5-6D6952E541EE}">
      <dsp:nvSpPr>
        <dsp:cNvPr id="0" name=""/>
        <dsp:cNvSpPr/>
      </dsp:nvSpPr>
      <dsp:spPr>
        <a:xfrm>
          <a:off x="0" y="763363"/>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C4BCD-3EE5-42ED-9153-F8DF54E5F451}">
      <dsp:nvSpPr>
        <dsp:cNvPr id="0" name=""/>
        <dsp:cNvSpPr/>
      </dsp:nvSpPr>
      <dsp:spPr>
        <a:xfrm>
          <a:off x="184626" y="900689"/>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3B08DA-16BE-47F5-8E70-8976590FAAF8}">
      <dsp:nvSpPr>
        <dsp:cNvPr id="0" name=""/>
        <dsp:cNvSpPr/>
      </dsp:nvSpPr>
      <dsp:spPr>
        <a:xfrm>
          <a:off x="704938" y="763363"/>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Connects to the MySQL petcare database and hashes passwords with SHA-256.</a:t>
          </a:r>
          <a:endParaRPr lang="en-US" sz="1400" kern="1200"/>
        </a:p>
      </dsp:txBody>
      <dsp:txXfrm>
        <a:off x="704938" y="763363"/>
        <a:ext cx="5415306" cy="610336"/>
      </dsp:txXfrm>
    </dsp:sp>
    <dsp:sp modelId="{51DE7C03-7718-4D79-BB4D-7814426A305A}">
      <dsp:nvSpPr>
        <dsp:cNvPr id="0" name=""/>
        <dsp:cNvSpPr/>
      </dsp:nvSpPr>
      <dsp:spPr>
        <a:xfrm>
          <a:off x="0" y="1526284"/>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AE31AC-1AB1-4B51-8C7E-3A39F65B38D3}">
      <dsp:nvSpPr>
        <dsp:cNvPr id="0" name=""/>
        <dsp:cNvSpPr/>
      </dsp:nvSpPr>
      <dsp:spPr>
        <a:xfrm>
          <a:off x="184626" y="166361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5026E4-A34D-4EE4-911B-C78154002973}">
      <dsp:nvSpPr>
        <dsp:cNvPr id="0" name=""/>
        <dsp:cNvSpPr/>
      </dsp:nvSpPr>
      <dsp:spPr>
        <a:xfrm>
          <a:off x="704938" y="1526284"/>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Handles routes for authentication, admin user management, pet management, and journal actions.</a:t>
          </a:r>
          <a:endParaRPr lang="en-US" sz="1400" kern="1200" dirty="0"/>
        </a:p>
      </dsp:txBody>
      <dsp:txXfrm>
        <a:off x="704938" y="1526284"/>
        <a:ext cx="5415306" cy="610336"/>
      </dsp:txXfrm>
    </dsp:sp>
    <dsp:sp modelId="{9800CF81-885E-4A82-9D31-ABCC372E0395}">
      <dsp:nvSpPr>
        <dsp:cNvPr id="0" name=""/>
        <dsp:cNvSpPr/>
      </dsp:nvSpPr>
      <dsp:spPr>
        <a:xfrm>
          <a:off x="0" y="2289204"/>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53DFD-9882-458D-942D-864BCC884BD0}">
      <dsp:nvSpPr>
        <dsp:cNvPr id="0" name=""/>
        <dsp:cNvSpPr/>
      </dsp:nvSpPr>
      <dsp:spPr>
        <a:xfrm>
          <a:off x="184626" y="242653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D1AB88-E44C-4FEE-885D-88293494F078}">
      <dsp:nvSpPr>
        <dsp:cNvPr id="0" name=""/>
        <dsp:cNvSpPr/>
      </dsp:nvSpPr>
      <dsp:spPr>
        <a:xfrm>
          <a:off x="704938" y="2289204"/>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Runs SQL queries to create, retrieve, update, and delete user, pet, and journal data.</a:t>
          </a:r>
          <a:endParaRPr lang="en-US" sz="1400" kern="1200"/>
        </a:p>
      </dsp:txBody>
      <dsp:txXfrm>
        <a:off x="704938" y="2289204"/>
        <a:ext cx="5415306" cy="610336"/>
      </dsp:txXfrm>
    </dsp:sp>
    <dsp:sp modelId="{DBFA3A71-D58C-4E3E-AD36-86C9611EBEF9}">
      <dsp:nvSpPr>
        <dsp:cNvPr id="0" name=""/>
        <dsp:cNvSpPr/>
      </dsp:nvSpPr>
      <dsp:spPr>
        <a:xfrm>
          <a:off x="0" y="3052125"/>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04C98-7E00-45A4-A906-188E6F4D53B0}">
      <dsp:nvSpPr>
        <dsp:cNvPr id="0" name=""/>
        <dsp:cNvSpPr/>
      </dsp:nvSpPr>
      <dsp:spPr>
        <a:xfrm>
          <a:off x="184626" y="318945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958EF9-7D97-40F5-9973-BB01CBA1A1E4}">
      <dsp:nvSpPr>
        <dsp:cNvPr id="0" name=""/>
        <dsp:cNvSpPr/>
      </dsp:nvSpPr>
      <dsp:spPr>
        <a:xfrm>
          <a:off x="704938" y="3052125"/>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Renders EJS pages with relevant database results and session information.</a:t>
          </a:r>
          <a:endParaRPr lang="en-US" sz="1400" kern="1200"/>
        </a:p>
      </dsp:txBody>
      <dsp:txXfrm>
        <a:off x="704938" y="3052125"/>
        <a:ext cx="5415306" cy="610336"/>
      </dsp:txXfrm>
    </dsp:sp>
    <dsp:sp modelId="{E71B19C6-6458-41DE-82D8-AB8F3A9B9884}">
      <dsp:nvSpPr>
        <dsp:cNvPr id="0" name=""/>
        <dsp:cNvSpPr/>
      </dsp:nvSpPr>
      <dsp:spPr>
        <a:xfrm>
          <a:off x="0" y="3815045"/>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1CDA65-3882-4E0C-BA17-6C88E1187E5A}">
      <dsp:nvSpPr>
        <dsp:cNvPr id="0" name=""/>
        <dsp:cNvSpPr/>
      </dsp:nvSpPr>
      <dsp:spPr>
        <a:xfrm>
          <a:off x="184626" y="3952371"/>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097E40-6A0C-4933-9C72-A4050D030C2E}">
      <dsp:nvSpPr>
        <dsp:cNvPr id="0" name=""/>
        <dsp:cNvSpPr/>
      </dsp:nvSpPr>
      <dsp:spPr>
        <a:xfrm>
          <a:off x="704938" y="3815045"/>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Uses middleware to restrict access to selected routes.</a:t>
          </a:r>
          <a:endParaRPr lang="en-US" sz="1400" kern="1200"/>
        </a:p>
      </dsp:txBody>
      <dsp:txXfrm>
        <a:off x="704938" y="3815045"/>
        <a:ext cx="5415306" cy="610336"/>
      </dsp:txXfrm>
    </dsp:sp>
    <dsp:sp modelId="{D913E825-8584-47D4-9B85-FAE691BBEEE1}">
      <dsp:nvSpPr>
        <dsp:cNvPr id="0" name=""/>
        <dsp:cNvSpPr/>
      </dsp:nvSpPr>
      <dsp:spPr>
        <a:xfrm>
          <a:off x="0" y="4577966"/>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5D1374-C15B-49F0-B66B-C4F1C5F69D01}">
      <dsp:nvSpPr>
        <dsp:cNvPr id="0" name=""/>
        <dsp:cNvSpPr/>
      </dsp:nvSpPr>
      <dsp:spPr>
        <a:xfrm>
          <a:off x="184626" y="4715291"/>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C41633-1AB2-4C23-A033-61228D4CC5CC}">
      <dsp:nvSpPr>
        <dsp:cNvPr id="0" name=""/>
        <dsp:cNvSpPr/>
      </dsp:nvSpPr>
      <dsp:spPr>
        <a:xfrm>
          <a:off x="704938" y="4577966"/>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Starts the server on port 3000.</a:t>
          </a:r>
          <a:endParaRPr lang="en-US" sz="1400" kern="1200" dirty="0"/>
        </a:p>
      </dsp:txBody>
      <dsp:txXfrm>
        <a:off x="704938" y="4577966"/>
        <a:ext cx="5415306" cy="6103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971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4186C7-30C3-4A42-A4F6-6DFA6D4E686E}" type="slidenum">
              <a:rPr lang="en-SG" smtClean="0"/>
              <a:t>6</a:t>
            </a:fld>
            <a:endParaRPr lang="en-SG"/>
          </a:p>
        </p:txBody>
      </p:sp>
    </p:spTree>
    <p:extLst>
      <p:ext uri="{BB962C8B-B14F-4D97-AF65-F5344CB8AC3E}">
        <p14:creationId xmlns:p14="http://schemas.microsoft.com/office/powerpoint/2010/main" val="3682016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E7EF41-D5E5-46BF-9206-0EDF59036608}" type="slidenum">
              <a:rPr lang="en-SG" smtClean="0"/>
              <a:t>7</a:t>
            </a:fld>
            <a:endParaRPr lang="en-SG"/>
          </a:p>
        </p:txBody>
      </p:sp>
    </p:spTree>
    <p:extLst>
      <p:ext uri="{BB962C8B-B14F-4D97-AF65-F5344CB8AC3E}">
        <p14:creationId xmlns:p14="http://schemas.microsoft.com/office/powerpoint/2010/main" val="328383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E7EF41-D5E5-46BF-9206-0EDF59036608}" type="slidenum">
              <a:rPr lang="en-SG" smtClean="0"/>
              <a:t>8</a:t>
            </a:fld>
            <a:endParaRPr lang="en-SG"/>
          </a:p>
        </p:txBody>
      </p:sp>
    </p:spTree>
    <p:extLst>
      <p:ext uri="{BB962C8B-B14F-4D97-AF65-F5344CB8AC3E}">
        <p14:creationId xmlns:p14="http://schemas.microsoft.com/office/powerpoint/2010/main" val="985434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4186C7-30C3-4A42-A4F6-6DFA6D4E686E}" type="slidenum">
              <a:rPr lang="en-SG" smtClean="0"/>
              <a:t>9</a:t>
            </a:fld>
            <a:endParaRPr lang="en-SG"/>
          </a:p>
        </p:txBody>
      </p:sp>
    </p:spTree>
    <p:extLst>
      <p:ext uri="{BB962C8B-B14F-4D97-AF65-F5344CB8AC3E}">
        <p14:creationId xmlns:p14="http://schemas.microsoft.com/office/powerpoint/2010/main" val="2268436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E7EF41-D5E5-46BF-9206-0EDF59036608}" type="slidenum">
              <a:rPr lang="en-SG" smtClean="0"/>
              <a:t>11</a:t>
            </a:fld>
            <a:endParaRPr lang="en-SG"/>
          </a:p>
        </p:txBody>
      </p:sp>
    </p:spTree>
    <p:extLst>
      <p:ext uri="{BB962C8B-B14F-4D97-AF65-F5344CB8AC3E}">
        <p14:creationId xmlns:p14="http://schemas.microsoft.com/office/powerpoint/2010/main" val="550078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Seperating</a:t>
            </a:r>
            <a:r>
              <a:rPr lang="en-US" dirty="0"/>
              <a:t> over the responsibility of the codes. Maintaining over the maintainability, readability of the code is important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925379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a:buAutoNum type="arabicPeriod"/>
            </a:pPr>
            <a:r>
              <a:rPr lang="en-US" dirty="0"/>
              <a:t>For the connection of the Database which is the SQL database </a:t>
            </a:r>
          </a:p>
          <a:p>
            <a:pPr marL="228600" indent="-228600">
              <a:buAutoNum type="arabicPeriod"/>
            </a:pPr>
            <a:r>
              <a:rPr lang="en-US" dirty="0"/>
              <a:t>Routing of handling different route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 for example get </a:t>
            </a:r>
            <a:r>
              <a:rPr lang="en-US" dirty="0">
                <a:sym typeface="Wingdings" panose="05000000000000000000" pitchFamily="2" charset="2"/>
              </a:rPr>
              <a:t> is to handling retrieval of the route as well as the post  for submission or updating </a:t>
            </a:r>
            <a:br>
              <a:rPr lang="en-US" dirty="0">
                <a:sym typeface="Wingdings" panose="05000000000000000000" pitchFamily="2" charset="2"/>
              </a:rPr>
            </a:br>
            <a:r>
              <a:rPr lang="en-SG" dirty="0"/>
              <a:t>Files uploads</a:t>
            </a:r>
            <a:r>
              <a:rPr lang="en-SG" dirty="0">
                <a:sym typeface="Wingdings" panose="05000000000000000000" pitchFamily="2" charset="2"/>
              </a:rPr>
              <a:t> </a:t>
            </a:r>
            <a:r>
              <a:rPr lang="en-SG" dirty="0" err="1">
                <a:sym typeface="Wingdings" panose="05000000000000000000" pitchFamily="2" charset="2"/>
              </a:rPr>
              <a:t>multer</a:t>
            </a:r>
            <a:r>
              <a:rPr lang="en-SG" dirty="0">
                <a:sym typeface="Wingdings" panose="05000000000000000000" pitchFamily="2" charset="2"/>
              </a:rPr>
              <a:t> and save in public/images</a:t>
            </a:r>
            <a:endParaRPr lang="en-SG" dirty="0"/>
          </a:p>
          <a:p>
            <a:pPr marL="0" indent="0">
              <a:buNone/>
            </a:pPr>
            <a:endParaRPr lang="en-US" dirty="0">
              <a:sym typeface="Wingdings" panose="05000000000000000000" pitchFamily="2" charset="2"/>
            </a:endParaRPr>
          </a:p>
          <a:p>
            <a:pPr marL="0" indent="0">
              <a:buNone/>
            </a:pPr>
            <a:endParaRPr lang="en-US" dirty="0"/>
          </a:p>
          <a:p>
            <a:pPr marL="228600" indent="-228600">
              <a:buAutoNum type="arabicPeriod"/>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t>
            </a:r>
            <a:r>
              <a:rPr lang="en-US" dirty="0">
                <a:sym typeface="Wingdings" panose="05000000000000000000" pitchFamily="2" charset="2"/>
              </a:rPr>
              <a:t> retrieval and stores data </a:t>
            </a:r>
          </a:p>
          <a:p>
            <a:r>
              <a:rPr lang="en-US" dirty="0">
                <a:sym typeface="Wingdings" panose="05000000000000000000" pitchFamily="2" charset="2"/>
              </a:rPr>
              <a:t>Controller  handling or request </a:t>
            </a:r>
          </a:p>
          <a:p>
            <a:r>
              <a:rPr lang="en-US" dirty="0">
                <a:sym typeface="Wingdings" panose="05000000000000000000" pitchFamily="2" charset="2"/>
              </a:rPr>
              <a:t>View  display data </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53200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4886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a:buAutoNum type="arabicPeriod"/>
            </a:pPr>
            <a:r>
              <a:rPr lang="en-US" dirty="0"/>
              <a:t>GIVE A CLEAR </a:t>
            </a:r>
            <a:r>
              <a:rPr lang="en-US" dirty="0" err="1"/>
              <a:t>Iinstruction</a:t>
            </a:r>
            <a:r>
              <a:rPr lang="en-US" dirty="0"/>
              <a:t> </a:t>
            </a:r>
          </a:p>
          <a:p>
            <a:pPr marL="0" indent="0">
              <a:buNone/>
            </a:pPr>
            <a:r>
              <a:rPr lang="en-US" dirty="0"/>
              <a:t>= give a clear instruction and persona so that hey know what Is our main goal for each prompting </a:t>
            </a:r>
          </a:p>
          <a:p>
            <a:pPr marL="0" indent="0">
              <a:buNone/>
            </a:pPr>
            <a:r>
              <a:rPr lang="en-US" dirty="0"/>
              <a:t>2. Planning function </a:t>
            </a:r>
          </a:p>
          <a:p>
            <a:pPr marL="0" indent="0">
              <a:buNone/>
            </a:pPr>
            <a:r>
              <a:rPr lang="en-US" dirty="0"/>
              <a:t>= this function help out for the AI to know the whole main goal that we are trying to achieve </a:t>
            </a:r>
          </a:p>
          <a:p>
            <a:pPr marL="0" indent="0">
              <a:buNone/>
            </a:pPr>
            <a:r>
              <a:rPr lang="en-US" dirty="0"/>
              <a:t>3. Review before accepting </a:t>
            </a:r>
          </a:p>
          <a:p>
            <a:pPr marL="0" indent="0">
              <a:buNone/>
            </a:pPr>
            <a:r>
              <a:rPr lang="en-US" dirty="0"/>
              <a:t>= basically, after we getting the output review over the output is generated and then understand it or maybe there is modification that you want to make </a:t>
            </a:r>
          </a:p>
          <a:p>
            <a:pPr marL="0" indent="0">
              <a:buNone/>
            </a:pPr>
            <a:r>
              <a:rPr lang="en-US" dirty="0"/>
              <a:t>4. Work in small </a:t>
            </a:r>
            <a:r>
              <a:rPr lang="en-US" dirty="0" err="1"/>
              <a:t>tep</a:t>
            </a:r>
            <a:r>
              <a:rPr lang="en-US" dirty="0"/>
              <a:t> </a:t>
            </a:r>
          </a:p>
          <a:p>
            <a:pPr marL="0" indent="0">
              <a:buNone/>
            </a:pPr>
            <a:r>
              <a:rPr lang="en-US" dirty="0"/>
              <a:t>= make sure no error </a:t>
            </a:r>
          </a:p>
          <a:p>
            <a:pPr marL="0" indent="0">
              <a:buNone/>
            </a:pPr>
            <a:r>
              <a:rPr lang="en-US" dirty="0"/>
              <a:t>5. Take responsibility </a:t>
            </a:r>
            <a:r>
              <a:rPr lang="en-US" dirty="0" err="1"/>
              <a:t>fo</a:t>
            </a:r>
            <a:r>
              <a:rPr lang="en-US" dirty="0"/>
              <a:t> the result </a:t>
            </a:r>
          </a:p>
          <a:p>
            <a:pPr marL="0" indent="0">
              <a:buNone/>
            </a:pPr>
            <a:r>
              <a:rPr lang="en-US" dirty="0"/>
              <a:t>= make sure we know like the code function by functions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2964650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C8D1-FF55-41FC-06AD-D372AE026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696CC-4A75-1398-CA70-A6EC78EF28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055070E-D6D0-D311-9F77-7D3D649119D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2691BB7-FFCE-B7F7-C0B0-C92E8C1CB8D4}"/>
              </a:ext>
            </a:extLst>
          </p:cNvPr>
          <p:cNvSpPr>
            <a:spLocks noGrp="1"/>
          </p:cNvSpPr>
          <p:nvPr>
            <p:ph type="sldNum" sz="quarter" idx="5"/>
          </p:nvPr>
        </p:nvSpPr>
        <p:spPr/>
      </p:sp>
    </p:spTree>
    <p:extLst>
      <p:ext uri="{BB962C8B-B14F-4D97-AF65-F5344CB8AC3E}">
        <p14:creationId xmlns:p14="http://schemas.microsoft.com/office/powerpoint/2010/main" val="32624153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userDrawn="1"/>
        </p:nvPicPr>
        <p:blipFill>
          <a:blip r:embed="rId4"/>
          <a:stretch>
            <a:fillRect/>
          </a:stretch>
        </p:blipFill>
        <p:spPr>
          <a:xfrm>
            <a:off x="0" y="6235"/>
            <a:ext cx="1347333" cy="676715"/>
          </a:xfrm>
          <a:prstGeom prst="rect">
            <a:avLst/>
          </a:prstGeom>
        </p:spPr>
      </p:pic>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6352738" y="2329265"/>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Arial Bold 20pt</a:t>
            </a:r>
            <a:endParaRPr lang="en-SG"/>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2909934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userDrawn="1"/>
        </p:nvPicPr>
        <p:blipFill>
          <a:blip r:embed="rId4"/>
          <a:stretch>
            <a:fillRect/>
          </a:stretch>
        </p:blipFill>
        <p:spPr>
          <a:xfrm>
            <a:off x="0" y="6235"/>
            <a:ext cx="1347333" cy="676715"/>
          </a:xfrm>
          <a:prstGeom prst="rect">
            <a:avLst/>
          </a:prstGeom>
        </p:spPr>
      </p:pic>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dirty="0"/>
              <a:t>Subtitle Line Arial Bold 20pt</a:t>
            </a:r>
            <a:endParaRPr lang="en-SG" dirty="0"/>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1478823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Text">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userDrawn="1"/>
        </p:nvPicPr>
        <p:blipFill>
          <a:blip r:embed="rId4"/>
          <a:stretch>
            <a:fillRect/>
          </a:stretch>
        </p:blipFill>
        <p:spPr>
          <a:xfrm>
            <a:off x="0" y="0"/>
            <a:ext cx="1347333" cy="676715"/>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673666" y="2306900"/>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426014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No Date">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userDrawn="1"/>
        </p:nvPicPr>
        <p:blipFill>
          <a:blip r:embed="rId4"/>
          <a:stretch>
            <a:fillRect/>
          </a:stretch>
        </p:blipFill>
        <p:spPr>
          <a:xfrm>
            <a:off x="0" y="0"/>
            <a:ext cx="1347333" cy="676715"/>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3794949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userDrawn="1"/>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619879"/>
            <a:ext cx="7419095" cy="3123696"/>
          </a:xfrm>
        </p:spPr>
        <p:txBody>
          <a:bodyPr anchor="t">
            <a:noAutofit/>
          </a:bodyPr>
          <a:lstStyle>
            <a:lvl1pPr>
              <a:defRPr sz="5400">
                <a:solidFill>
                  <a:schemeClr val="bg1"/>
                </a:solidFill>
              </a:defRPr>
            </a:lvl1pPr>
          </a:lstStyle>
          <a:p>
            <a:pPr lvl="0"/>
            <a:r>
              <a:rPr lang="en-US" dirty="0"/>
              <a:t>Divider Title (Arial Black 54)</a:t>
            </a:r>
            <a:endParaRPr lang="en-SG" dirty="0"/>
          </a:p>
        </p:txBody>
      </p:sp>
    </p:spTree>
    <p:extLst>
      <p:ext uri="{BB962C8B-B14F-4D97-AF65-F5344CB8AC3E}">
        <p14:creationId xmlns:p14="http://schemas.microsoft.com/office/powerpoint/2010/main" val="1645880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with Tag">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userDrawn="1"/>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256679"/>
            <a:ext cx="8600195" cy="2124822"/>
          </a:xfrm>
        </p:spPr>
        <p:txBody>
          <a:bodyPr anchor="b">
            <a:noAutofit/>
          </a:bodyPr>
          <a:lstStyle>
            <a:lvl1pPr>
              <a:defRPr sz="5400">
                <a:solidFill>
                  <a:schemeClr val="bg1"/>
                </a:solidFill>
              </a:defRPr>
            </a:lvl1pPr>
          </a:lstStyle>
          <a:p>
            <a:pPr lvl="0"/>
            <a:r>
              <a:rPr lang="en-US" dirty="0"/>
              <a:t>Divider Title (Arial Black 54)</a:t>
            </a:r>
            <a:endParaRPr lang="en-SG" dirty="0"/>
          </a:p>
        </p:txBody>
      </p:sp>
      <p:sp>
        <p:nvSpPr>
          <p:cNvPr id="4" name="Text Placeholder 3">
            <a:extLst>
              <a:ext uri="{FF2B5EF4-FFF2-40B4-BE49-F238E27FC236}">
                <a16:creationId xmlns:a16="http://schemas.microsoft.com/office/drawing/2014/main" id="{CD367598-08DB-AD63-286E-6143E7F4EA01}"/>
              </a:ext>
            </a:extLst>
          </p:cNvPr>
          <p:cNvSpPr>
            <a:spLocks noGrp="1"/>
          </p:cNvSpPr>
          <p:nvPr>
            <p:ph type="body" sz="quarter" idx="10" hasCustomPrompt="1"/>
          </p:nvPr>
        </p:nvSpPr>
        <p:spPr>
          <a:xfrm>
            <a:off x="2201863" y="4438131"/>
            <a:ext cx="8609012" cy="914400"/>
          </a:xfrm>
        </p:spPr>
        <p:txBody>
          <a:bodyPr/>
          <a:lstStyle>
            <a:lvl1pPr marL="0" indent="0">
              <a:buNone/>
              <a:defRPr/>
            </a:lvl1pPr>
          </a:lstStyle>
          <a:p>
            <a:pPr lvl="0"/>
            <a:r>
              <a:rPr lang="en-US" dirty="0"/>
              <a:t>Tag line here</a:t>
            </a:r>
          </a:p>
        </p:txBody>
      </p:sp>
    </p:spTree>
    <p:extLst>
      <p:ext uri="{BB962C8B-B14F-4D97-AF65-F5344CB8AC3E}">
        <p14:creationId xmlns:p14="http://schemas.microsoft.com/office/powerpoint/2010/main" val="392038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3" y="1593023"/>
            <a:ext cx="10899991" cy="4741102"/>
          </a:xfrm>
        </p:spPr>
        <p:txBody>
          <a:bodyPr>
            <a:noAutofit/>
          </a:bodyPr>
          <a:lstStyle>
            <a:lvl1pPr marL="342900" indent="-342900">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a:defRPr sz="1600"/>
            </a:lvl2pPr>
          </a:lstStyle>
          <a:p>
            <a:pPr lvl="0"/>
            <a:r>
              <a:rPr lang="en-US" dirty="0"/>
              <a:t>Include bullet content here (Arial regular 20)</a:t>
            </a:r>
          </a:p>
          <a:p>
            <a:pPr lvl="1"/>
            <a:r>
              <a:rPr lang="en-US" dirty="0"/>
              <a:t>Second Level</a:t>
            </a:r>
            <a:endParaRPr lang="en-SG" dirty="0"/>
          </a:p>
        </p:txBody>
      </p:sp>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69195C67-87E9-0E13-7387-CA211EF5B0AB}"/>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830736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313393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Column Layout 1">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C17D2C55-815E-9B4F-C350-98157CF8B8B9}"/>
              </a:ext>
            </a:extLst>
          </p:cNvPr>
          <p:cNvSpPr>
            <a:spLocks noGrp="1"/>
          </p:cNvSpPr>
          <p:nvPr>
            <p:ph type="pic" sz="quarter" idx="10"/>
          </p:nvPr>
        </p:nvSpPr>
        <p:spPr>
          <a:xfrm>
            <a:off x="871538" y="1758951"/>
            <a:ext cx="4886325" cy="3798888"/>
          </a:xfrm>
        </p:spPr>
        <p:txBody>
          <a:bodyPr/>
          <a:lstStyle/>
          <a:p>
            <a:endParaRPr lang="en-SG"/>
          </a:p>
        </p:txBody>
      </p:sp>
      <p:pic>
        <p:nvPicPr>
          <p:cNvPr id="2" name="Picture 1">
            <a:extLst>
              <a:ext uri="{FF2B5EF4-FFF2-40B4-BE49-F238E27FC236}">
                <a16:creationId xmlns:a16="http://schemas.microsoft.com/office/drawing/2014/main" id="{17BF720A-26F6-8E36-6B81-4A4A7E5DB602}"/>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6AB0E5FD-D6F5-C20D-27BA-CAB42634B79A}"/>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23" name="Text Placeholder 50">
            <a:extLst>
              <a:ext uri="{FF2B5EF4-FFF2-40B4-BE49-F238E27FC236}">
                <a16:creationId xmlns:a16="http://schemas.microsoft.com/office/drawing/2014/main" id="{9B715452-E53F-B5B6-859C-312AD8BD67B8}"/>
              </a:ext>
            </a:extLst>
          </p:cNvPr>
          <p:cNvSpPr>
            <a:spLocks noGrp="1"/>
          </p:cNvSpPr>
          <p:nvPr>
            <p:ph type="body" sz="quarter" idx="14" hasCustomPrompt="1"/>
          </p:nvPr>
        </p:nvSpPr>
        <p:spPr>
          <a:xfrm>
            <a:off x="6759157" y="1758951"/>
            <a:ext cx="4561305" cy="3798888"/>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p>
        </p:txBody>
      </p:sp>
      <p:sp>
        <p:nvSpPr>
          <p:cNvPr id="4" name="Slide Number Placeholder 5">
            <a:extLst>
              <a:ext uri="{FF2B5EF4-FFF2-40B4-BE49-F238E27FC236}">
                <a16:creationId xmlns:a16="http://schemas.microsoft.com/office/drawing/2014/main" id="{BE00B3FF-B498-68D3-6FCA-BCAEAC55B319}"/>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603767C9-5451-2BDE-520A-EB57A6D550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55375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Column layout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0BC46A-7012-40EB-2F7B-3D5141B76B81}"/>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92961DFF-2383-8027-7F67-4DA323228006}"/>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776346" y="1868655"/>
            <a:ext cx="6221105"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dirty="0"/>
              <a:t>Include paragraph here (Arial Regular 30)</a:t>
            </a:r>
            <a:endParaRPr lang="en-SG" dirty="0"/>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7908758" y="1868654"/>
            <a:ext cx="3506896"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4" name="Slide Number Placeholder 5">
            <a:extLst>
              <a:ext uri="{FF2B5EF4-FFF2-40B4-BE49-F238E27FC236}">
                <a16:creationId xmlns:a16="http://schemas.microsoft.com/office/drawing/2014/main" id="{95D4C76E-5EA7-E7B3-1001-642C0680EAB6}"/>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6" name="Title 1">
            <a:extLst>
              <a:ext uri="{FF2B5EF4-FFF2-40B4-BE49-F238E27FC236}">
                <a16:creationId xmlns:a16="http://schemas.microsoft.com/office/drawing/2014/main" id="{EB1E6C82-76CA-B913-1096-A75AF49210B5}"/>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80581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Column Layout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C5A3A1-50CE-5942-F47A-2B2384F3E82E}"/>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8" name="Picture 7">
            <a:extLst>
              <a:ext uri="{FF2B5EF4-FFF2-40B4-BE49-F238E27FC236}">
                <a16:creationId xmlns:a16="http://schemas.microsoft.com/office/drawing/2014/main" id="{31B7C0CB-EA13-9E14-290E-996A679769EE}"/>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8325855" y="1868654"/>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773877" y="1868653"/>
            <a:ext cx="3092270"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4549866" y="1868653"/>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3" name="Slide Number Placeholder 5">
            <a:extLst>
              <a:ext uri="{FF2B5EF4-FFF2-40B4-BE49-F238E27FC236}">
                <a16:creationId xmlns:a16="http://schemas.microsoft.com/office/drawing/2014/main" id="{8E25EC81-2655-02F1-38C9-02A0001E18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F2C4B17D-08C6-E815-412C-936D9BD54590}"/>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71507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871538" y="1758167"/>
            <a:ext cx="4886325" cy="3798888"/>
          </a:xfrm>
        </p:spPr>
        <p:txBody>
          <a:bodyPr/>
          <a:lstStyle/>
          <a:p>
            <a:endParaRPr lang="en-SG"/>
          </a:p>
        </p:txBody>
      </p:sp>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6002338" y="1758167"/>
            <a:ext cx="5359400" cy="3798888"/>
          </a:xfrm>
        </p:spPr>
        <p:txBody>
          <a:bodyPr/>
          <a:lstStyle/>
          <a:p>
            <a:endParaRPr lang="en-SG"/>
          </a:p>
        </p:txBody>
      </p:sp>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285A6E41-D69C-7AC0-C5B5-35DD164F29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48627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latin typeface="Arial" panose="020B0604020202020204" pitchFamily="34" charset="0"/>
                <a:cs typeface="Arial" panose="020B0604020202020204" pitchFamily="34" charset="0"/>
              </a:defRPr>
            </a:lvl1pPr>
          </a:lstStyle>
          <a:p>
            <a:fld id="{5015600C-AC52-4A7A-B61A-C2D281744F97}" type="slidenum">
              <a:rPr lang="en-SG" smtClean="0"/>
              <a:pPr/>
              <a:t>‹#›</a:t>
            </a:fld>
            <a:endParaRPr lang="en-SG" dirty="0"/>
          </a:p>
        </p:txBody>
      </p:sp>
      <p:sp>
        <p:nvSpPr>
          <p:cNvPr id="6" name="Content Placeholder 6">
            <a:extLst>
              <a:ext uri="{FF2B5EF4-FFF2-40B4-BE49-F238E27FC236}">
                <a16:creationId xmlns:a16="http://schemas.microsoft.com/office/drawing/2014/main" id="{6E470DD7-07D5-B794-1797-AD7EAB7410C3}"/>
              </a:ext>
            </a:extLst>
          </p:cNvPr>
          <p:cNvSpPr>
            <a:spLocks noGrp="1"/>
          </p:cNvSpPr>
          <p:nvPr>
            <p:ph sz="quarter" idx="21"/>
          </p:nvPr>
        </p:nvSpPr>
        <p:spPr>
          <a:xfrm>
            <a:off x="5988307"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Content Placeholder 6">
            <a:extLst>
              <a:ext uri="{FF2B5EF4-FFF2-40B4-BE49-F238E27FC236}">
                <a16:creationId xmlns:a16="http://schemas.microsoft.com/office/drawing/2014/main" id="{C9196EC4-A7D7-8920-9041-E9BAD0ACDE4C}"/>
              </a:ext>
            </a:extLst>
          </p:cNvPr>
          <p:cNvSpPr>
            <a:spLocks noGrp="1"/>
          </p:cNvSpPr>
          <p:nvPr>
            <p:ph sz="quarter" idx="20"/>
          </p:nvPr>
        </p:nvSpPr>
        <p:spPr>
          <a:xfrm>
            <a:off x="546100"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Title 1">
            <a:extLst>
              <a:ext uri="{FF2B5EF4-FFF2-40B4-BE49-F238E27FC236}">
                <a16:creationId xmlns:a16="http://schemas.microsoft.com/office/drawing/2014/main" id="{E10C38FC-A1CD-861C-73B2-89912DB936F1}"/>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322172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RP">
    <p:bg>
      <p:bgPr>
        <a:solidFill>
          <a:srgbClr val="FFFFFF"/>
        </a:solidFill>
        <a:effectLst/>
      </p:bgPr>
    </p:bg>
    <p:spTree>
      <p:nvGrpSpPr>
        <p:cNvPr id="1" name=""/>
        <p:cNvGrpSpPr/>
        <p:nvPr/>
      </p:nvGrpSpPr>
      <p:grpSpPr>
        <a:xfrm>
          <a:off x="0" y="0"/>
          <a:ext cx="0" cy="0"/>
          <a:chOff x="0" y="0"/>
          <a:chExt cx="0" cy="0"/>
        </a:xfrm>
      </p:grpSpPr>
      <p:pic>
        <p:nvPicPr>
          <p:cNvPr id="2" name="Image 0" descr="/mnt/data/work_l03/old/ppt/media/image13.png"/>
          <p:cNvPicPr>
            <a:picLocks noChangeAspect="1"/>
          </p:cNvPicPr>
          <p:nvPr/>
        </p:nvPicPr>
        <p:blipFill>
          <a:blip r:embed="rId2"/>
          <a:stretch>
            <a:fillRect/>
          </a:stretch>
        </p:blipFill>
        <p:spPr>
          <a:xfrm>
            <a:off x="10533888" y="164592"/>
            <a:ext cx="1115568" cy="557784"/>
          </a:xfrm>
          <a:prstGeom prst="rect">
            <a:avLst/>
          </a:prstGeom>
        </p:spPr>
      </p:pic>
      <p:sp>
        <p:nvSpPr>
          <p:cNvPr id="3" name="Text 0"/>
          <p:cNvSpPr/>
          <p:nvPr/>
        </p:nvSpPr>
        <p:spPr>
          <a:xfrm>
            <a:off x="4572000" y="45720"/>
            <a:ext cx="3017520" cy="164592"/>
          </a:xfrm>
          <a:prstGeom prst="rect">
            <a:avLst/>
          </a:prstGeom>
          <a:noFill/>
          <a:ln/>
        </p:spPr>
        <p:txBody>
          <a:bodyPr wrap="square" lIns="0" tIns="0" rIns="0" bIns="0" rtlCol="0" anchor="ctr"/>
          <a:lstStyle/>
          <a:p>
            <a:pPr marL="0" indent="0" algn="ctr">
              <a:buNone/>
            </a:pPr>
            <a:r>
              <a:rPr lang="en-US" sz="551">
                <a:solidFill>
                  <a:srgbClr val="555555"/>
                </a:solidFill>
                <a:latin typeface="Arial" pitchFamily="34" charset="0"/>
                <a:ea typeface="Arial" pitchFamily="34" charset="-122"/>
                <a:cs typeface="Arial" pitchFamily="34" charset="-120"/>
              </a:rPr>
              <a:t>Official (Closed) | Sensitive Normal</a:t>
            </a:r>
            <a:endParaRPr lang="en-US" sz="551"/>
          </a:p>
        </p:txBody>
      </p:sp>
      <p:sp>
        <p:nvSpPr>
          <p:cNvPr id="4" name="Text 1"/>
          <p:cNvSpPr/>
          <p:nvPr/>
        </p:nvSpPr>
        <p:spPr>
          <a:xfrm>
            <a:off x="411480" y="6574536"/>
            <a:ext cx="6400800" cy="146304"/>
          </a:xfrm>
          <a:prstGeom prst="rect">
            <a:avLst/>
          </a:prstGeom>
          <a:noFill/>
          <a:ln/>
        </p:spPr>
        <p:txBody>
          <a:bodyPr wrap="square" lIns="0" tIns="0" rIns="0" bIns="0" rtlCol="0" anchor="ctr"/>
          <a:lstStyle/>
          <a:p>
            <a:pPr marL="0" indent="0">
              <a:buNone/>
            </a:pPr>
            <a:r>
              <a:rPr lang="en-US" sz="551">
                <a:solidFill>
                  <a:srgbClr val="666666"/>
                </a:solidFill>
                <a:latin typeface="Arial" pitchFamily="34" charset="0"/>
                <a:ea typeface="Arial" pitchFamily="34" charset="-122"/>
                <a:cs typeface="Arial" pitchFamily="34" charset="-120"/>
              </a:rPr>
              <a:t>C372 Payment Technologies | AY2026 Semester 2</a:t>
            </a:r>
            <a:endParaRPr lang="en-US" sz="551"/>
          </a:p>
        </p:txBody>
      </p:sp>
      <p:sp>
        <p:nvSpPr>
          <p:cNvPr id="25" name="Slide Number Placeholder 0"/>
          <p:cNvSpPr>
            <a:spLocks noGrp="1"/>
          </p:cNvSpPr>
          <p:nvPr>
            <p:ph type="sldNum" sz="quarter" idx="4294967295"/>
          </p:nvPr>
        </p:nvSpPr>
        <p:spPr>
          <a:xfrm>
            <a:off x="11539728" y="6510528"/>
            <a:ext cx="2286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666666"/>
                </a:solidFill>
                <a:latin typeface="Arial"/>
                <a:ea typeface="Arial"/>
                <a:cs typeface="Aria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219249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571720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923169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424326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223823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452366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8972846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4439663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0360238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7578421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425311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868160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2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9282326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3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7152174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4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4734705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5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41893704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8706261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7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2887827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7975222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548025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0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8700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8297626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2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4632230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3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4514299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4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6641231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5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6642350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3883901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7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2492893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1"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5" y="6518754"/>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5"/>
            <a:ext cx="10531411"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6570866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4F90C-6A25-7B45-4D40-4AF6365F3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87C91A6-E80A-E271-1A2A-66F1BFA64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a:extLst>
              <a:ext uri="{FF2B5EF4-FFF2-40B4-BE49-F238E27FC236}">
                <a16:creationId xmlns:a16="http://schemas.microsoft.com/office/drawing/2014/main" id="{4EE94A59-448E-11D4-4086-32DAF3655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a:extLst>
              <a:ext uri="{FF2B5EF4-FFF2-40B4-BE49-F238E27FC236}">
                <a16:creationId xmlns:a16="http://schemas.microsoft.com/office/drawing/2014/main" id="{AE35392C-91E6-369E-D0BC-1388ADF10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F6975CD6-1D19-30A9-A10A-87EC3E46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5015600C-AC52-4A7A-B61A-C2D281744F97}" type="slidenum">
              <a:rPr lang="en-SG" smtClean="0"/>
              <a:pPr/>
              <a:t>‹#›</a:t>
            </a:fld>
            <a:endParaRPr lang="en-SG" dirty="0"/>
          </a:p>
        </p:txBody>
      </p:sp>
      <p:sp>
        <p:nvSpPr>
          <p:cNvPr id="11" name="TextBox 10">
            <a:extLst>
              <a:ext uri="{FF2B5EF4-FFF2-40B4-BE49-F238E27FC236}">
                <a16:creationId xmlns:a16="http://schemas.microsoft.com/office/drawing/2014/main" id="{255A56C8-5334-C4ED-C577-FCA7D7C68E1C}"/>
              </a:ext>
            </a:extLst>
          </p:cNvPr>
          <p:cNvSpPr txBox="1"/>
          <p:nvPr>
            <p:extLst>
              <p:ext uri="{1162E1C5-73C7-4A58-AE30-91384D911F3F}">
                <p184:classification xmlns:p184="http://schemas.microsoft.com/office/powerpoint/2018/4/main" val="hdr"/>
              </p:ext>
            </p:extLst>
          </p:nvPr>
        </p:nvSpPr>
        <p:spPr>
          <a:xfrm>
            <a:off x="5222050" y="63500"/>
            <a:ext cx="1773237" cy="152400"/>
          </a:xfrm>
          <a:prstGeom prst="rect">
            <a:avLst/>
          </a:prstGeom>
        </p:spPr>
        <p:txBody>
          <a:bodyPr horzOverflow="overflow" lIns="0" tIns="0" rIns="0" bIns="0">
            <a:spAutoFit/>
          </a:bodyPr>
          <a:lstStyle/>
          <a:p>
            <a:pPr algn="l"/>
            <a:r>
              <a:rPr lang="en-SG" sz="1000">
                <a:solidFill>
                  <a:srgbClr val="000000">
                    <a:alpha val="50000"/>
                  </a:srgbClr>
                </a:solidFill>
                <a:latin typeface="Aptos" panose="020B0004020202020204" pitchFamily="34" charset="0"/>
              </a:rPr>
              <a:t>Official (Closed) \ Non-Sensitive</a:t>
            </a:r>
          </a:p>
        </p:txBody>
      </p:sp>
    </p:spTree>
    <p:extLst>
      <p:ext uri="{BB962C8B-B14F-4D97-AF65-F5344CB8AC3E}">
        <p14:creationId xmlns:p14="http://schemas.microsoft.com/office/powerpoint/2010/main" val="87622086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62" r:id="rId4"/>
    <p:sldLayoutId id="2147483651" r:id="rId5"/>
    <p:sldLayoutId id="2147483661" r:id="rId6"/>
    <p:sldLayoutId id="2147483652" r:id="rId7"/>
    <p:sldLayoutId id="2147483658" r:id="rId8"/>
    <p:sldLayoutId id="2147483653" r:id="rId9"/>
    <p:sldLayoutId id="2147483654" r:id="rId10"/>
    <p:sldLayoutId id="2147483655" r:id="rId11"/>
    <p:sldLayoutId id="2147483656" r:id="rId12"/>
    <p:sldLayoutId id="2147483659"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g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mvc-framework-introduction/"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mvc-framework-introduction/"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docs.github.com/en/education/about-github-education/github-education-for-students/apply-to-github-education-as-a-student"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hyperlink" Target="https://education.github.com/pac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8EA029-0E4F-B3DE-0D21-1B91AFB00580}"/>
              </a:ext>
            </a:extLst>
          </p:cNvPr>
          <p:cNvSpPr>
            <a:spLocks noGrp="1"/>
          </p:cNvSpPr>
          <p:nvPr>
            <p:ph type="body" sz="quarter" idx="13"/>
          </p:nvPr>
        </p:nvSpPr>
        <p:spPr/>
        <p:txBody>
          <a:bodyPr/>
          <a:lstStyle/>
          <a:p>
            <a:r>
              <a:rPr lang="en-US" sz="2000" b="1" dirty="0">
                <a:solidFill>
                  <a:srgbClr val="212529"/>
                </a:solidFill>
                <a:latin typeface="Arial"/>
              </a:rPr>
              <a:t>Week 02 </a:t>
            </a:r>
          </a:p>
          <a:p>
            <a:r>
              <a:rPr sz="2000" b="1" dirty="0">
                <a:solidFill>
                  <a:srgbClr val="212529"/>
                </a:solidFill>
                <a:latin typeface="Arial"/>
              </a:rPr>
              <a:t>Lesson 03</a:t>
            </a:r>
            <a:r>
              <a:rPr lang="en-US" sz="2000" b="1" dirty="0">
                <a:solidFill>
                  <a:srgbClr val="212529"/>
                </a:solidFill>
                <a:latin typeface="Arial"/>
              </a:rPr>
              <a:t> Separation of Concerns and MVC</a:t>
            </a:r>
          </a:p>
        </p:txBody>
      </p:sp>
      <p:sp>
        <p:nvSpPr>
          <p:cNvPr id="4" name="Title 3">
            <a:extLst>
              <a:ext uri="{FF2B5EF4-FFF2-40B4-BE49-F238E27FC236}">
                <a16:creationId xmlns:a16="http://schemas.microsoft.com/office/drawing/2014/main" id="{11BDE336-4C24-D6BD-28DE-C3CE453A2E2C}"/>
              </a:ext>
            </a:extLst>
          </p:cNvPr>
          <p:cNvSpPr>
            <a:spLocks noGrp="1"/>
          </p:cNvSpPr>
          <p:nvPr>
            <p:ph type="title"/>
          </p:nvPr>
        </p:nvSpPr>
        <p:spPr/>
        <p:txBody>
          <a:bodyPr/>
          <a:lstStyle/>
          <a:p>
            <a:r>
              <a:rPr lang="en-US" sz="4000" dirty="0"/>
              <a:t>C372 Payment Technologies</a:t>
            </a:r>
            <a:endParaRPr sz="3800" b="1" dirty="0">
              <a:solidFill>
                <a:srgbClr val="212529"/>
              </a:solidFill>
              <a:latin typeface="Arial Black"/>
            </a:endParaRPr>
          </a:p>
        </p:txBody>
      </p:sp>
    </p:spTree>
    <p:extLst>
      <p:ext uri="{BB962C8B-B14F-4D97-AF65-F5344CB8AC3E}">
        <p14:creationId xmlns:p14="http://schemas.microsoft.com/office/powerpoint/2010/main" val="5597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1C2D7F-3675-170B-DBB7-EDA9D9C47F78}"/>
              </a:ext>
            </a:extLst>
          </p:cNvPr>
          <p:cNvSpPr>
            <a:spLocks noGrp="1"/>
          </p:cNvSpPr>
          <p:nvPr>
            <p:ph type="body" sz="quarter" idx="14"/>
          </p:nvPr>
        </p:nvSpPr>
        <p:spPr/>
        <p:txBody>
          <a:bodyPr/>
          <a:lstStyle/>
          <a:p>
            <a:r>
              <a:rPr lang="en-US" dirty="0"/>
              <a:t>As you go through the day with your lecturer, there will be activities for you to work on. </a:t>
            </a:r>
          </a:p>
          <a:p>
            <a:r>
              <a:rPr lang="en-US" dirty="0"/>
              <a:t>Some activities are meant to help you take notes, while others are for you to delve deeper into the topics. </a:t>
            </a:r>
          </a:p>
          <a:p>
            <a:r>
              <a:rPr lang="en-US" dirty="0"/>
              <a:t>These activities will be mapped in both the slides and worksheet. You should put your answers in the worksheet. </a:t>
            </a:r>
          </a:p>
          <a:p>
            <a:r>
              <a:rPr lang="en-US" dirty="0"/>
              <a:t>Below are some icons to guide you on what an activity will require you to do. </a:t>
            </a:r>
            <a:endParaRPr lang="en-SG" dirty="0"/>
          </a:p>
          <a:p>
            <a:endParaRPr lang="en-SG" dirty="0"/>
          </a:p>
        </p:txBody>
      </p:sp>
      <p:sp>
        <p:nvSpPr>
          <p:cNvPr id="3" name="Title 2">
            <a:extLst>
              <a:ext uri="{FF2B5EF4-FFF2-40B4-BE49-F238E27FC236}">
                <a16:creationId xmlns:a16="http://schemas.microsoft.com/office/drawing/2014/main" id="{92E30E96-3A4D-EC3B-4721-0C8CC0CAB386}"/>
              </a:ext>
            </a:extLst>
          </p:cNvPr>
          <p:cNvSpPr>
            <a:spLocks noGrp="1"/>
          </p:cNvSpPr>
          <p:nvPr>
            <p:ph type="title"/>
          </p:nvPr>
        </p:nvSpPr>
        <p:spPr/>
        <p:txBody>
          <a:bodyPr/>
          <a:lstStyle/>
          <a:p>
            <a:r>
              <a:rPr lang="en-US" dirty="0"/>
              <a:t>Administrative matters</a:t>
            </a:r>
            <a:endParaRPr lang="en-SG" dirty="0"/>
          </a:p>
        </p:txBody>
      </p:sp>
      <p:pic>
        <p:nvPicPr>
          <p:cNvPr id="11" name="Picture 10">
            <a:extLst>
              <a:ext uri="{FF2B5EF4-FFF2-40B4-BE49-F238E27FC236}">
                <a16:creationId xmlns:a16="http://schemas.microsoft.com/office/drawing/2014/main" id="{DA1193DD-27D5-C389-C226-D592BDA13642}"/>
              </a:ext>
            </a:extLst>
          </p:cNvPr>
          <p:cNvPicPr>
            <a:picLocks noChangeAspect="1"/>
          </p:cNvPicPr>
          <p:nvPr/>
        </p:nvPicPr>
        <p:blipFill>
          <a:blip r:embed="rId3"/>
          <a:stretch>
            <a:fillRect/>
          </a:stretch>
        </p:blipFill>
        <p:spPr>
          <a:xfrm>
            <a:off x="1822482" y="3998202"/>
            <a:ext cx="477441" cy="508423"/>
          </a:xfrm>
          <a:prstGeom prst="rect">
            <a:avLst/>
          </a:prstGeom>
        </p:spPr>
      </p:pic>
      <p:pic>
        <p:nvPicPr>
          <p:cNvPr id="12" name="Picture 11">
            <a:extLst>
              <a:ext uri="{FF2B5EF4-FFF2-40B4-BE49-F238E27FC236}">
                <a16:creationId xmlns:a16="http://schemas.microsoft.com/office/drawing/2014/main" id="{FE33C4B5-7BA9-68DA-4DD6-C7F81D592F2E}"/>
              </a:ext>
            </a:extLst>
          </p:cNvPr>
          <p:cNvPicPr>
            <a:picLocks noChangeAspect="1"/>
          </p:cNvPicPr>
          <p:nvPr/>
        </p:nvPicPr>
        <p:blipFill>
          <a:blip r:embed="rId4"/>
          <a:stretch>
            <a:fillRect/>
          </a:stretch>
        </p:blipFill>
        <p:spPr>
          <a:xfrm>
            <a:off x="1441325" y="4660966"/>
            <a:ext cx="1239752" cy="619876"/>
          </a:xfrm>
          <a:prstGeom prst="rect">
            <a:avLst/>
          </a:prstGeom>
        </p:spPr>
      </p:pic>
      <p:sp>
        <p:nvSpPr>
          <p:cNvPr id="13" name="TextBox 12">
            <a:extLst>
              <a:ext uri="{FF2B5EF4-FFF2-40B4-BE49-F238E27FC236}">
                <a16:creationId xmlns:a16="http://schemas.microsoft.com/office/drawing/2014/main" id="{9285E1C6-A137-B18C-853B-ED28E1854ED0}"/>
              </a:ext>
            </a:extLst>
          </p:cNvPr>
          <p:cNvSpPr txBox="1"/>
          <p:nvPr/>
        </p:nvSpPr>
        <p:spPr>
          <a:xfrm>
            <a:off x="2897885" y="4014637"/>
            <a:ext cx="3198116" cy="64633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Answer some questions on your own as you watch a video or listen to your lecturer.</a:t>
            </a:r>
            <a:endParaRPr lang="en-SG" sz="1200" dirty="0">
              <a:latin typeface="Arial" panose="020B0604020202020204" pitchFamily="34" charset="0"/>
              <a:cs typeface="Arial" panose="020B0604020202020204" pitchFamily="34" charset="0"/>
            </a:endParaRPr>
          </a:p>
          <a:p>
            <a:endParaRPr lang="en-SG" sz="1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DA4DA63-136A-0ED6-7FAD-2E070D13FFD0}"/>
              </a:ext>
            </a:extLst>
          </p:cNvPr>
          <p:cNvSpPr txBox="1"/>
          <p:nvPr/>
        </p:nvSpPr>
        <p:spPr>
          <a:xfrm>
            <a:off x="2941267" y="4728529"/>
            <a:ext cx="3111351"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Team discussions</a:t>
            </a:r>
            <a:endParaRPr lang="en-SG" sz="120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6E7CC6E6-862A-C77D-0ECF-D48C16732469}"/>
              </a:ext>
            </a:extLst>
          </p:cNvPr>
          <p:cNvPicPr/>
          <p:nvPr/>
        </p:nvPicPr>
        <p:blipFill>
          <a:blip r:embed="rId5"/>
          <a:stretch>
            <a:fillRect/>
          </a:stretch>
        </p:blipFill>
        <p:spPr>
          <a:xfrm>
            <a:off x="1822482" y="5393173"/>
            <a:ext cx="544839" cy="499081"/>
          </a:xfrm>
          <a:prstGeom prst="rect">
            <a:avLst/>
          </a:prstGeom>
        </p:spPr>
      </p:pic>
      <p:sp>
        <p:nvSpPr>
          <p:cNvPr id="16" name="TextBox 15">
            <a:extLst>
              <a:ext uri="{FF2B5EF4-FFF2-40B4-BE49-F238E27FC236}">
                <a16:creationId xmlns:a16="http://schemas.microsoft.com/office/drawing/2014/main" id="{24F1C35C-D9CD-FAF0-94C0-22D902E8E08D}"/>
              </a:ext>
            </a:extLst>
          </p:cNvPr>
          <p:cNvSpPr txBox="1"/>
          <p:nvPr/>
        </p:nvSpPr>
        <p:spPr>
          <a:xfrm>
            <a:off x="2897884" y="5331089"/>
            <a:ext cx="3154733" cy="64633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This is a lecturer-led activity. Your lecturer will guide you through an activity step-by-step. Pay close attention!</a:t>
            </a:r>
            <a:endParaRPr lang="en-SG"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799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252675-CCE8-D924-851F-E5DDD8BFE94A}"/>
              </a:ext>
            </a:extLst>
          </p:cNvPr>
          <p:cNvSpPr>
            <a:spLocks noGrp="1"/>
          </p:cNvSpPr>
          <p:nvPr>
            <p:ph type="body" sz="quarter" idx="14"/>
          </p:nvPr>
        </p:nvSpPr>
        <p:spPr/>
        <p:txBody>
          <a:bodyPr wrap="square"/>
          <a:lstStyle/>
          <a:p>
            <a:pPr marL="0" indent="0">
              <a:lnSpc>
                <a:spcPct val="120000"/>
              </a:lnSpc>
              <a:spcAft>
                <a:spcPts val="1200"/>
              </a:spcAft>
              <a:buNone/>
            </a:pPr>
            <a:r>
              <a:rPr lang="en-SG" b="1" dirty="0"/>
              <a:t>By the end of this lesson, you will </a:t>
            </a:r>
            <a:r>
              <a:rPr lang="en-US" b="1" dirty="0"/>
              <a:t>be able to:</a:t>
            </a:r>
            <a:endParaRPr lang="en-US" dirty="0"/>
          </a:p>
          <a:p>
            <a:pPr marL="342900" indent="-342900">
              <a:lnSpc>
                <a:spcPct val="100000"/>
              </a:lnSpc>
              <a:spcAft>
                <a:spcPts val="600"/>
              </a:spcAft>
              <a:buFont typeface="Arial"/>
              <a:buChar char="•"/>
            </a:pPr>
            <a:r>
              <a:rPr lang="en-US" b="0" dirty="0"/>
              <a:t>Explain Separation of Concerns and the roles of Model, View, Controller and routes.</a:t>
            </a:r>
          </a:p>
          <a:p>
            <a:pPr marL="342900" indent="-342900">
              <a:lnSpc>
                <a:spcPct val="100000"/>
              </a:lnSpc>
              <a:spcAft>
                <a:spcPts val="600"/>
              </a:spcAft>
              <a:buFont typeface="Arial"/>
              <a:buChar char="•"/>
            </a:pPr>
            <a:r>
              <a:rPr lang="en-US" b="0" dirty="0"/>
              <a:t>Trace a request through an Express MVC application, from browser to database and view.</a:t>
            </a:r>
          </a:p>
          <a:p>
            <a:pPr marL="342900" indent="-342900">
              <a:lnSpc>
                <a:spcPct val="100000"/>
              </a:lnSpc>
              <a:spcAft>
                <a:spcPts val="600"/>
              </a:spcAft>
              <a:buFont typeface="Arial"/>
              <a:buChar char="•"/>
            </a:pPr>
            <a:r>
              <a:rPr lang="en-US" b="0" dirty="0"/>
              <a:t>Write context-rich Copilot prompts and check its explanations against the existing code.</a:t>
            </a:r>
          </a:p>
          <a:p>
            <a:pPr marL="342900" indent="-342900">
              <a:lnSpc>
                <a:spcPct val="100000"/>
              </a:lnSpc>
              <a:spcAft>
                <a:spcPts val="600"/>
              </a:spcAft>
              <a:buFont typeface="Arial"/>
              <a:buChar char="•"/>
            </a:pPr>
            <a:r>
              <a:rPr lang="en-US" b="0" dirty="0"/>
              <a:t>Evaluate an AI-generated refactoring plan against the specification before approving edits.</a:t>
            </a:r>
          </a:p>
          <a:p>
            <a:pPr marL="342900" indent="-342900">
              <a:lnSpc>
                <a:spcPct val="100000"/>
              </a:lnSpc>
              <a:spcAft>
                <a:spcPts val="600"/>
              </a:spcAft>
              <a:buFont typeface="Arial"/>
              <a:buChar char="•"/>
            </a:pPr>
            <a:r>
              <a:rPr lang="en-US" b="0" dirty="0"/>
              <a:t>Refactor </a:t>
            </a:r>
            <a:r>
              <a:rPr lang="en-US" b="0" dirty="0" err="1"/>
              <a:t>PetCareApp</a:t>
            </a:r>
            <a:r>
              <a:rPr lang="en-US" b="0" dirty="0"/>
              <a:t> into MVC and verify that its </a:t>
            </a:r>
            <a:r>
              <a:rPr lang="en-US" b="0" dirty="0" err="1"/>
              <a:t>behaviour</a:t>
            </a:r>
            <a:r>
              <a:rPr lang="en-US" b="0" dirty="0"/>
              <a:t> stays unchanged.</a:t>
            </a:r>
          </a:p>
        </p:txBody>
      </p:sp>
      <p:sp>
        <p:nvSpPr>
          <p:cNvPr id="3" name="Title 2">
            <a:extLst>
              <a:ext uri="{FF2B5EF4-FFF2-40B4-BE49-F238E27FC236}">
                <a16:creationId xmlns:a16="http://schemas.microsoft.com/office/drawing/2014/main" id="{8080F052-FA85-249F-6C36-9D2481B18CBC}"/>
              </a:ext>
            </a:extLst>
          </p:cNvPr>
          <p:cNvSpPr>
            <a:spLocks noGrp="1"/>
          </p:cNvSpPr>
          <p:nvPr>
            <p:ph type="title"/>
          </p:nvPr>
        </p:nvSpPr>
        <p:spPr/>
        <p:txBody>
          <a:bodyPr/>
          <a:lstStyle/>
          <a:p>
            <a:r>
              <a:rPr lang="en-US" dirty="0"/>
              <a:t>Lesson Objectives</a:t>
            </a:r>
            <a:endParaRPr lang="en-SG" dirty="0"/>
          </a:p>
        </p:txBody>
      </p:sp>
      <p:sp>
        <p:nvSpPr>
          <p:cNvPr id="4" name="TextBox 3">
            <a:extLst>
              <a:ext uri="{FF2B5EF4-FFF2-40B4-BE49-F238E27FC236}">
                <a16:creationId xmlns:a16="http://schemas.microsoft.com/office/drawing/2014/main" id="{88F93B84-6BBA-35B0-559D-AD64117BF3EE}"/>
              </a:ext>
            </a:extLst>
          </p:cNvPr>
          <p:cNvSpPr txBox="1"/>
          <p:nvPr/>
        </p:nvSpPr>
        <p:spPr>
          <a:xfrm>
            <a:off x="584728" y="4739734"/>
            <a:ext cx="7974543" cy="954107"/>
          </a:xfrm>
          <a:prstGeom prst="rect">
            <a:avLst/>
          </a:prstGeom>
          <a:noFill/>
        </p:spPr>
        <p:txBody>
          <a:bodyPr wrap="square">
            <a:spAutoFit/>
          </a:bodyPr>
          <a:lstStyle/>
          <a:p>
            <a:pPr marL="0" indent="0">
              <a:buNone/>
            </a:pPr>
            <a:r>
              <a:rPr lang="en-US" sz="2000" b="1" dirty="0">
                <a:solidFill>
                  <a:srgbClr val="FF0000"/>
                </a:solidFill>
                <a:highlight>
                  <a:srgbClr val="FFFF00"/>
                </a:highlight>
                <a:latin typeface="Arial" panose="020B0604020202020204" pitchFamily="34" charset="0"/>
                <a:cs typeface="Arial" panose="020B0604020202020204" pitchFamily="34" charset="0"/>
              </a:rPr>
              <a:t>Note:</a:t>
            </a:r>
          </a:p>
          <a:p>
            <a:r>
              <a:rPr lang="en-US" b="1" dirty="0">
                <a:solidFill>
                  <a:srgbClr val="FF0000"/>
                </a:solidFill>
                <a:highlight>
                  <a:srgbClr val="FFFF00"/>
                </a:highlight>
                <a:latin typeface="Arial" panose="020B0604020202020204" pitchFamily="34" charset="0"/>
                <a:cs typeface="Arial" panose="020B0604020202020204" pitchFamily="34" charset="0"/>
              </a:rPr>
              <a:t>Record your responses to all activity questions in your worksheet.</a:t>
            </a:r>
          </a:p>
          <a:p>
            <a:pPr marL="285750" indent="-285750">
              <a:buFont typeface="Arial" panose="020B0604020202020204" pitchFamily="34" charset="0"/>
              <a:buChar char="•"/>
            </a:pPr>
            <a:endParaRPr lang="en-US" dirty="0">
              <a:solidFill>
                <a:srgbClr val="FF0000"/>
              </a:solidFill>
              <a:highlight>
                <a:srgbClr val="FFFF00"/>
              </a:highlight>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B82994EB-61D2-2B03-8BD1-BE78F516C973}"/>
              </a:ext>
            </a:extLst>
          </p:cNvPr>
          <p:cNvGrpSpPr/>
          <p:nvPr/>
        </p:nvGrpSpPr>
        <p:grpSpPr>
          <a:xfrm>
            <a:off x="584728" y="5420295"/>
            <a:ext cx="5456424" cy="488397"/>
            <a:chOff x="996966" y="4289055"/>
            <a:chExt cx="5456424" cy="488397"/>
          </a:xfrm>
        </p:grpSpPr>
        <p:pic>
          <p:nvPicPr>
            <p:cNvPr id="6" name="Picture 5">
              <a:extLst>
                <a:ext uri="{FF2B5EF4-FFF2-40B4-BE49-F238E27FC236}">
                  <a16:creationId xmlns:a16="http://schemas.microsoft.com/office/drawing/2014/main" id="{FC3220CB-EFA8-6160-CB00-49640D3AF7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966" y="4289055"/>
              <a:ext cx="488397" cy="488397"/>
            </a:xfrm>
            <a:prstGeom prst="rect">
              <a:avLst/>
            </a:prstGeom>
          </p:spPr>
        </p:pic>
        <p:sp>
          <p:nvSpPr>
            <p:cNvPr id="7" name="TextBox 6">
              <a:extLst>
                <a:ext uri="{FF2B5EF4-FFF2-40B4-BE49-F238E27FC236}">
                  <a16:creationId xmlns:a16="http://schemas.microsoft.com/office/drawing/2014/main" id="{26551D6D-D883-5876-91F0-7DE595482910}"/>
                </a:ext>
              </a:extLst>
            </p:cNvPr>
            <p:cNvSpPr txBox="1"/>
            <p:nvPr/>
          </p:nvSpPr>
          <p:spPr>
            <a:xfrm>
              <a:off x="1485363" y="4348587"/>
              <a:ext cx="4968027" cy="369332"/>
            </a:xfrm>
            <a:prstGeom prst="rect">
              <a:avLst/>
            </a:prstGeom>
            <a:noFill/>
          </p:spPr>
          <p:txBody>
            <a:bodyPr wrap="none" rtlCol="0">
              <a:spAutoFit/>
            </a:bodyPr>
            <a:lstStyle/>
            <a:p>
              <a:r>
                <a:rPr lang="en-US" b="1" dirty="0">
                  <a:highlight>
                    <a:srgbClr val="FFFF00"/>
                  </a:highlight>
                  <a:latin typeface="Arial" panose="020B0604020202020204" pitchFamily="34" charset="0"/>
                  <a:cs typeface="Arial" panose="020B0604020202020204" pitchFamily="34" charset="0"/>
                </a:rPr>
                <a:t>Slides with this icon is for your self-reading</a:t>
              </a:r>
              <a:endParaRPr lang="en-SG" b="1" dirty="0">
                <a:highlight>
                  <a:srgbClr val="FFFF00"/>
                </a:highligh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81680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798D-98C1-4B26-6A97-516878BFD9C9}"/>
              </a:ext>
            </a:extLst>
          </p:cNvPr>
          <p:cNvSpPr>
            <a:spLocks noGrp="1"/>
          </p:cNvSpPr>
          <p:nvPr>
            <p:ph type="title"/>
          </p:nvPr>
        </p:nvSpPr>
        <p:spPr/>
        <p:txBody>
          <a:bodyPr/>
          <a:lstStyle/>
          <a:p>
            <a:r>
              <a:rPr lang="en-US" dirty="0"/>
              <a:t>Recall</a:t>
            </a:r>
            <a:endParaRPr lang="en-SG" dirty="0"/>
          </a:p>
        </p:txBody>
      </p:sp>
    </p:spTree>
    <p:extLst>
      <p:ext uri="{BB962C8B-B14F-4D97-AF65-F5344CB8AC3E}">
        <p14:creationId xmlns:p14="http://schemas.microsoft.com/office/powerpoint/2010/main" val="86209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8368" y="544354"/>
            <a:ext cx="9783854" cy="886397"/>
          </a:xfrm>
          <a:prstGeom prst="rect">
            <a:avLst/>
          </a:prstGeom>
          <a:noFill/>
        </p:spPr>
        <p:txBody>
          <a:bodyPr wrap="square" lIns="27432" tIns="27432" rIns="27432" bIns="27432" anchor="ctr">
            <a:spAutoFit/>
          </a:bodyPr>
          <a:lstStyle/>
          <a:p>
            <a:pPr algn="l">
              <a:spcAft>
                <a:spcPts val="0"/>
              </a:spcAft>
            </a:pPr>
            <a:r>
              <a:rPr sz="2700" b="1" dirty="0">
                <a:solidFill>
                  <a:srgbClr val="17283D"/>
                </a:solidFill>
                <a:latin typeface="Arial Black" panose="020B0A04020102020204" pitchFamily="34" charset="0"/>
              </a:rPr>
              <a:t>A single Express app</a:t>
            </a:r>
            <a:r>
              <a:rPr lang="en-US" sz="2700" b="1" dirty="0">
                <a:solidFill>
                  <a:srgbClr val="17283D"/>
                </a:solidFill>
                <a:latin typeface="Arial Black" panose="020B0A04020102020204" pitchFamily="34" charset="0"/>
              </a:rPr>
              <a:t>.js</a:t>
            </a:r>
            <a:r>
              <a:rPr sz="2700" b="1" dirty="0">
                <a:solidFill>
                  <a:srgbClr val="17283D"/>
                </a:solidFill>
                <a:latin typeface="Arial Black" panose="020B0A04020102020204" pitchFamily="34" charset="0"/>
              </a:rPr>
              <a:t> renders pages and coordinates persistence</a:t>
            </a:r>
          </a:p>
        </p:txBody>
      </p:sp>
      <p:sp>
        <p:nvSpPr>
          <p:cNvPr id="4" name="TextBox 3"/>
          <p:cNvSpPr txBox="1"/>
          <p:nvPr/>
        </p:nvSpPr>
        <p:spPr>
          <a:xfrm>
            <a:off x="675753" y="1412463"/>
            <a:ext cx="10607040" cy="365760"/>
          </a:xfrm>
          <a:prstGeom prst="rect">
            <a:avLst/>
          </a:prstGeom>
          <a:noFill/>
        </p:spPr>
        <p:txBody>
          <a:bodyPr wrap="square" lIns="27432" tIns="27432" rIns="27432" bIns="27432" anchor="ctr">
            <a:spAutoFit/>
          </a:bodyPr>
          <a:lstStyle/>
          <a:p>
            <a:pPr algn="l">
              <a:spcAft>
                <a:spcPts val="0"/>
              </a:spcAft>
            </a:pPr>
            <a:r>
              <a:rPr sz="1200" b="0" dirty="0">
                <a:solidFill>
                  <a:srgbClr val="68788D"/>
                </a:solidFill>
                <a:latin typeface="Aptos"/>
              </a:rPr>
              <a:t>The Week 01 app is intentionally compact: routes call MySQL, then render EJS views.</a:t>
            </a:r>
          </a:p>
        </p:txBody>
      </p:sp>
      <p:sp>
        <p:nvSpPr>
          <p:cNvPr id="5" name="Rounded Rectangle 4"/>
          <p:cNvSpPr/>
          <p:nvPr/>
        </p:nvSpPr>
        <p:spPr>
          <a:xfrm>
            <a:off x="713232"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ectangle 5"/>
          <p:cNvSpPr/>
          <p:nvPr/>
        </p:nvSpPr>
        <p:spPr>
          <a:xfrm>
            <a:off x="713232" y="1956816"/>
            <a:ext cx="2048256" cy="73152"/>
          </a:xfrm>
          <a:prstGeom prst="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822960"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Browser</a:t>
            </a:r>
          </a:p>
        </p:txBody>
      </p:sp>
      <p:sp>
        <p:nvSpPr>
          <p:cNvPr id="8" name="TextBox 7"/>
          <p:cNvSpPr txBox="1"/>
          <p:nvPr/>
        </p:nvSpPr>
        <p:spPr>
          <a:xfrm>
            <a:off x="822960"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Forms + links</a:t>
            </a:r>
          </a:p>
        </p:txBody>
      </p:sp>
      <p:sp>
        <p:nvSpPr>
          <p:cNvPr id="9" name="Rounded Rectangle 8"/>
          <p:cNvSpPr/>
          <p:nvPr/>
        </p:nvSpPr>
        <p:spPr>
          <a:xfrm>
            <a:off x="3163824"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ectangle 9"/>
          <p:cNvSpPr/>
          <p:nvPr/>
        </p:nvSpPr>
        <p:spPr>
          <a:xfrm>
            <a:off x="3163824" y="1956816"/>
            <a:ext cx="2048256" cy="73152"/>
          </a:xfrm>
          <a:prstGeom prst="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3273552"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Express</a:t>
            </a:r>
          </a:p>
        </p:txBody>
      </p:sp>
      <p:sp>
        <p:nvSpPr>
          <p:cNvPr id="12" name="TextBox 11"/>
          <p:cNvSpPr txBox="1"/>
          <p:nvPr/>
        </p:nvSpPr>
        <p:spPr>
          <a:xfrm>
            <a:off x="3273552"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Routes + middleware</a:t>
            </a:r>
          </a:p>
        </p:txBody>
      </p:sp>
      <p:sp>
        <p:nvSpPr>
          <p:cNvPr id="13" name="Rounded Rectangle 12"/>
          <p:cNvSpPr/>
          <p:nvPr/>
        </p:nvSpPr>
        <p:spPr>
          <a:xfrm>
            <a:off x="5614416"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ectangle 13"/>
          <p:cNvSpPr/>
          <p:nvPr/>
        </p:nvSpPr>
        <p:spPr>
          <a:xfrm>
            <a:off x="5614416" y="1956816"/>
            <a:ext cx="2048256" cy="73152"/>
          </a:xfrm>
          <a:prstGeom prst="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5724144"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MySQL</a:t>
            </a:r>
          </a:p>
        </p:txBody>
      </p:sp>
      <p:sp>
        <p:nvSpPr>
          <p:cNvPr id="16" name="TextBox 15"/>
          <p:cNvSpPr txBox="1"/>
          <p:nvPr/>
        </p:nvSpPr>
        <p:spPr>
          <a:xfrm>
            <a:off x="5724144"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users / pets / journal</a:t>
            </a:r>
          </a:p>
        </p:txBody>
      </p:sp>
      <p:sp>
        <p:nvSpPr>
          <p:cNvPr id="17" name="Rounded Rectangle 16"/>
          <p:cNvSpPr/>
          <p:nvPr/>
        </p:nvSpPr>
        <p:spPr>
          <a:xfrm>
            <a:off x="8065008"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ectangle 17"/>
          <p:cNvSpPr/>
          <p:nvPr/>
        </p:nvSpPr>
        <p:spPr>
          <a:xfrm>
            <a:off x="8065008" y="1956816"/>
            <a:ext cx="2048256" cy="73152"/>
          </a:xfrm>
          <a:prstGeom prst="rect">
            <a:avLst/>
          </a:prstGeom>
          <a:solidFill>
            <a:srgbClr val="1C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8174736"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EJS</a:t>
            </a:r>
          </a:p>
        </p:txBody>
      </p:sp>
      <p:sp>
        <p:nvSpPr>
          <p:cNvPr id="20" name="TextBox 19"/>
          <p:cNvSpPr txBox="1"/>
          <p:nvPr/>
        </p:nvSpPr>
        <p:spPr>
          <a:xfrm>
            <a:off x="8174736"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Server-rendered pages</a:t>
            </a:r>
          </a:p>
        </p:txBody>
      </p:sp>
      <p:cxnSp>
        <p:nvCxnSpPr>
          <p:cNvPr id="21" name="Connector 20"/>
          <p:cNvCxnSpPr/>
          <p:nvPr/>
        </p:nvCxnSpPr>
        <p:spPr>
          <a:xfrm>
            <a:off x="2788920"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39512"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90104"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ounded Rectangle 24"/>
          <p:cNvSpPr/>
          <p:nvPr/>
        </p:nvSpPr>
        <p:spPr>
          <a:xfrm>
            <a:off x="868680" y="3749039"/>
            <a:ext cx="64008" cy="987552"/>
          </a:xfrm>
          <a:prstGeom prst="round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1060704"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Session + flash</a:t>
            </a:r>
          </a:p>
        </p:txBody>
      </p:sp>
      <p:sp>
        <p:nvSpPr>
          <p:cNvPr id="27" name="TextBox 26"/>
          <p:cNvSpPr txBox="1"/>
          <p:nvPr/>
        </p:nvSpPr>
        <p:spPr>
          <a:xfrm>
            <a:off x="1060704"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Session stores login state; flash displays login/signup feedback.</a:t>
            </a:r>
          </a:p>
        </p:txBody>
      </p:sp>
      <p:sp>
        <p:nvSpPr>
          <p:cNvPr id="28" name="Rounded Rectangle 27"/>
          <p:cNvSpPr/>
          <p:nvPr/>
        </p:nvSpPr>
        <p:spPr>
          <a:xfrm>
            <a:off x="4389120"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ounded Rectangle 28"/>
          <p:cNvSpPr/>
          <p:nvPr/>
        </p:nvSpPr>
        <p:spPr>
          <a:xfrm>
            <a:off x="4544568" y="3749039"/>
            <a:ext cx="64008" cy="987552"/>
          </a:xfrm>
          <a:prstGeom prst="round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4736592"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Multer uploads</a:t>
            </a:r>
          </a:p>
        </p:txBody>
      </p:sp>
      <p:sp>
        <p:nvSpPr>
          <p:cNvPr id="31" name="TextBox 30"/>
          <p:cNvSpPr txBox="1"/>
          <p:nvPr/>
        </p:nvSpPr>
        <p:spPr>
          <a:xfrm>
            <a:off x="4736592"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Pet images are saved under public/images; DB keeps the filename.</a:t>
            </a:r>
          </a:p>
        </p:txBody>
      </p:sp>
      <p:sp>
        <p:nvSpPr>
          <p:cNvPr id="32" name="Rounded Rectangle 31"/>
          <p:cNvSpPr/>
          <p:nvPr/>
        </p:nvSpPr>
        <p:spPr>
          <a:xfrm>
            <a:off x="8065008"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Rounded Rectangle 32"/>
          <p:cNvSpPr/>
          <p:nvPr/>
        </p:nvSpPr>
        <p:spPr>
          <a:xfrm>
            <a:off x="8220456" y="3749039"/>
            <a:ext cx="64008" cy="987552"/>
          </a:xfrm>
          <a:prstGeom prst="round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8412480"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Admin routes</a:t>
            </a:r>
          </a:p>
        </p:txBody>
      </p:sp>
      <p:sp>
        <p:nvSpPr>
          <p:cNvPr id="35" name="TextBox 34"/>
          <p:cNvSpPr txBox="1"/>
          <p:nvPr/>
        </p:nvSpPr>
        <p:spPr>
          <a:xfrm>
            <a:off x="8412480"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Role-check dashboard and users; inspect user pets and journals.</a:t>
            </a:r>
          </a:p>
        </p:txBody>
      </p:sp>
      <p:sp>
        <p:nvSpPr>
          <p:cNvPr id="36" name="Rounded Rectangle 35"/>
          <p:cNvSpPr/>
          <p:nvPr/>
        </p:nvSpPr>
        <p:spPr>
          <a:xfrm>
            <a:off x="731520" y="5330952"/>
            <a:ext cx="10753344" cy="585216"/>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932688" y="5392907"/>
            <a:ext cx="10332720" cy="424732"/>
          </a:xfrm>
          <a:prstGeom prst="rect">
            <a:avLst/>
          </a:prstGeom>
          <a:noFill/>
        </p:spPr>
        <p:txBody>
          <a:bodyPr wrap="square" lIns="27432" tIns="27432" rIns="27432" bIns="27432" anchor="ctr">
            <a:spAutoFit/>
          </a:bodyPr>
          <a:lstStyle/>
          <a:p>
            <a:pPr algn="ctr">
              <a:spcAft>
                <a:spcPts val="0"/>
              </a:spcAft>
            </a:pPr>
            <a:r>
              <a:rPr sz="1200" b="1" dirty="0">
                <a:solidFill>
                  <a:srgbClr val="865B14"/>
                </a:solidFill>
                <a:latin typeface="Aptos"/>
              </a:rPr>
              <a:t>Good next steps: move secrets to environment config, strengthen password hashing, add CSRF protection, and use transactions for multi-step signup.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562686A-C255-5695-6030-7C60FD799C4B}"/>
              </a:ext>
            </a:extLst>
          </p:cNvPr>
          <p:cNvSpPr>
            <a:spLocks noGrp="1"/>
          </p:cNvSpPr>
          <p:nvPr>
            <p:ph sz="quarter" idx="20"/>
          </p:nvPr>
        </p:nvSpPr>
        <p:spPr>
          <a:xfrm>
            <a:off x="6894946" y="1758950"/>
            <a:ext cx="4750889" cy="4489450"/>
          </a:xfrm>
        </p:spPr>
        <p:txBody>
          <a:bodyPr/>
          <a:lstStyle/>
          <a:p>
            <a:r>
              <a:rPr lang="en-SG" b="1" dirty="0"/>
              <a:t>app.js </a:t>
            </a:r>
            <a:r>
              <a:rPr lang="en-SG" dirty="0"/>
              <a:t>is a single-file Express server for the Pet Care Journal System. </a:t>
            </a:r>
            <a:endParaRPr lang="en-US" dirty="0"/>
          </a:p>
          <a:p>
            <a:endParaRPr lang="en-US" dirty="0"/>
          </a:p>
        </p:txBody>
      </p:sp>
      <p:sp>
        <p:nvSpPr>
          <p:cNvPr id="3" name="Title 2">
            <a:extLst>
              <a:ext uri="{FF2B5EF4-FFF2-40B4-BE49-F238E27FC236}">
                <a16:creationId xmlns:a16="http://schemas.microsoft.com/office/drawing/2014/main" id="{E7CC51B7-8B7F-809F-04E4-6072B1810379}"/>
              </a:ext>
            </a:extLst>
          </p:cNvPr>
          <p:cNvSpPr>
            <a:spLocks noGrp="1"/>
          </p:cNvSpPr>
          <p:nvPr>
            <p:ph type="title"/>
          </p:nvPr>
        </p:nvSpPr>
        <p:spPr>
          <a:xfrm>
            <a:off x="546165" y="785814"/>
            <a:ext cx="10531410" cy="623667"/>
          </a:xfrm>
        </p:spPr>
        <p:txBody>
          <a:bodyPr anchor="ctr">
            <a:normAutofit/>
          </a:bodyPr>
          <a:lstStyle/>
          <a:p>
            <a:r>
              <a:rPr lang="en-SG" dirty="0"/>
              <a:t>app.js </a:t>
            </a:r>
          </a:p>
        </p:txBody>
      </p:sp>
      <p:graphicFrame>
        <p:nvGraphicFramePr>
          <p:cNvPr id="5" name="Text Placeholder 1">
            <a:extLst>
              <a:ext uri="{FF2B5EF4-FFF2-40B4-BE49-F238E27FC236}">
                <a16:creationId xmlns:a16="http://schemas.microsoft.com/office/drawing/2014/main" id="{8A19DB91-B3E1-4817-D4C5-C56C73A8FF18}"/>
              </a:ext>
            </a:extLst>
          </p:cNvPr>
          <p:cNvGraphicFramePr/>
          <p:nvPr/>
        </p:nvGraphicFramePr>
        <p:xfrm>
          <a:off x="546165" y="1457753"/>
          <a:ext cx="6120245" cy="5188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Cat Loading GIFs | Tenor">
            <a:extLst>
              <a:ext uri="{FF2B5EF4-FFF2-40B4-BE49-F238E27FC236}">
                <a16:creationId xmlns:a16="http://schemas.microsoft.com/office/drawing/2014/main" id="{68E9D141-3901-6B96-5866-4E3098E014D5}"/>
              </a:ext>
            </a:extLst>
          </p:cNvPr>
          <p:cNvPicPr>
            <a:picLocks noChangeAspect="1"/>
          </p:cNvPicPr>
          <p:nvPr/>
        </p:nvPicPr>
        <p:blipFill>
          <a:blip r:embed="rId8"/>
          <a:stretch>
            <a:fillRect/>
          </a:stretch>
        </p:blipFill>
        <p:spPr>
          <a:xfrm>
            <a:off x="8222640" y="3437331"/>
            <a:ext cx="2095500" cy="2095500"/>
          </a:xfrm>
          <a:prstGeom prst="rect">
            <a:avLst/>
          </a:prstGeom>
        </p:spPr>
      </p:pic>
      <p:sp>
        <p:nvSpPr>
          <p:cNvPr id="6" name="TextBox 5">
            <a:extLst>
              <a:ext uri="{FF2B5EF4-FFF2-40B4-BE49-F238E27FC236}">
                <a16:creationId xmlns:a16="http://schemas.microsoft.com/office/drawing/2014/main" id="{0C196BDD-1459-ECA9-56DB-1DD5D9EC1F52}"/>
              </a:ext>
            </a:extLst>
          </p:cNvPr>
          <p:cNvSpPr txBox="1"/>
          <p:nvPr/>
        </p:nvSpPr>
        <p:spPr>
          <a:xfrm>
            <a:off x="8222640" y="5532831"/>
            <a:ext cx="2095500" cy="738664"/>
          </a:xfrm>
          <a:prstGeom prst="rect">
            <a:avLst/>
          </a:prstGeom>
          <a:noFill/>
        </p:spPr>
        <p:txBody>
          <a:bodyPr wrap="square" rtlCol="0">
            <a:spAutoFit/>
          </a:bodyPr>
          <a:lstStyle/>
          <a:p>
            <a:r>
              <a:rPr lang="en-SG" sz="1050" dirty="0">
                <a:solidFill>
                  <a:schemeClr val="bg2">
                    <a:lumMod val="75000"/>
                  </a:schemeClr>
                </a:solidFill>
              </a:rPr>
              <a:t>https://tenor.com/view/cat-cat-meme-cat-memes-meme-loading-gif-11112458141014207448</a:t>
            </a:r>
          </a:p>
        </p:txBody>
      </p:sp>
    </p:spTree>
    <p:extLst>
      <p:ext uri="{BB962C8B-B14F-4D97-AF65-F5344CB8AC3E}">
        <p14:creationId xmlns:p14="http://schemas.microsoft.com/office/powerpoint/2010/main" val="230921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62E69A-3AFE-6EFC-8763-659FA3468192}"/>
              </a:ext>
            </a:extLst>
          </p:cNvPr>
          <p:cNvPicPr>
            <a:picLocks noChangeAspect="1"/>
          </p:cNvPicPr>
          <p:nvPr/>
        </p:nvPicPr>
        <p:blipFill>
          <a:blip r:embed="rId3"/>
          <a:stretch>
            <a:fillRect/>
          </a:stretch>
        </p:blipFill>
        <p:spPr>
          <a:xfrm>
            <a:off x="5111435" y="1442588"/>
            <a:ext cx="1865521" cy="5225707"/>
          </a:xfrm>
          <a:prstGeom prst="rect">
            <a:avLst/>
          </a:prstGeom>
        </p:spPr>
      </p:pic>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a:bodyPr>
          <a:lstStyle/>
          <a:p>
            <a:r>
              <a:rPr lang="en-SG" dirty="0" err="1"/>
              <a:t>PetCareApp</a:t>
            </a:r>
            <a:r>
              <a:rPr lang="en-SG" dirty="0"/>
              <a:t> Project Folder Structure</a:t>
            </a:r>
          </a:p>
        </p:txBody>
      </p:sp>
      <p:sp>
        <p:nvSpPr>
          <p:cNvPr id="6" name="Rectangle 5">
            <a:extLst>
              <a:ext uri="{FF2B5EF4-FFF2-40B4-BE49-F238E27FC236}">
                <a16:creationId xmlns:a16="http://schemas.microsoft.com/office/drawing/2014/main" id="{6A43C3A2-D0E8-3975-DEEE-E6954D591E2E}"/>
              </a:ext>
            </a:extLst>
          </p:cNvPr>
          <p:cNvSpPr/>
          <p:nvPr/>
        </p:nvSpPr>
        <p:spPr>
          <a:xfrm>
            <a:off x="5296130" y="1419281"/>
            <a:ext cx="941385" cy="2518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2586913" y="1573630"/>
            <a:ext cx="1075230"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3662143" y="1545225"/>
            <a:ext cx="1633986" cy="1669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5296130" y="1694030"/>
            <a:ext cx="1142429"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2102264" y="2172830"/>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4146793" y="1806183"/>
            <a:ext cx="1149337" cy="68981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5296129" y="1944455"/>
            <a:ext cx="601752"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7563917" y="1575351"/>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5897882" y="1806184"/>
            <a:ext cx="1666035" cy="2611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5296130" y="2231218"/>
            <a:ext cx="1445966" cy="316384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7735763" y="3004050"/>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a:off x="6742096" y="3234883"/>
            <a:ext cx="993666" cy="578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5296129" y="5668752"/>
            <a:ext cx="601752"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1857435" y="4504291"/>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4335459" y="4735124"/>
            <a:ext cx="960670" cy="104506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5294636" y="6429462"/>
            <a:ext cx="1029965" cy="1858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1885515" y="5749822"/>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4363539" y="6165320"/>
            <a:ext cx="931096" cy="3570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5294635" y="6165320"/>
            <a:ext cx="1368750"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7752931" y="5697527"/>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6663386" y="6020692"/>
            <a:ext cx="1089545" cy="2560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3" name="Rectangle 62">
            <a:extLst>
              <a:ext uri="{FF2B5EF4-FFF2-40B4-BE49-F238E27FC236}">
                <a16:creationId xmlns:a16="http://schemas.microsoft.com/office/drawing/2014/main" id="{67C9F2EE-A262-05B7-4133-51599413D37F}"/>
              </a:ext>
            </a:extLst>
          </p:cNvPr>
          <p:cNvSpPr/>
          <p:nvPr/>
        </p:nvSpPr>
        <p:spPr>
          <a:xfrm>
            <a:off x="5294635" y="5418926"/>
            <a:ext cx="1368750" cy="1914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4" name="TextBox 63">
            <a:extLst>
              <a:ext uri="{FF2B5EF4-FFF2-40B4-BE49-F238E27FC236}">
                <a16:creationId xmlns:a16="http://schemas.microsoft.com/office/drawing/2014/main" id="{155FB508-8710-661C-717C-CD0D73343D5D}"/>
              </a:ext>
            </a:extLst>
          </p:cNvPr>
          <p:cNvSpPr txBox="1"/>
          <p:nvPr/>
        </p:nvSpPr>
        <p:spPr>
          <a:xfrm>
            <a:off x="7900905" y="4540597"/>
            <a:ext cx="2308431" cy="461665"/>
          </a:xfrm>
          <a:prstGeom prst="rect">
            <a:avLst/>
          </a:prstGeom>
          <a:noFill/>
          <a:ln>
            <a:solidFill>
              <a:srgbClr val="FF0000"/>
            </a:solidFill>
          </a:ln>
        </p:spPr>
        <p:txBody>
          <a:bodyPr wrap="square" rtlCol="0">
            <a:spAutoFit/>
          </a:bodyPr>
          <a:lstStyle/>
          <a:p>
            <a:pPr algn="ctr"/>
            <a:r>
              <a:rPr lang="en-US" sz="1200" dirty="0"/>
              <a:t>F</a:t>
            </a:r>
            <a:r>
              <a:rPr lang="en-SG" sz="1200" dirty="0" err="1"/>
              <a:t>iles</a:t>
            </a:r>
            <a:r>
              <a:rPr lang="en-SG" sz="1200" dirty="0"/>
              <a:t> to be ignored when pushing to git</a:t>
            </a:r>
          </a:p>
        </p:txBody>
      </p:sp>
      <p:cxnSp>
        <p:nvCxnSpPr>
          <p:cNvPr id="65" name="Straight Arrow Connector 64">
            <a:extLst>
              <a:ext uri="{FF2B5EF4-FFF2-40B4-BE49-F238E27FC236}">
                <a16:creationId xmlns:a16="http://schemas.microsoft.com/office/drawing/2014/main" id="{E0C54A3A-B22F-090D-9ED8-D60D435D9CCF}"/>
              </a:ext>
            </a:extLst>
          </p:cNvPr>
          <p:cNvCxnSpPr>
            <a:cxnSpLocks/>
            <a:stCxn id="64" idx="1"/>
            <a:endCxn id="63" idx="3"/>
          </p:cNvCxnSpPr>
          <p:nvPr/>
        </p:nvCxnSpPr>
        <p:spPr>
          <a:xfrm flipH="1">
            <a:off x="6663386" y="4771429"/>
            <a:ext cx="1237519" cy="7431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998044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79D00332-B645-2A0B-86CC-292FB143B7F3}"/>
              </a:ext>
            </a:extLst>
          </p:cNvPr>
          <p:cNvPicPr>
            <a:picLocks noChangeAspect="1"/>
          </p:cNvPicPr>
          <p:nvPr/>
        </p:nvPicPr>
        <p:blipFill>
          <a:blip r:embed="rId3"/>
          <a:stretch>
            <a:fillRect/>
          </a:stretch>
        </p:blipFill>
        <p:spPr>
          <a:xfrm>
            <a:off x="5839456" y="4810643"/>
            <a:ext cx="4135099" cy="1761477"/>
          </a:xfrm>
          <a:prstGeom prst="rect">
            <a:avLst/>
          </a:prstGeom>
        </p:spPr>
      </p:pic>
      <p:pic>
        <p:nvPicPr>
          <p:cNvPr id="22" name="Picture 21">
            <a:extLst>
              <a:ext uri="{FF2B5EF4-FFF2-40B4-BE49-F238E27FC236}">
                <a16:creationId xmlns:a16="http://schemas.microsoft.com/office/drawing/2014/main" id="{DC3CF583-7AE8-0474-9888-2E5F41F1A1DB}"/>
              </a:ext>
            </a:extLst>
          </p:cNvPr>
          <p:cNvPicPr>
            <a:picLocks noChangeAspect="1"/>
          </p:cNvPicPr>
          <p:nvPr/>
        </p:nvPicPr>
        <p:blipFill>
          <a:blip r:embed="rId4"/>
          <a:stretch>
            <a:fillRect/>
          </a:stretch>
        </p:blipFill>
        <p:spPr>
          <a:xfrm>
            <a:off x="6078586" y="1026422"/>
            <a:ext cx="3759393" cy="3733992"/>
          </a:xfrm>
          <a:prstGeom prst="rect">
            <a:avLst/>
          </a:prstGeom>
        </p:spPr>
      </p:pic>
      <p:pic>
        <p:nvPicPr>
          <p:cNvPr id="20" name="Picture 19">
            <a:extLst>
              <a:ext uri="{FF2B5EF4-FFF2-40B4-BE49-F238E27FC236}">
                <a16:creationId xmlns:a16="http://schemas.microsoft.com/office/drawing/2014/main" id="{6280669B-FBB9-7C8B-422E-B4360DC671A0}"/>
              </a:ext>
            </a:extLst>
          </p:cNvPr>
          <p:cNvPicPr>
            <a:picLocks noChangeAspect="1"/>
          </p:cNvPicPr>
          <p:nvPr/>
        </p:nvPicPr>
        <p:blipFill>
          <a:blip r:embed="rId5"/>
          <a:stretch>
            <a:fillRect/>
          </a:stretch>
        </p:blipFill>
        <p:spPr>
          <a:xfrm>
            <a:off x="418948" y="1349076"/>
            <a:ext cx="4826248" cy="3949903"/>
          </a:xfrm>
          <a:prstGeom prst="rect">
            <a:avLst/>
          </a:prstGeom>
        </p:spPr>
      </p:pic>
      <p:sp>
        <p:nvSpPr>
          <p:cNvPr id="5" name="TextBox 4">
            <a:extLst>
              <a:ext uri="{FF2B5EF4-FFF2-40B4-BE49-F238E27FC236}">
                <a16:creationId xmlns:a16="http://schemas.microsoft.com/office/drawing/2014/main" id="{C048780F-A9CD-1F33-5327-FC85FACE2E97}"/>
              </a:ext>
            </a:extLst>
          </p:cNvPr>
          <p:cNvSpPr txBox="1"/>
          <p:nvPr/>
        </p:nvSpPr>
        <p:spPr>
          <a:xfrm>
            <a:off x="7958282" y="6110455"/>
            <a:ext cx="1957459" cy="307777"/>
          </a:xfrm>
          <a:prstGeom prst="rect">
            <a:avLst/>
          </a:prstGeom>
          <a:solidFill>
            <a:schemeClr val="bg1"/>
          </a:solidFill>
        </p:spPr>
        <p:txBody>
          <a:bodyPr wrap="none" rtlCol="0">
            <a:spAutoFit/>
          </a:bodyPr>
          <a:lstStyle/>
          <a:p>
            <a:r>
              <a:rPr lang="en-SG" sz="1400" b="1" dirty="0" err="1"/>
              <a:t>adminUserDetails.ejs</a:t>
            </a:r>
            <a:endParaRPr lang="en-SG" sz="1400" b="1" dirty="0"/>
          </a:p>
        </p:txBody>
      </p:sp>
      <p:sp>
        <p:nvSpPr>
          <p:cNvPr id="6" name="TextBox 5">
            <a:extLst>
              <a:ext uri="{FF2B5EF4-FFF2-40B4-BE49-F238E27FC236}">
                <a16:creationId xmlns:a16="http://schemas.microsoft.com/office/drawing/2014/main" id="{688C0639-5F3B-2EB4-0873-ECDAC410DCDA}"/>
              </a:ext>
            </a:extLst>
          </p:cNvPr>
          <p:cNvSpPr txBox="1"/>
          <p:nvPr/>
        </p:nvSpPr>
        <p:spPr>
          <a:xfrm>
            <a:off x="9083114" y="4298750"/>
            <a:ext cx="681597" cy="307777"/>
          </a:xfrm>
          <a:prstGeom prst="rect">
            <a:avLst/>
          </a:prstGeom>
          <a:solidFill>
            <a:schemeClr val="bg1"/>
          </a:solidFill>
        </p:spPr>
        <p:txBody>
          <a:bodyPr wrap="none" rtlCol="0">
            <a:spAutoFit/>
          </a:bodyPr>
          <a:lstStyle/>
          <a:p>
            <a:r>
              <a:rPr lang="en-SG" sz="1400" b="1" dirty="0"/>
              <a:t>app.js</a:t>
            </a:r>
          </a:p>
        </p:txBody>
      </p:sp>
      <p:sp>
        <p:nvSpPr>
          <p:cNvPr id="7" name="TextBox 6">
            <a:extLst>
              <a:ext uri="{FF2B5EF4-FFF2-40B4-BE49-F238E27FC236}">
                <a16:creationId xmlns:a16="http://schemas.microsoft.com/office/drawing/2014/main" id="{83BB6148-4DF6-C705-DBF8-724CCF28D71D}"/>
              </a:ext>
            </a:extLst>
          </p:cNvPr>
          <p:cNvSpPr txBox="1"/>
          <p:nvPr/>
        </p:nvSpPr>
        <p:spPr>
          <a:xfrm>
            <a:off x="418948" y="1001488"/>
            <a:ext cx="4909293" cy="276999"/>
          </a:xfrm>
          <a:prstGeom prst="rect">
            <a:avLst/>
          </a:prstGeom>
          <a:noFill/>
          <a:ln w="19050">
            <a:solidFill>
              <a:srgbClr val="FF0000"/>
            </a:solidFill>
          </a:ln>
        </p:spPr>
        <p:txBody>
          <a:bodyPr wrap="none" rtlCol="0">
            <a:spAutoFit/>
          </a:bodyPr>
          <a:lstStyle/>
          <a:p>
            <a:r>
              <a:rPr lang="en-SG" sz="1200" dirty="0"/>
              <a:t>1. User  clicks on a link or enters </a:t>
            </a:r>
            <a:r>
              <a:rPr lang="en-SG" sz="1200" dirty="0" err="1"/>
              <a:t>url</a:t>
            </a:r>
            <a:r>
              <a:rPr lang="en-SG" sz="1200" dirty="0"/>
              <a:t> into web browser to make a request</a:t>
            </a:r>
          </a:p>
        </p:txBody>
      </p:sp>
      <p:sp>
        <p:nvSpPr>
          <p:cNvPr id="8" name="Rectangle 7">
            <a:extLst>
              <a:ext uri="{FF2B5EF4-FFF2-40B4-BE49-F238E27FC236}">
                <a16:creationId xmlns:a16="http://schemas.microsoft.com/office/drawing/2014/main" id="{DB5A0B0C-BA0B-F60D-5E3E-EBFE19C13640}"/>
              </a:ext>
            </a:extLst>
          </p:cNvPr>
          <p:cNvSpPr/>
          <p:nvPr/>
        </p:nvSpPr>
        <p:spPr>
          <a:xfrm>
            <a:off x="1252338" y="1508202"/>
            <a:ext cx="1490472" cy="301752"/>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AA9E5EA9-6275-8002-71C0-49F250683BE6}"/>
              </a:ext>
            </a:extLst>
          </p:cNvPr>
          <p:cNvSpPr txBox="1"/>
          <p:nvPr/>
        </p:nvSpPr>
        <p:spPr>
          <a:xfrm>
            <a:off x="6096000" y="479199"/>
            <a:ext cx="3963149" cy="461665"/>
          </a:xfrm>
          <a:prstGeom prst="rect">
            <a:avLst/>
          </a:prstGeom>
          <a:noFill/>
          <a:ln w="19050">
            <a:solidFill>
              <a:srgbClr val="00B0F0"/>
            </a:solidFill>
          </a:ln>
        </p:spPr>
        <p:txBody>
          <a:bodyPr wrap="square" rtlCol="0">
            <a:spAutoFit/>
          </a:bodyPr>
          <a:lstStyle/>
          <a:p>
            <a:r>
              <a:rPr lang="en-SG" sz="1200" dirty="0"/>
              <a:t>2. In app.js, Express identifies the route handler that matches the request’s HTTP method and URL path.</a:t>
            </a:r>
          </a:p>
        </p:txBody>
      </p:sp>
      <p:sp>
        <p:nvSpPr>
          <p:cNvPr id="10" name="Rectangle 9">
            <a:extLst>
              <a:ext uri="{FF2B5EF4-FFF2-40B4-BE49-F238E27FC236}">
                <a16:creationId xmlns:a16="http://schemas.microsoft.com/office/drawing/2014/main" id="{FBFE9F9C-615A-90FB-8448-20B8B90B0E83}"/>
              </a:ext>
            </a:extLst>
          </p:cNvPr>
          <p:cNvSpPr/>
          <p:nvPr/>
        </p:nvSpPr>
        <p:spPr>
          <a:xfrm>
            <a:off x="6460104" y="1001488"/>
            <a:ext cx="942975" cy="130771"/>
          </a:xfrm>
          <a:prstGeom prst="rect">
            <a:avLst/>
          </a:prstGeom>
          <a:noFill/>
          <a:ln w="1905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60126E81-B21C-B499-CCDB-37EFF205B5F1}"/>
              </a:ext>
            </a:extLst>
          </p:cNvPr>
          <p:cNvSpPr/>
          <p:nvPr/>
        </p:nvSpPr>
        <p:spPr>
          <a:xfrm>
            <a:off x="6460103" y="3480429"/>
            <a:ext cx="1498178" cy="698104"/>
          </a:xfrm>
          <a:prstGeom prst="rect">
            <a:avLst/>
          </a:prstGeom>
          <a:no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171DCAC2-2BF7-E2EA-1CF5-04C09963F6E9}"/>
              </a:ext>
            </a:extLst>
          </p:cNvPr>
          <p:cNvSpPr/>
          <p:nvPr/>
        </p:nvSpPr>
        <p:spPr>
          <a:xfrm>
            <a:off x="6189662" y="1147670"/>
            <a:ext cx="1556317" cy="130771"/>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AC9EFB71-6BB8-46F0-DB59-3A991DD5AC40}"/>
              </a:ext>
            </a:extLst>
          </p:cNvPr>
          <p:cNvSpPr txBox="1"/>
          <p:nvPr/>
        </p:nvSpPr>
        <p:spPr>
          <a:xfrm>
            <a:off x="592111" y="5365812"/>
            <a:ext cx="3907702" cy="461665"/>
          </a:xfrm>
          <a:prstGeom prst="rect">
            <a:avLst/>
          </a:prstGeom>
          <a:noFill/>
          <a:ln w="19050">
            <a:solidFill>
              <a:srgbClr val="7030A0"/>
            </a:solidFill>
          </a:ln>
        </p:spPr>
        <p:txBody>
          <a:bodyPr wrap="square" rtlCol="0">
            <a:spAutoFit/>
          </a:bodyPr>
          <a:lstStyle/>
          <a:p>
            <a:r>
              <a:rPr lang="en-SG" sz="1200" dirty="0"/>
              <a:t>3. The id is extracted from the URL and the data is retrieved from the database to be processed.</a:t>
            </a:r>
          </a:p>
        </p:txBody>
      </p:sp>
      <p:sp>
        <p:nvSpPr>
          <p:cNvPr id="14" name="TextBox 13">
            <a:extLst>
              <a:ext uri="{FF2B5EF4-FFF2-40B4-BE49-F238E27FC236}">
                <a16:creationId xmlns:a16="http://schemas.microsoft.com/office/drawing/2014/main" id="{AC6868D0-9669-A91A-41FF-7B236A4BD205}"/>
              </a:ext>
            </a:extLst>
          </p:cNvPr>
          <p:cNvSpPr txBox="1"/>
          <p:nvPr/>
        </p:nvSpPr>
        <p:spPr>
          <a:xfrm>
            <a:off x="592111" y="5915369"/>
            <a:ext cx="3907702" cy="461665"/>
          </a:xfrm>
          <a:prstGeom prst="rect">
            <a:avLst/>
          </a:prstGeom>
          <a:noFill/>
          <a:ln w="19050">
            <a:solidFill>
              <a:srgbClr val="00B050"/>
            </a:solidFill>
          </a:ln>
        </p:spPr>
        <p:txBody>
          <a:bodyPr wrap="square" rtlCol="0">
            <a:spAutoFit/>
          </a:bodyPr>
          <a:lstStyle/>
          <a:p>
            <a:r>
              <a:rPr lang="en-SG" sz="1200" dirty="0"/>
              <a:t>4. The handler passes the retrieved data to </a:t>
            </a:r>
            <a:r>
              <a:rPr lang="en-SG" sz="1200" dirty="0" err="1"/>
              <a:t>adminUserDetails.ejs</a:t>
            </a:r>
            <a:endParaRPr lang="en-SG" sz="1200" dirty="0"/>
          </a:p>
        </p:txBody>
      </p:sp>
      <p:sp>
        <p:nvSpPr>
          <p:cNvPr id="16" name="Title 1">
            <a:extLst>
              <a:ext uri="{FF2B5EF4-FFF2-40B4-BE49-F238E27FC236}">
                <a16:creationId xmlns:a16="http://schemas.microsoft.com/office/drawing/2014/main" id="{44C5DEF4-929D-5079-5531-496C5A08E880}"/>
              </a:ext>
            </a:extLst>
          </p:cNvPr>
          <p:cNvSpPr txBox="1">
            <a:spLocks/>
          </p:cNvSpPr>
          <p:nvPr/>
        </p:nvSpPr>
        <p:spPr>
          <a:xfrm>
            <a:off x="1879744" y="353111"/>
            <a:ext cx="4034297" cy="604593"/>
          </a:xfrm>
          <a:prstGeom prst="rect">
            <a:avLst/>
          </a:prstGeom>
        </p:spPr>
        <p:txBody>
          <a:bodyPr/>
          <a:lstStyle>
            <a:lvl1pPr algn="l" defTabSz="342900" rtl="0" eaLnBrk="1" latinLnBrk="0" hangingPunct="1">
              <a:spcBef>
                <a:spcPct val="0"/>
              </a:spcBef>
              <a:buNone/>
              <a:defRPr sz="3300" kern="1200">
                <a:solidFill>
                  <a:schemeClr val="tx1"/>
                </a:solidFill>
                <a:latin typeface="Arial"/>
                <a:ea typeface="+mj-ea"/>
                <a:cs typeface="Arial"/>
              </a:defRPr>
            </a:lvl1pPr>
          </a:lstStyle>
          <a:p>
            <a:endParaRPr lang="en-SG" dirty="0">
              <a:solidFill>
                <a:schemeClr val="bg1">
                  <a:lumMod val="50000"/>
                </a:schemeClr>
              </a:solidFill>
            </a:endParaRPr>
          </a:p>
        </p:txBody>
      </p:sp>
      <p:sp>
        <p:nvSpPr>
          <p:cNvPr id="17" name="Rectangle 16">
            <a:extLst>
              <a:ext uri="{FF2B5EF4-FFF2-40B4-BE49-F238E27FC236}">
                <a16:creationId xmlns:a16="http://schemas.microsoft.com/office/drawing/2014/main" id="{8B815475-B999-44EC-3331-71D03263ED7F}"/>
              </a:ext>
            </a:extLst>
          </p:cNvPr>
          <p:cNvSpPr/>
          <p:nvPr/>
        </p:nvSpPr>
        <p:spPr>
          <a:xfrm>
            <a:off x="5747416" y="4760413"/>
            <a:ext cx="4311733" cy="1929940"/>
          </a:xfrm>
          <a:prstGeom prst="rect">
            <a:avLst/>
          </a:prstGeom>
          <a:no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cxnSp>
        <p:nvCxnSpPr>
          <p:cNvPr id="19" name="Straight Arrow Connector 18">
            <a:extLst>
              <a:ext uri="{FF2B5EF4-FFF2-40B4-BE49-F238E27FC236}">
                <a16:creationId xmlns:a16="http://schemas.microsoft.com/office/drawing/2014/main" id="{8F17D2E2-735B-2164-7D0F-CF0EF527EE04}"/>
              </a:ext>
            </a:extLst>
          </p:cNvPr>
          <p:cNvCxnSpPr>
            <a:cxnSpLocks/>
            <a:stCxn id="17" idx="1"/>
          </p:cNvCxnSpPr>
          <p:nvPr/>
        </p:nvCxnSpPr>
        <p:spPr>
          <a:xfrm flipH="1" flipV="1">
            <a:off x="4759960" y="5126853"/>
            <a:ext cx="987456" cy="598530"/>
          </a:xfrm>
          <a:prstGeom prst="straightConnector1">
            <a:avLst/>
          </a:prstGeom>
          <a:ln>
            <a:solidFill>
              <a:srgbClr val="00B050"/>
            </a:solidFill>
            <a:tailEnd type="triangle"/>
          </a:ln>
        </p:spPr>
        <p:style>
          <a:lnRef idx="2">
            <a:schemeClr val="accent3"/>
          </a:lnRef>
          <a:fillRef idx="0">
            <a:schemeClr val="accent3"/>
          </a:fillRef>
          <a:effectRef idx="1">
            <a:schemeClr val="accent3"/>
          </a:effectRef>
          <a:fontRef idx="minor">
            <a:schemeClr val="tx1"/>
          </a:fontRef>
        </p:style>
      </p:cxnSp>
      <p:sp>
        <p:nvSpPr>
          <p:cNvPr id="15" name="Title 14">
            <a:extLst>
              <a:ext uri="{FF2B5EF4-FFF2-40B4-BE49-F238E27FC236}">
                <a16:creationId xmlns:a16="http://schemas.microsoft.com/office/drawing/2014/main" id="{BF94D0CE-7DC8-0ABB-1007-96FDD0F1E0C1}"/>
              </a:ext>
            </a:extLst>
          </p:cNvPr>
          <p:cNvSpPr>
            <a:spLocks noGrp="1"/>
          </p:cNvSpPr>
          <p:nvPr>
            <p:ph type="title"/>
          </p:nvPr>
        </p:nvSpPr>
        <p:spPr>
          <a:xfrm>
            <a:off x="385004" y="359150"/>
            <a:ext cx="6966429" cy="623667"/>
          </a:xfrm>
        </p:spPr>
        <p:txBody>
          <a:bodyPr>
            <a:normAutofit/>
          </a:bodyPr>
          <a:lstStyle/>
          <a:p>
            <a:r>
              <a:rPr lang="en-SG" dirty="0"/>
              <a:t>How it works</a:t>
            </a:r>
          </a:p>
        </p:txBody>
      </p:sp>
      <p:sp>
        <p:nvSpPr>
          <p:cNvPr id="32" name="Rectangle 31">
            <a:extLst>
              <a:ext uri="{FF2B5EF4-FFF2-40B4-BE49-F238E27FC236}">
                <a16:creationId xmlns:a16="http://schemas.microsoft.com/office/drawing/2014/main" id="{79973399-FBEB-A73A-0929-6E6957A7D083}"/>
              </a:ext>
            </a:extLst>
          </p:cNvPr>
          <p:cNvSpPr/>
          <p:nvPr/>
        </p:nvSpPr>
        <p:spPr>
          <a:xfrm>
            <a:off x="6189662" y="1328668"/>
            <a:ext cx="3648317" cy="2101533"/>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01443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DE566D-ADDC-2F32-E4DA-11AA4CB68656}"/>
              </a:ext>
            </a:extLst>
          </p:cNvPr>
          <p:cNvSpPr>
            <a:spLocks noGrp="1"/>
          </p:cNvSpPr>
          <p:nvPr>
            <p:ph type="title"/>
          </p:nvPr>
        </p:nvSpPr>
        <p:spPr/>
        <p:txBody>
          <a:bodyPr>
            <a:normAutofit/>
          </a:bodyPr>
          <a:lstStyle/>
          <a:p>
            <a:r>
              <a:rPr lang="en-SG" dirty="0"/>
              <a:t>Where Could Payment Fit?</a:t>
            </a:r>
          </a:p>
        </p:txBody>
      </p:sp>
      <p:grpSp>
        <p:nvGrpSpPr>
          <p:cNvPr id="58" name="Group 57">
            <a:extLst>
              <a:ext uri="{FF2B5EF4-FFF2-40B4-BE49-F238E27FC236}">
                <a16:creationId xmlns:a16="http://schemas.microsoft.com/office/drawing/2014/main" id="{5A0E64D5-E0F0-F5D1-C157-D393087D8C4A}"/>
              </a:ext>
            </a:extLst>
          </p:cNvPr>
          <p:cNvGrpSpPr/>
          <p:nvPr/>
        </p:nvGrpSpPr>
        <p:grpSpPr>
          <a:xfrm>
            <a:off x="626327" y="2402205"/>
            <a:ext cx="10835640" cy="3931920"/>
            <a:chOff x="626327" y="2140266"/>
            <a:chExt cx="10835640" cy="3931920"/>
          </a:xfrm>
        </p:grpSpPr>
        <p:sp>
          <p:nvSpPr>
            <p:cNvPr id="5" name="Shape 2">
              <a:extLst>
                <a:ext uri="{FF2B5EF4-FFF2-40B4-BE49-F238E27FC236}">
                  <a16:creationId xmlns:a16="http://schemas.microsoft.com/office/drawing/2014/main" id="{8DA9D530-C311-EAE6-7585-3EA73FC85751}"/>
                </a:ext>
              </a:extLst>
            </p:cNvPr>
            <p:cNvSpPr/>
            <p:nvPr/>
          </p:nvSpPr>
          <p:spPr>
            <a:xfrm>
              <a:off x="626327"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7" name="Text 3">
              <a:extLst>
                <a:ext uri="{FF2B5EF4-FFF2-40B4-BE49-F238E27FC236}">
                  <a16:creationId xmlns:a16="http://schemas.microsoft.com/office/drawing/2014/main" id="{44CB1AFC-D425-C9E7-44FF-E73E834BEB21}"/>
                </a:ext>
              </a:extLst>
            </p:cNvPr>
            <p:cNvSpPr/>
            <p:nvPr/>
          </p:nvSpPr>
          <p:spPr>
            <a:xfrm>
              <a:off x="699479"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Pet owner</a:t>
              </a:r>
              <a:endParaRPr lang="en-US" sz="1200" dirty="0"/>
            </a:p>
          </p:txBody>
        </p:sp>
        <p:sp>
          <p:nvSpPr>
            <p:cNvPr id="9" name="Text 4">
              <a:extLst>
                <a:ext uri="{FF2B5EF4-FFF2-40B4-BE49-F238E27FC236}">
                  <a16:creationId xmlns:a16="http://schemas.microsoft.com/office/drawing/2014/main" id="{25585BA9-F748-EB60-EEED-CE96FD703833}"/>
                </a:ext>
              </a:extLst>
            </p:cNvPr>
            <p:cNvSpPr/>
            <p:nvPr/>
          </p:nvSpPr>
          <p:spPr>
            <a:xfrm>
              <a:off x="2632521"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11" name="Shape 5">
              <a:extLst>
                <a:ext uri="{FF2B5EF4-FFF2-40B4-BE49-F238E27FC236}">
                  <a16:creationId xmlns:a16="http://schemas.microsoft.com/office/drawing/2014/main" id="{BAA1A17D-A1E7-31CA-9BC2-9219AF95A874}"/>
                </a:ext>
              </a:extLst>
            </p:cNvPr>
            <p:cNvSpPr/>
            <p:nvPr/>
          </p:nvSpPr>
          <p:spPr>
            <a:xfrm>
              <a:off x="2833689" y="2140266"/>
              <a:ext cx="2006194" cy="822960"/>
            </a:xfrm>
            <a:prstGeom prst="roundRect">
              <a:avLst>
                <a:gd name="adj" fmla="val 4444"/>
              </a:avLst>
            </a:prstGeom>
            <a:solidFill>
              <a:srgbClr val="EAF5E3"/>
            </a:solidFill>
            <a:ln w="12700">
              <a:solidFill>
                <a:srgbClr val="6FBE44"/>
              </a:solidFill>
              <a:prstDash val="solid"/>
            </a:ln>
          </p:spPr>
          <p:txBody>
            <a:bodyPr/>
            <a:lstStyle/>
            <a:p>
              <a:endParaRPr lang="en-SG"/>
            </a:p>
          </p:txBody>
        </p:sp>
        <p:sp>
          <p:nvSpPr>
            <p:cNvPr id="13" name="Text 6">
              <a:extLst>
                <a:ext uri="{FF2B5EF4-FFF2-40B4-BE49-F238E27FC236}">
                  <a16:creationId xmlns:a16="http://schemas.microsoft.com/office/drawing/2014/main" id="{FD2C603A-E366-A314-A362-00C86B440A7D}"/>
                </a:ext>
              </a:extLst>
            </p:cNvPr>
            <p:cNvSpPr/>
            <p:nvPr/>
          </p:nvSpPr>
          <p:spPr>
            <a:xfrm>
              <a:off x="2906841"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Select pet</a:t>
              </a:r>
              <a:endParaRPr lang="en-US" sz="1200" dirty="0"/>
            </a:p>
          </p:txBody>
        </p:sp>
        <p:sp>
          <p:nvSpPr>
            <p:cNvPr id="15" name="Text 7">
              <a:extLst>
                <a:ext uri="{FF2B5EF4-FFF2-40B4-BE49-F238E27FC236}">
                  <a16:creationId xmlns:a16="http://schemas.microsoft.com/office/drawing/2014/main" id="{9D7A0E9A-8F3E-B55F-EEAD-5B40901786D4}"/>
                </a:ext>
              </a:extLst>
            </p:cNvPr>
            <p:cNvSpPr/>
            <p:nvPr/>
          </p:nvSpPr>
          <p:spPr>
            <a:xfrm>
              <a:off x="4839882"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17" name="Shape 8">
              <a:extLst>
                <a:ext uri="{FF2B5EF4-FFF2-40B4-BE49-F238E27FC236}">
                  <a16:creationId xmlns:a16="http://schemas.microsoft.com/office/drawing/2014/main" id="{789F7F34-1291-6D54-2D53-8008A8A4A120}"/>
                </a:ext>
              </a:extLst>
            </p:cNvPr>
            <p:cNvSpPr/>
            <p:nvPr/>
          </p:nvSpPr>
          <p:spPr>
            <a:xfrm>
              <a:off x="5041050"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19" name="Text 9">
              <a:extLst>
                <a:ext uri="{FF2B5EF4-FFF2-40B4-BE49-F238E27FC236}">
                  <a16:creationId xmlns:a16="http://schemas.microsoft.com/office/drawing/2014/main" id="{21716A0D-988B-EA38-967A-5206B94CC802}"/>
                </a:ext>
              </a:extLst>
            </p:cNvPr>
            <p:cNvSpPr/>
            <p:nvPr/>
          </p:nvSpPr>
          <p:spPr>
            <a:xfrm>
              <a:off x="5114202"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Choose pet-care service</a:t>
              </a:r>
              <a:endParaRPr lang="en-US" sz="1200" dirty="0"/>
            </a:p>
          </p:txBody>
        </p:sp>
        <p:sp>
          <p:nvSpPr>
            <p:cNvPr id="21" name="Text 10">
              <a:extLst>
                <a:ext uri="{FF2B5EF4-FFF2-40B4-BE49-F238E27FC236}">
                  <a16:creationId xmlns:a16="http://schemas.microsoft.com/office/drawing/2014/main" id="{7551F46D-2FBC-191F-F09A-AA5124AAAED5}"/>
                </a:ext>
              </a:extLst>
            </p:cNvPr>
            <p:cNvSpPr/>
            <p:nvPr/>
          </p:nvSpPr>
          <p:spPr>
            <a:xfrm>
              <a:off x="7047244"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23" name="Shape 11">
              <a:extLst>
                <a:ext uri="{FF2B5EF4-FFF2-40B4-BE49-F238E27FC236}">
                  <a16:creationId xmlns:a16="http://schemas.microsoft.com/office/drawing/2014/main" id="{02B2DF1F-BA47-2A06-22B7-F2764352B1C2}"/>
                </a:ext>
              </a:extLst>
            </p:cNvPr>
            <p:cNvSpPr/>
            <p:nvPr/>
          </p:nvSpPr>
          <p:spPr>
            <a:xfrm>
              <a:off x="7248412" y="2140266"/>
              <a:ext cx="2006194" cy="822960"/>
            </a:xfrm>
            <a:prstGeom prst="roundRect">
              <a:avLst>
                <a:gd name="adj" fmla="val 4444"/>
              </a:avLst>
            </a:prstGeom>
            <a:solidFill>
              <a:srgbClr val="EAF5E3"/>
            </a:solidFill>
            <a:ln w="12700">
              <a:solidFill>
                <a:srgbClr val="6FBE44"/>
              </a:solidFill>
              <a:prstDash val="solid"/>
            </a:ln>
          </p:spPr>
          <p:txBody>
            <a:bodyPr/>
            <a:lstStyle/>
            <a:p>
              <a:endParaRPr lang="en-SG"/>
            </a:p>
          </p:txBody>
        </p:sp>
        <p:sp>
          <p:nvSpPr>
            <p:cNvPr id="25" name="Text 12">
              <a:extLst>
                <a:ext uri="{FF2B5EF4-FFF2-40B4-BE49-F238E27FC236}">
                  <a16:creationId xmlns:a16="http://schemas.microsoft.com/office/drawing/2014/main" id="{99487B44-66CC-26EB-93DA-01E46C3FBB3F}"/>
                </a:ext>
              </a:extLst>
            </p:cNvPr>
            <p:cNvSpPr/>
            <p:nvPr/>
          </p:nvSpPr>
          <p:spPr>
            <a:xfrm>
              <a:off x="7321564"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Payment</a:t>
              </a:r>
              <a:endParaRPr lang="en-US" sz="1200" dirty="0"/>
            </a:p>
          </p:txBody>
        </p:sp>
        <p:sp>
          <p:nvSpPr>
            <p:cNvPr id="27" name="Text 13">
              <a:extLst>
                <a:ext uri="{FF2B5EF4-FFF2-40B4-BE49-F238E27FC236}">
                  <a16:creationId xmlns:a16="http://schemas.microsoft.com/office/drawing/2014/main" id="{62839B24-3931-C5CB-AB80-478D20F34D66}"/>
                </a:ext>
              </a:extLst>
            </p:cNvPr>
            <p:cNvSpPr/>
            <p:nvPr/>
          </p:nvSpPr>
          <p:spPr>
            <a:xfrm>
              <a:off x="9254605"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29" name="Shape 14">
              <a:extLst>
                <a:ext uri="{FF2B5EF4-FFF2-40B4-BE49-F238E27FC236}">
                  <a16:creationId xmlns:a16="http://schemas.microsoft.com/office/drawing/2014/main" id="{C1C0AF64-EBFD-5CF4-CFA1-81E1E51191FE}"/>
                </a:ext>
              </a:extLst>
            </p:cNvPr>
            <p:cNvSpPr/>
            <p:nvPr/>
          </p:nvSpPr>
          <p:spPr>
            <a:xfrm>
              <a:off x="9455773"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31" name="Text 15">
              <a:extLst>
                <a:ext uri="{FF2B5EF4-FFF2-40B4-BE49-F238E27FC236}">
                  <a16:creationId xmlns:a16="http://schemas.microsoft.com/office/drawing/2014/main" id="{6B86F22E-AF4A-78FA-26B6-857229B54270}"/>
                </a:ext>
              </a:extLst>
            </p:cNvPr>
            <p:cNvSpPr/>
            <p:nvPr/>
          </p:nvSpPr>
          <p:spPr>
            <a:xfrm>
              <a:off x="9528925"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Confirmation</a:t>
              </a:r>
              <a:endParaRPr lang="en-US" sz="1200" dirty="0"/>
            </a:p>
          </p:txBody>
        </p:sp>
        <p:sp>
          <p:nvSpPr>
            <p:cNvPr id="33" name="Shape 16">
              <a:extLst>
                <a:ext uri="{FF2B5EF4-FFF2-40B4-BE49-F238E27FC236}">
                  <a16:creationId xmlns:a16="http://schemas.microsoft.com/office/drawing/2014/main" id="{D6F7E764-CCFE-0692-9820-5505CCF94F64}"/>
                </a:ext>
              </a:extLst>
            </p:cNvPr>
            <p:cNvSpPr/>
            <p:nvPr/>
          </p:nvSpPr>
          <p:spPr>
            <a:xfrm>
              <a:off x="7177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35" name="Shape 17">
              <a:extLst>
                <a:ext uri="{FF2B5EF4-FFF2-40B4-BE49-F238E27FC236}">
                  <a16:creationId xmlns:a16="http://schemas.microsoft.com/office/drawing/2014/main" id="{DBCB33B5-112F-1D21-05AE-9F82FB6CD344}"/>
                </a:ext>
              </a:extLst>
            </p:cNvPr>
            <p:cNvSpPr/>
            <p:nvPr/>
          </p:nvSpPr>
          <p:spPr>
            <a:xfrm>
              <a:off x="717767" y="3649026"/>
              <a:ext cx="82296" cy="1417320"/>
            </a:xfrm>
            <a:prstGeom prst="rect">
              <a:avLst/>
            </a:prstGeom>
            <a:solidFill>
              <a:srgbClr val="6FBE44"/>
            </a:solidFill>
            <a:ln w="12700">
              <a:solidFill>
                <a:srgbClr val="6FBE44"/>
              </a:solidFill>
              <a:prstDash val="solid"/>
            </a:ln>
          </p:spPr>
          <p:txBody>
            <a:bodyPr/>
            <a:lstStyle/>
            <a:p>
              <a:endParaRPr lang="en-SG"/>
            </a:p>
          </p:txBody>
        </p:sp>
        <p:sp>
          <p:nvSpPr>
            <p:cNvPr id="37" name="Text 18">
              <a:extLst>
                <a:ext uri="{FF2B5EF4-FFF2-40B4-BE49-F238E27FC236}">
                  <a16:creationId xmlns:a16="http://schemas.microsoft.com/office/drawing/2014/main" id="{9377C0CE-4B16-4F80-6517-D6E771BA14E5}"/>
                </a:ext>
              </a:extLst>
            </p:cNvPr>
            <p:cNvSpPr/>
            <p:nvPr/>
          </p:nvSpPr>
          <p:spPr>
            <a:xfrm>
              <a:off x="9463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Current data</a:t>
              </a:r>
              <a:endParaRPr lang="en-US" sz="1500" dirty="0"/>
            </a:p>
          </p:txBody>
        </p:sp>
        <p:sp>
          <p:nvSpPr>
            <p:cNvPr id="39" name="Text 19">
              <a:extLst>
                <a:ext uri="{FF2B5EF4-FFF2-40B4-BE49-F238E27FC236}">
                  <a16:creationId xmlns:a16="http://schemas.microsoft.com/office/drawing/2014/main" id="{44454A77-A2C1-D5CA-F587-E16E424529F9}"/>
                </a:ext>
              </a:extLst>
            </p:cNvPr>
            <p:cNvSpPr/>
            <p:nvPr/>
          </p:nvSpPr>
          <p:spPr>
            <a:xfrm>
              <a:off x="9463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users</a:t>
              </a:r>
              <a:endParaRPr lang="en-US" sz="1200" dirty="0"/>
            </a:p>
            <a:p>
              <a:pPr marL="0" indent="0">
                <a:buNone/>
              </a:pPr>
              <a:r>
                <a:rPr lang="en-US" sz="1200" dirty="0">
                  <a:solidFill>
                    <a:srgbClr val="222222"/>
                  </a:solidFill>
                </a:rPr>
                <a:t>pets</a:t>
              </a:r>
              <a:endParaRPr lang="en-US" sz="1200" dirty="0"/>
            </a:p>
            <a:p>
              <a:pPr marL="0" indent="0">
                <a:buNone/>
              </a:pPr>
              <a:r>
                <a:rPr lang="en-US" sz="1200" dirty="0">
                  <a:solidFill>
                    <a:srgbClr val="222222"/>
                  </a:solidFill>
                </a:rPr>
                <a:t>journal</a:t>
              </a:r>
              <a:endParaRPr lang="en-US" sz="1200" dirty="0"/>
            </a:p>
          </p:txBody>
        </p:sp>
        <p:sp>
          <p:nvSpPr>
            <p:cNvPr id="41" name="Shape 20">
              <a:extLst>
                <a:ext uri="{FF2B5EF4-FFF2-40B4-BE49-F238E27FC236}">
                  <a16:creationId xmlns:a16="http://schemas.microsoft.com/office/drawing/2014/main" id="{48A28EFC-9F6B-6CA3-2D72-FC62FA910B46}"/>
                </a:ext>
              </a:extLst>
            </p:cNvPr>
            <p:cNvSpPr/>
            <p:nvPr/>
          </p:nvSpPr>
          <p:spPr>
            <a:xfrm>
              <a:off x="43753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43" name="Shape 21">
              <a:extLst>
                <a:ext uri="{FF2B5EF4-FFF2-40B4-BE49-F238E27FC236}">
                  <a16:creationId xmlns:a16="http://schemas.microsoft.com/office/drawing/2014/main" id="{EBA0B59F-6CE2-758B-C267-1D4A9461DA7A}"/>
                </a:ext>
              </a:extLst>
            </p:cNvPr>
            <p:cNvSpPr/>
            <p:nvPr/>
          </p:nvSpPr>
          <p:spPr>
            <a:xfrm>
              <a:off x="4375367" y="3649026"/>
              <a:ext cx="82296" cy="1417320"/>
            </a:xfrm>
            <a:prstGeom prst="rect">
              <a:avLst/>
            </a:prstGeom>
            <a:solidFill>
              <a:srgbClr val="F5A623"/>
            </a:solidFill>
            <a:ln w="12700">
              <a:solidFill>
                <a:srgbClr val="F5A623"/>
              </a:solidFill>
              <a:prstDash val="solid"/>
            </a:ln>
          </p:spPr>
          <p:txBody>
            <a:bodyPr/>
            <a:lstStyle/>
            <a:p>
              <a:endParaRPr lang="en-SG"/>
            </a:p>
          </p:txBody>
        </p:sp>
        <p:sp>
          <p:nvSpPr>
            <p:cNvPr id="45" name="Text 22">
              <a:extLst>
                <a:ext uri="{FF2B5EF4-FFF2-40B4-BE49-F238E27FC236}">
                  <a16:creationId xmlns:a16="http://schemas.microsoft.com/office/drawing/2014/main" id="{EE59B6B2-095B-59DF-D359-8984520D94CE}"/>
                </a:ext>
              </a:extLst>
            </p:cNvPr>
            <p:cNvSpPr/>
            <p:nvPr/>
          </p:nvSpPr>
          <p:spPr>
            <a:xfrm>
              <a:off x="46039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Possible new data</a:t>
              </a:r>
              <a:endParaRPr lang="en-US" sz="1500" dirty="0"/>
            </a:p>
          </p:txBody>
        </p:sp>
        <p:sp>
          <p:nvSpPr>
            <p:cNvPr id="47" name="Text 23">
              <a:extLst>
                <a:ext uri="{FF2B5EF4-FFF2-40B4-BE49-F238E27FC236}">
                  <a16:creationId xmlns:a16="http://schemas.microsoft.com/office/drawing/2014/main" id="{9C75BA9A-CCE1-65AA-7F1E-2E7747DA5C6C}"/>
                </a:ext>
              </a:extLst>
            </p:cNvPr>
            <p:cNvSpPr/>
            <p:nvPr/>
          </p:nvSpPr>
          <p:spPr>
            <a:xfrm>
              <a:off x="46039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services</a:t>
              </a:r>
              <a:endParaRPr lang="en-US" sz="1200" dirty="0"/>
            </a:p>
            <a:p>
              <a:pPr marL="0" indent="0">
                <a:buNone/>
              </a:pPr>
              <a:r>
                <a:rPr lang="en-US" sz="1200" dirty="0">
                  <a:solidFill>
                    <a:srgbClr val="222222"/>
                  </a:solidFill>
                </a:rPr>
                <a:t>service bookings</a:t>
              </a:r>
              <a:endParaRPr lang="en-US" sz="1200" dirty="0"/>
            </a:p>
          </p:txBody>
        </p:sp>
        <p:sp>
          <p:nvSpPr>
            <p:cNvPr id="49" name="Shape 24">
              <a:extLst>
                <a:ext uri="{FF2B5EF4-FFF2-40B4-BE49-F238E27FC236}">
                  <a16:creationId xmlns:a16="http://schemas.microsoft.com/office/drawing/2014/main" id="{0B377FFE-B302-B2E0-2E76-6EAE9A64A404}"/>
                </a:ext>
              </a:extLst>
            </p:cNvPr>
            <p:cNvSpPr/>
            <p:nvPr/>
          </p:nvSpPr>
          <p:spPr>
            <a:xfrm>
              <a:off x="80329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51" name="Shape 25">
              <a:extLst>
                <a:ext uri="{FF2B5EF4-FFF2-40B4-BE49-F238E27FC236}">
                  <a16:creationId xmlns:a16="http://schemas.microsoft.com/office/drawing/2014/main" id="{56576664-26DE-CCA9-A4D7-8C1AC614F468}"/>
                </a:ext>
              </a:extLst>
            </p:cNvPr>
            <p:cNvSpPr/>
            <p:nvPr/>
          </p:nvSpPr>
          <p:spPr>
            <a:xfrm>
              <a:off x="8032967" y="3649026"/>
              <a:ext cx="82296" cy="1417320"/>
            </a:xfrm>
            <a:prstGeom prst="rect">
              <a:avLst/>
            </a:prstGeom>
            <a:solidFill>
              <a:srgbClr val="007A5E"/>
            </a:solidFill>
            <a:ln w="12700">
              <a:solidFill>
                <a:srgbClr val="007A5E"/>
              </a:solidFill>
              <a:prstDash val="solid"/>
            </a:ln>
          </p:spPr>
          <p:txBody>
            <a:bodyPr/>
            <a:lstStyle/>
            <a:p>
              <a:endParaRPr lang="en-SG"/>
            </a:p>
          </p:txBody>
        </p:sp>
        <p:sp>
          <p:nvSpPr>
            <p:cNvPr id="53" name="Text 26">
              <a:extLst>
                <a:ext uri="{FF2B5EF4-FFF2-40B4-BE49-F238E27FC236}">
                  <a16:creationId xmlns:a16="http://schemas.microsoft.com/office/drawing/2014/main" id="{8B339C22-AF86-9D8C-4009-2FA1111B9140}"/>
                </a:ext>
              </a:extLst>
            </p:cNvPr>
            <p:cNvSpPr/>
            <p:nvPr/>
          </p:nvSpPr>
          <p:spPr>
            <a:xfrm>
              <a:off x="82615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Possible Payment data</a:t>
              </a:r>
              <a:endParaRPr lang="en-US" sz="1500" dirty="0"/>
            </a:p>
          </p:txBody>
        </p:sp>
        <p:sp>
          <p:nvSpPr>
            <p:cNvPr id="55" name="Text 27">
              <a:extLst>
                <a:ext uri="{FF2B5EF4-FFF2-40B4-BE49-F238E27FC236}">
                  <a16:creationId xmlns:a16="http://schemas.microsoft.com/office/drawing/2014/main" id="{4539F250-ED6A-67DD-FFBE-AF124205E3BE}"/>
                </a:ext>
              </a:extLst>
            </p:cNvPr>
            <p:cNvSpPr/>
            <p:nvPr/>
          </p:nvSpPr>
          <p:spPr>
            <a:xfrm>
              <a:off x="82615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amount</a:t>
              </a:r>
              <a:endParaRPr lang="en-US" sz="1200" dirty="0"/>
            </a:p>
            <a:p>
              <a:pPr marL="0" indent="0">
                <a:buNone/>
              </a:pPr>
              <a:r>
                <a:rPr lang="en-US" sz="1200" dirty="0">
                  <a:solidFill>
                    <a:srgbClr val="222222"/>
                  </a:solidFill>
                </a:rPr>
                <a:t>method</a:t>
              </a:r>
              <a:endParaRPr lang="en-US" sz="1200" dirty="0"/>
            </a:p>
            <a:p>
              <a:pPr marL="0" indent="0">
                <a:buNone/>
              </a:pPr>
              <a:r>
                <a:rPr lang="en-US" sz="1200" dirty="0">
                  <a:solidFill>
                    <a:srgbClr val="222222"/>
                  </a:solidFill>
                </a:rPr>
                <a:t>status</a:t>
              </a:r>
              <a:endParaRPr lang="en-US" sz="1200" dirty="0"/>
            </a:p>
            <a:p>
              <a:pPr marL="0" indent="0">
                <a:buNone/>
              </a:pPr>
              <a:r>
                <a:rPr lang="en-US" sz="1200" dirty="0">
                  <a:solidFill>
                    <a:srgbClr val="222222"/>
                  </a:solidFill>
                </a:rPr>
                <a:t>timestamp</a:t>
              </a:r>
              <a:endParaRPr lang="en-US" sz="1200" dirty="0"/>
            </a:p>
          </p:txBody>
        </p:sp>
        <p:sp>
          <p:nvSpPr>
            <p:cNvPr id="57" name="Text 28">
              <a:extLst>
                <a:ext uri="{FF2B5EF4-FFF2-40B4-BE49-F238E27FC236}">
                  <a16:creationId xmlns:a16="http://schemas.microsoft.com/office/drawing/2014/main" id="{CC5675C7-3D71-F201-3372-66B95DD9BB49}"/>
                </a:ext>
              </a:extLst>
            </p:cNvPr>
            <p:cNvSpPr/>
            <p:nvPr/>
          </p:nvSpPr>
          <p:spPr>
            <a:xfrm>
              <a:off x="854927" y="5706426"/>
              <a:ext cx="10332720" cy="365760"/>
            </a:xfrm>
            <a:prstGeom prst="rect">
              <a:avLst/>
            </a:prstGeom>
            <a:noFill/>
            <a:ln/>
          </p:spPr>
          <p:txBody>
            <a:bodyPr wrap="square" lIns="0" tIns="0" rIns="0" bIns="0" rtlCol="0" anchor="ctr"/>
            <a:lstStyle/>
            <a:p>
              <a:pPr marL="0" indent="0" algn="ctr">
                <a:buNone/>
              </a:pPr>
              <a:r>
                <a:rPr lang="en-US" sz="1700" b="1" dirty="0">
                  <a:solidFill>
                    <a:srgbClr val="173F35"/>
                  </a:solidFill>
                </a:rPr>
                <a:t>Design question: Which new records are needed before PetCareApp can charge for a service?</a:t>
              </a:r>
              <a:endParaRPr lang="en-US" sz="1700" dirty="0"/>
            </a:p>
          </p:txBody>
        </p:sp>
      </p:grpSp>
    </p:spTree>
    <p:extLst>
      <p:ext uri="{BB962C8B-B14F-4D97-AF65-F5344CB8AC3E}">
        <p14:creationId xmlns:p14="http://schemas.microsoft.com/office/powerpoint/2010/main" val="391216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D61F-43C7-DDB7-2EB5-F46532C58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DC6D5-B521-2C1B-9385-4A93422578E1}"/>
              </a:ext>
            </a:extLst>
          </p:cNvPr>
          <p:cNvSpPr>
            <a:spLocks noGrp="1"/>
          </p:cNvSpPr>
          <p:nvPr>
            <p:ph type="title"/>
          </p:nvPr>
        </p:nvSpPr>
        <p:spPr/>
        <p:txBody>
          <a:bodyPr anchor="t">
            <a:normAutofit/>
          </a:bodyPr>
          <a:lstStyle/>
          <a:p>
            <a:r>
              <a:rPr lang="en-SG" sz="4600" dirty="0"/>
              <a:t>Separation of Concerns </a:t>
            </a:r>
          </a:p>
        </p:txBody>
      </p:sp>
    </p:spTree>
    <p:extLst>
      <p:ext uri="{BB962C8B-B14F-4D97-AF65-F5344CB8AC3E}">
        <p14:creationId xmlns:p14="http://schemas.microsoft.com/office/powerpoint/2010/main" val="3309578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6B66D4-7531-9094-CDFB-ACCD02B492CE}"/>
              </a:ext>
            </a:extLst>
          </p:cNvPr>
          <p:cNvSpPr>
            <a:spLocks noGrp="1"/>
          </p:cNvSpPr>
          <p:nvPr>
            <p:ph type="body" sz="quarter" idx="14"/>
          </p:nvPr>
        </p:nvSpPr>
        <p:spPr>
          <a:xfrm>
            <a:off x="619432" y="1593024"/>
            <a:ext cx="6365568" cy="4572296"/>
          </a:xfrm>
        </p:spPr>
        <p:txBody>
          <a:bodyPr>
            <a:normAutofit/>
          </a:bodyPr>
          <a:lstStyle/>
          <a:p>
            <a:r>
              <a:rPr lang="en-SG" sz="2400" dirty="0"/>
              <a:t>Currently in </a:t>
            </a:r>
            <a:r>
              <a:rPr lang="en-SG" sz="2400" b="1" dirty="0" err="1"/>
              <a:t>PetCareApp</a:t>
            </a:r>
            <a:r>
              <a:rPr lang="en-SG" sz="2400" dirty="0"/>
              <a:t>, </a:t>
            </a:r>
          </a:p>
          <a:p>
            <a:pPr lvl="1"/>
            <a:r>
              <a:rPr lang="en-SG" sz="2000" dirty="0"/>
              <a:t>EJS files are already separated in the </a:t>
            </a:r>
            <a:r>
              <a:rPr lang="en-SG" sz="2000" b="1" dirty="0"/>
              <a:t>views</a:t>
            </a:r>
            <a:r>
              <a:rPr lang="en-SG" sz="2000" dirty="0"/>
              <a:t> folder</a:t>
            </a:r>
          </a:p>
          <a:p>
            <a:pPr lvl="1"/>
            <a:r>
              <a:rPr lang="en-SG" sz="2000" b="1" dirty="0"/>
              <a:t>app.js</a:t>
            </a:r>
            <a:r>
              <a:rPr lang="en-SG" sz="2000" dirty="0"/>
              <a:t> contains the database credentials, handles input, data, business logic </a:t>
            </a:r>
          </a:p>
          <a:p>
            <a:pPr lvl="1"/>
            <a:endParaRPr lang="en-SG" sz="2000" dirty="0"/>
          </a:p>
          <a:p>
            <a:r>
              <a:rPr lang="en-SG" sz="2400" b="1" dirty="0"/>
              <a:t>As the project grows larger, it can become difficult to manage. </a:t>
            </a:r>
          </a:p>
          <a:p>
            <a:endParaRPr lang="en-SG" sz="2400" dirty="0"/>
          </a:p>
          <a:p>
            <a:r>
              <a:rPr lang="en-US" sz="2400" dirty="0"/>
              <a:t>Including credentials directly in </a:t>
            </a:r>
            <a:r>
              <a:rPr lang="en-US" sz="2400" b="1" dirty="0"/>
              <a:t>app.js </a:t>
            </a:r>
            <a:r>
              <a:rPr lang="en-US" sz="2400" dirty="0"/>
              <a:t>introduces potential security vulnerabilities.</a:t>
            </a:r>
            <a:endParaRPr lang="en-SG" sz="2400" dirty="0"/>
          </a:p>
          <a:p>
            <a:endParaRPr lang="en-SG" sz="2400" dirty="0"/>
          </a:p>
        </p:txBody>
      </p:sp>
      <p:sp>
        <p:nvSpPr>
          <p:cNvPr id="2" name="Title 1">
            <a:extLst>
              <a:ext uri="{FF2B5EF4-FFF2-40B4-BE49-F238E27FC236}">
                <a16:creationId xmlns:a16="http://schemas.microsoft.com/office/drawing/2014/main" id="{1598CF91-4830-E388-4707-CBCE43C5B17D}"/>
              </a:ext>
            </a:extLst>
          </p:cNvPr>
          <p:cNvSpPr>
            <a:spLocks noGrp="1"/>
          </p:cNvSpPr>
          <p:nvPr>
            <p:ph type="title"/>
          </p:nvPr>
        </p:nvSpPr>
        <p:spPr/>
        <p:txBody>
          <a:bodyPr/>
          <a:lstStyle/>
          <a:p>
            <a:r>
              <a:rPr lang="en-SG" dirty="0"/>
              <a:t>app.js</a:t>
            </a:r>
          </a:p>
        </p:txBody>
      </p:sp>
      <p:pic>
        <p:nvPicPr>
          <p:cNvPr id="6" name="Picture 5">
            <a:extLst>
              <a:ext uri="{FF2B5EF4-FFF2-40B4-BE49-F238E27FC236}">
                <a16:creationId xmlns:a16="http://schemas.microsoft.com/office/drawing/2014/main" id="{F1B74665-3711-DCEB-7912-D63A765173D2}"/>
              </a:ext>
            </a:extLst>
          </p:cNvPr>
          <p:cNvPicPr>
            <a:picLocks noChangeAspect="1"/>
          </p:cNvPicPr>
          <p:nvPr/>
        </p:nvPicPr>
        <p:blipFill>
          <a:blip r:embed="rId3"/>
          <a:stretch>
            <a:fillRect/>
          </a:stretch>
        </p:blipFill>
        <p:spPr>
          <a:xfrm>
            <a:off x="7638325" y="557931"/>
            <a:ext cx="2174267" cy="6090568"/>
          </a:xfrm>
          <a:prstGeom prst="rect">
            <a:avLst/>
          </a:prstGeom>
        </p:spPr>
      </p:pic>
    </p:spTree>
    <p:extLst>
      <p:ext uri="{BB962C8B-B14F-4D97-AF65-F5344CB8AC3E}">
        <p14:creationId xmlns:p14="http://schemas.microsoft.com/office/powerpoint/2010/main" val="868429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8D23E6-6308-42CA-8F72-22D2089F273D}"/>
              </a:ext>
            </a:extLst>
          </p:cNvPr>
          <p:cNvSpPr>
            <a:spLocks noGrp="1"/>
          </p:cNvSpPr>
          <p:nvPr>
            <p:ph type="body" sz="quarter" idx="14"/>
          </p:nvPr>
        </p:nvSpPr>
        <p:spPr/>
        <p:txBody>
          <a:bodyPr>
            <a:normAutofit/>
          </a:bodyPr>
          <a:lstStyle/>
          <a:p>
            <a:r>
              <a:rPr lang="en-US" sz="2400" b="1" dirty="0"/>
              <a:t>Separation of Concerns (SoC) </a:t>
            </a:r>
            <a:r>
              <a:rPr lang="en-US" sz="2400" dirty="0"/>
              <a:t>is a fundamental software design principle that promotes organizing a program into distinct sections, where each section addresses a separate concern or responsibility. </a:t>
            </a:r>
          </a:p>
          <a:p>
            <a:endParaRPr lang="en-US" sz="2400" dirty="0"/>
          </a:p>
          <a:p>
            <a:r>
              <a:rPr lang="en-US" sz="2400" dirty="0"/>
              <a:t>A concern in software development can be any distinct functionality or feature, such as business logic, user interface, database interaction, or security.</a:t>
            </a:r>
          </a:p>
          <a:p>
            <a:endParaRPr lang="en-US" sz="2400" dirty="0"/>
          </a:p>
          <a:p>
            <a:r>
              <a:rPr lang="en-US" sz="2400" dirty="0"/>
              <a:t>The primary goal of SoC is to </a:t>
            </a:r>
            <a:r>
              <a:rPr lang="en-US" sz="2400" dirty="0">
                <a:highlight>
                  <a:srgbClr val="FFFF00"/>
                </a:highlight>
              </a:rPr>
              <a:t>isolate responsibilities </a:t>
            </a:r>
            <a:r>
              <a:rPr lang="en-US" sz="2400" dirty="0"/>
              <a:t>within </a:t>
            </a:r>
            <a:r>
              <a:rPr lang="en-US" sz="2400" dirty="0">
                <a:highlight>
                  <a:srgbClr val="FFFF00"/>
                </a:highlight>
              </a:rPr>
              <a:t>different modules, layers</a:t>
            </a:r>
            <a:r>
              <a:rPr lang="en-US" sz="2400" dirty="0"/>
              <a:t>, or </a:t>
            </a:r>
            <a:r>
              <a:rPr lang="en-US" sz="2400" dirty="0">
                <a:highlight>
                  <a:srgbClr val="FFFF00"/>
                </a:highlight>
              </a:rPr>
              <a:t>classes of an application</a:t>
            </a:r>
            <a:r>
              <a:rPr lang="en-US" sz="2400" dirty="0"/>
              <a:t>. This improves </a:t>
            </a:r>
            <a:r>
              <a:rPr lang="en-US" sz="2400" dirty="0">
                <a:highlight>
                  <a:srgbClr val="FFFF00"/>
                </a:highlight>
              </a:rPr>
              <a:t>maintainability, readability, scalability, and testability.</a:t>
            </a:r>
            <a:endParaRPr lang="en-SG" sz="2400" dirty="0">
              <a:highlight>
                <a:srgbClr val="FFFF00"/>
              </a:highlight>
            </a:endParaRPr>
          </a:p>
        </p:txBody>
      </p:sp>
      <p:sp>
        <p:nvSpPr>
          <p:cNvPr id="2" name="Title 1">
            <a:extLst>
              <a:ext uri="{FF2B5EF4-FFF2-40B4-BE49-F238E27FC236}">
                <a16:creationId xmlns:a16="http://schemas.microsoft.com/office/drawing/2014/main" id="{FB69F207-C0C0-34FD-4A0A-20CD8D18AC9E}"/>
              </a:ext>
            </a:extLst>
          </p:cNvPr>
          <p:cNvSpPr>
            <a:spLocks noGrp="1"/>
          </p:cNvSpPr>
          <p:nvPr>
            <p:ph type="title"/>
          </p:nvPr>
        </p:nvSpPr>
        <p:spPr/>
        <p:txBody>
          <a:bodyPr/>
          <a:lstStyle/>
          <a:p>
            <a:r>
              <a:rPr lang="en-SG" dirty="0"/>
              <a:t>Separation of Concerns </a:t>
            </a:r>
          </a:p>
        </p:txBody>
      </p:sp>
    </p:spTree>
    <p:extLst>
      <p:ext uri="{BB962C8B-B14F-4D97-AF65-F5344CB8AC3E}">
        <p14:creationId xmlns:p14="http://schemas.microsoft.com/office/powerpoint/2010/main" val="3753091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8525-ACE8-9DF8-1001-1C281D03FC23}"/>
              </a:ext>
            </a:extLst>
          </p:cNvPr>
          <p:cNvSpPr>
            <a:spLocks noGrp="1"/>
          </p:cNvSpPr>
          <p:nvPr>
            <p:ph type="title"/>
          </p:nvPr>
        </p:nvSpPr>
        <p:spPr/>
        <p:txBody>
          <a:bodyPr/>
          <a:lstStyle/>
          <a:p>
            <a:r>
              <a:rPr lang="en-SG" dirty="0"/>
              <a:t>Model-View-Controller(MVC) </a:t>
            </a:r>
          </a:p>
        </p:txBody>
      </p:sp>
      <p:sp>
        <p:nvSpPr>
          <p:cNvPr id="5" name="TextBox 4">
            <a:extLst>
              <a:ext uri="{FF2B5EF4-FFF2-40B4-BE49-F238E27FC236}">
                <a16:creationId xmlns:a16="http://schemas.microsoft.com/office/drawing/2014/main" id="{6220ECEA-F14A-FC7F-36A6-D81B5454B576}"/>
              </a:ext>
            </a:extLst>
          </p:cNvPr>
          <p:cNvSpPr txBox="1"/>
          <p:nvPr/>
        </p:nvSpPr>
        <p:spPr>
          <a:xfrm>
            <a:off x="233146" y="6398918"/>
            <a:ext cx="4828984"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SG" sz="1200" dirty="0">
                <a:hlinkClick r:id="rId3"/>
              </a:rPr>
              <a:t>https://www.geeksforgeeks.org/mvc-framework-introduction/</a:t>
            </a:r>
            <a:r>
              <a:rPr lang="en-SG" sz="1200" dirty="0"/>
              <a:t> </a:t>
            </a:r>
          </a:p>
        </p:txBody>
      </p:sp>
      <p:sp>
        <p:nvSpPr>
          <p:cNvPr id="7" name="TextBox 6">
            <a:extLst>
              <a:ext uri="{FF2B5EF4-FFF2-40B4-BE49-F238E27FC236}">
                <a16:creationId xmlns:a16="http://schemas.microsoft.com/office/drawing/2014/main" id="{6F67086C-13A7-EFD0-D2B6-A1EBB67EFDF9}"/>
              </a:ext>
            </a:extLst>
          </p:cNvPr>
          <p:cNvSpPr txBox="1"/>
          <p:nvPr/>
        </p:nvSpPr>
        <p:spPr>
          <a:xfrm>
            <a:off x="7319530" y="1975006"/>
            <a:ext cx="3083295" cy="1169551"/>
          </a:xfrm>
          <a:prstGeom prst="rect">
            <a:avLst/>
          </a:prstGeom>
          <a:noFill/>
          <a:ln w="19050">
            <a:solidFill>
              <a:srgbClr val="FF0000"/>
            </a:solidFill>
          </a:ln>
        </p:spPr>
        <p:txBody>
          <a:bodyPr wrap="square" rtlCol="0">
            <a:spAutoFit/>
          </a:bodyPr>
          <a:lstStyle/>
          <a:p>
            <a:pPr algn="ctr"/>
            <a:r>
              <a:rPr lang="en-SG" sz="1400" dirty="0"/>
              <a:t>In C237, we used the template engine </a:t>
            </a:r>
            <a:r>
              <a:rPr lang="en-SG" sz="1400" b="1" dirty="0"/>
              <a:t>Embedded JavaScript(EJS) </a:t>
            </a:r>
            <a:r>
              <a:rPr lang="en-SG" sz="1400" dirty="0"/>
              <a:t>to help us process and display the views. The EJS files were placed in a folder named </a:t>
            </a:r>
            <a:r>
              <a:rPr lang="en-SG" sz="1400" b="1" dirty="0"/>
              <a:t>views</a:t>
            </a:r>
          </a:p>
        </p:txBody>
      </p:sp>
      <p:sp>
        <p:nvSpPr>
          <p:cNvPr id="9" name="TextBox 8">
            <a:extLst>
              <a:ext uri="{FF2B5EF4-FFF2-40B4-BE49-F238E27FC236}">
                <a16:creationId xmlns:a16="http://schemas.microsoft.com/office/drawing/2014/main" id="{296B6E86-A235-DB1A-B5B5-26DF4F955722}"/>
              </a:ext>
            </a:extLst>
          </p:cNvPr>
          <p:cNvSpPr txBox="1"/>
          <p:nvPr/>
        </p:nvSpPr>
        <p:spPr>
          <a:xfrm>
            <a:off x="7319530" y="3544841"/>
            <a:ext cx="3083295" cy="2462213"/>
          </a:xfrm>
          <a:prstGeom prst="rect">
            <a:avLst/>
          </a:prstGeom>
          <a:noFill/>
          <a:ln w="19050">
            <a:solidFill>
              <a:srgbClr val="92D050"/>
            </a:solidFill>
          </a:ln>
        </p:spPr>
        <p:txBody>
          <a:bodyPr wrap="square" rtlCol="0">
            <a:spAutoFit/>
          </a:bodyPr>
          <a:lstStyle/>
          <a:p>
            <a:pPr algn="ctr"/>
            <a:r>
              <a:rPr lang="en-SG" sz="1400" dirty="0"/>
              <a:t>Model and controller, there was no explicit structuring of this, as all the logic was in </a:t>
            </a:r>
            <a:r>
              <a:rPr lang="en-SG" sz="1400" b="1" dirty="0"/>
              <a:t>app.js</a:t>
            </a:r>
            <a:r>
              <a:rPr lang="en-SG" sz="1400" dirty="0"/>
              <a:t>. </a:t>
            </a:r>
          </a:p>
          <a:p>
            <a:pPr algn="ctr"/>
            <a:endParaRPr lang="en-SG" sz="1400" dirty="0"/>
          </a:p>
          <a:p>
            <a:pPr algn="ctr"/>
            <a:r>
              <a:rPr lang="en-SG" sz="1400" dirty="0"/>
              <a:t>While the code will still work, as the project grows larger, it can become difficult to manage. </a:t>
            </a:r>
          </a:p>
          <a:p>
            <a:pPr algn="ctr"/>
            <a:endParaRPr lang="en-SG" sz="1400" dirty="0"/>
          </a:p>
          <a:p>
            <a:pPr algn="ctr"/>
            <a:r>
              <a:rPr lang="en-SG" sz="1400" dirty="0"/>
              <a:t>In this module, we will look at how to </a:t>
            </a:r>
            <a:r>
              <a:rPr lang="en-US" sz="1400" dirty="0">
                <a:solidFill>
                  <a:srgbClr val="0D0D0D"/>
                </a:solidFill>
              </a:rPr>
              <a:t>organize code for better maintainability and scalability.</a:t>
            </a:r>
            <a:endParaRPr lang="en-SG" sz="1400" dirty="0"/>
          </a:p>
        </p:txBody>
      </p:sp>
      <p:grpSp>
        <p:nvGrpSpPr>
          <p:cNvPr id="3" name="Group 2">
            <a:extLst>
              <a:ext uri="{FF2B5EF4-FFF2-40B4-BE49-F238E27FC236}">
                <a16:creationId xmlns:a16="http://schemas.microsoft.com/office/drawing/2014/main" id="{C96C2995-3141-98A7-AEB1-1E10659B9CDB}"/>
              </a:ext>
            </a:extLst>
          </p:cNvPr>
          <p:cNvGrpSpPr/>
          <p:nvPr/>
        </p:nvGrpSpPr>
        <p:grpSpPr>
          <a:xfrm>
            <a:off x="546165" y="1724491"/>
            <a:ext cx="6428680" cy="4347695"/>
            <a:chOff x="2189612" y="1724491"/>
            <a:chExt cx="4902947" cy="3409018"/>
          </a:xfrm>
        </p:grpSpPr>
        <p:pic>
          <p:nvPicPr>
            <p:cNvPr id="4" name="Picture 3">
              <a:extLst>
                <a:ext uri="{FF2B5EF4-FFF2-40B4-BE49-F238E27FC236}">
                  <a16:creationId xmlns:a16="http://schemas.microsoft.com/office/drawing/2014/main" id="{EAAC4A26-FD62-295A-61F1-AA0FEC4414E4}"/>
                </a:ext>
              </a:extLst>
            </p:cNvPr>
            <p:cNvPicPr>
              <a:picLocks noChangeAspect="1"/>
            </p:cNvPicPr>
            <p:nvPr/>
          </p:nvPicPr>
          <p:blipFill>
            <a:blip r:embed="rId4"/>
            <a:stretch>
              <a:fillRect/>
            </a:stretch>
          </p:blipFill>
          <p:spPr>
            <a:xfrm>
              <a:off x="2189612" y="1724491"/>
              <a:ext cx="4902947" cy="3409018"/>
            </a:xfrm>
            <a:prstGeom prst="rect">
              <a:avLst/>
            </a:prstGeom>
          </p:spPr>
        </p:pic>
        <p:sp>
          <p:nvSpPr>
            <p:cNvPr id="6" name="Rectangle 5">
              <a:extLst>
                <a:ext uri="{FF2B5EF4-FFF2-40B4-BE49-F238E27FC236}">
                  <a16:creationId xmlns:a16="http://schemas.microsoft.com/office/drawing/2014/main" id="{636FBD32-BA94-9365-463B-6D0FBD3A8A8C}"/>
                </a:ext>
              </a:extLst>
            </p:cNvPr>
            <p:cNvSpPr/>
            <p:nvPr/>
          </p:nvSpPr>
          <p:spPr>
            <a:xfrm>
              <a:off x="5479585" y="1724491"/>
              <a:ext cx="1392636" cy="1467738"/>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7C0C7B5D-3474-C302-8C79-2577A1E331D6}"/>
                </a:ext>
              </a:extLst>
            </p:cNvPr>
            <p:cNvSpPr/>
            <p:nvPr/>
          </p:nvSpPr>
          <p:spPr>
            <a:xfrm>
              <a:off x="2441962" y="1724492"/>
              <a:ext cx="1624070" cy="1547177"/>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9193A1F7-5F4B-CB55-BE67-F82977AFC73A}"/>
                </a:ext>
              </a:extLst>
            </p:cNvPr>
            <p:cNvSpPr/>
            <p:nvPr/>
          </p:nvSpPr>
          <p:spPr>
            <a:xfrm>
              <a:off x="4212551" y="3557016"/>
              <a:ext cx="1624070" cy="1363311"/>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4057366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94EA-5EDF-E329-3D3F-000243964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D000E-38E0-3ACB-CE45-2B777ADC1B98}"/>
              </a:ext>
            </a:extLst>
          </p:cNvPr>
          <p:cNvSpPr>
            <a:spLocks noGrp="1"/>
          </p:cNvSpPr>
          <p:nvPr>
            <p:ph type="title"/>
          </p:nvPr>
        </p:nvSpPr>
        <p:spPr/>
        <p:txBody>
          <a:bodyPr/>
          <a:lstStyle/>
          <a:p>
            <a:r>
              <a:rPr lang="en-SG" dirty="0"/>
              <a:t>Separation of Concerns with MVC </a:t>
            </a:r>
          </a:p>
        </p:txBody>
      </p:sp>
      <p:sp>
        <p:nvSpPr>
          <p:cNvPr id="5" name="TextBox 4">
            <a:extLst>
              <a:ext uri="{FF2B5EF4-FFF2-40B4-BE49-F238E27FC236}">
                <a16:creationId xmlns:a16="http://schemas.microsoft.com/office/drawing/2014/main" id="{93284FAD-93EF-6C57-E5CB-8321F0288C7E}"/>
              </a:ext>
            </a:extLst>
          </p:cNvPr>
          <p:cNvSpPr txBox="1"/>
          <p:nvPr/>
        </p:nvSpPr>
        <p:spPr>
          <a:xfrm>
            <a:off x="357635" y="6456725"/>
            <a:ext cx="4828984"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SG" sz="1200" dirty="0">
                <a:hlinkClick r:id="rId3"/>
              </a:rPr>
              <a:t>https://www.geeksforgeeks.org/mvc-framework-introduction/</a:t>
            </a:r>
            <a:r>
              <a:rPr lang="en-SG" sz="1200" dirty="0"/>
              <a:t> </a:t>
            </a:r>
          </a:p>
        </p:txBody>
      </p:sp>
      <p:sp>
        <p:nvSpPr>
          <p:cNvPr id="7" name="TextBox 6">
            <a:extLst>
              <a:ext uri="{FF2B5EF4-FFF2-40B4-BE49-F238E27FC236}">
                <a16:creationId xmlns:a16="http://schemas.microsoft.com/office/drawing/2014/main" id="{B7797DF5-F184-69B0-F2CF-3FD4F4871FCF}"/>
              </a:ext>
            </a:extLst>
          </p:cNvPr>
          <p:cNvSpPr txBox="1"/>
          <p:nvPr/>
        </p:nvSpPr>
        <p:spPr>
          <a:xfrm>
            <a:off x="10001916" y="2024880"/>
            <a:ext cx="1917181" cy="1169551"/>
          </a:xfrm>
          <a:prstGeom prst="rect">
            <a:avLst/>
          </a:prstGeom>
          <a:noFill/>
          <a:ln w="19050">
            <a:solidFill>
              <a:srgbClr val="FF0000"/>
            </a:solidFill>
          </a:ln>
        </p:spPr>
        <p:txBody>
          <a:bodyPr wrap="square" rtlCol="0">
            <a:spAutoFit/>
          </a:bodyPr>
          <a:lstStyle/>
          <a:p>
            <a:r>
              <a:rPr lang="en-US" sz="1400" b="1" dirty="0"/>
              <a:t>View</a:t>
            </a:r>
            <a:r>
              <a:rPr lang="en-US" sz="1400" dirty="0"/>
              <a:t>: Manages the presentation layer. It displays data to the user and defines how the UI looks.</a:t>
            </a:r>
          </a:p>
        </p:txBody>
      </p:sp>
      <p:sp>
        <p:nvSpPr>
          <p:cNvPr id="9" name="TextBox 8">
            <a:extLst>
              <a:ext uri="{FF2B5EF4-FFF2-40B4-BE49-F238E27FC236}">
                <a16:creationId xmlns:a16="http://schemas.microsoft.com/office/drawing/2014/main" id="{57B9BCF8-9617-E1A4-0C29-E262D6DB5DFE}"/>
              </a:ext>
            </a:extLst>
          </p:cNvPr>
          <p:cNvSpPr txBox="1"/>
          <p:nvPr/>
        </p:nvSpPr>
        <p:spPr>
          <a:xfrm>
            <a:off x="9867013" y="4224632"/>
            <a:ext cx="2162934" cy="1384995"/>
          </a:xfrm>
          <a:prstGeom prst="rect">
            <a:avLst/>
          </a:prstGeom>
          <a:noFill/>
          <a:ln w="19050">
            <a:solidFill>
              <a:srgbClr val="92D050"/>
            </a:solidFill>
          </a:ln>
        </p:spPr>
        <p:txBody>
          <a:bodyPr wrap="square" rtlCol="0">
            <a:spAutoFit/>
          </a:bodyPr>
          <a:lstStyle/>
          <a:p>
            <a:r>
              <a:rPr lang="en-US" sz="1400" b="1" dirty="0"/>
              <a:t>Controller</a:t>
            </a:r>
            <a:r>
              <a:rPr lang="en-US" sz="1400" dirty="0"/>
              <a:t>: Acts as an intermediary between the Model and View. It handles user input, updates the Model, and refreshes the View.</a:t>
            </a:r>
            <a:endParaRPr lang="en-SG" sz="1400" dirty="0"/>
          </a:p>
        </p:txBody>
      </p:sp>
      <p:grpSp>
        <p:nvGrpSpPr>
          <p:cNvPr id="11" name="Group 10">
            <a:extLst>
              <a:ext uri="{FF2B5EF4-FFF2-40B4-BE49-F238E27FC236}">
                <a16:creationId xmlns:a16="http://schemas.microsoft.com/office/drawing/2014/main" id="{4F35A0CB-1D0B-0FA8-996E-1919FF8F3225}"/>
              </a:ext>
            </a:extLst>
          </p:cNvPr>
          <p:cNvGrpSpPr/>
          <p:nvPr/>
        </p:nvGrpSpPr>
        <p:grpSpPr>
          <a:xfrm>
            <a:off x="2772127" y="1642775"/>
            <a:ext cx="6912076" cy="4580656"/>
            <a:chOff x="3178440" y="1594002"/>
            <a:chExt cx="5578697" cy="3878867"/>
          </a:xfrm>
        </p:grpSpPr>
        <p:pic>
          <p:nvPicPr>
            <p:cNvPr id="4" name="Picture 3">
              <a:extLst>
                <a:ext uri="{FF2B5EF4-FFF2-40B4-BE49-F238E27FC236}">
                  <a16:creationId xmlns:a16="http://schemas.microsoft.com/office/drawing/2014/main" id="{029F803A-FD3B-8DCD-2BA3-E38FC37AC7C2}"/>
                </a:ext>
              </a:extLst>
            </p:cNvPr>
            <p:cNvPicPr>
              <a:picLocks noChangeAspect="1"/>
            </p:cNvPicPr>
            <p:nvPr/>
          </p:nvPicPr>
          <p:blipFill>
            <a:blip r:embed="rId4"/>
            <a:stretch>
              <a:fillRect/>
            </a:stretch>
          </p:blipFill>
          <p:spPr>
            <a:xfrm>
              <a:off x="3178440" y="1594002"/>
              <a:ext cx="5578697" cy="3878867"/>
            </a:xfrm>
            <a:prstGeom prst="rect">
              <a:avLst/>
            </a:prstGeom>
          </p:spPr>
        </p:pic>
        <p:sp>
          <p:nvSpPr>
            <p:cNvPr id="6" name="Rectangle 5">
              <a:extLst>
                <a:ext uri="{FF2B5EF4-FFF2-40B4-BE49-F238E27FC236}">
                  <a16:creationId xmlns:a16="http://schemas.microsoft.com/office/drawing/2014/main" id="{73A099B5-9751-AF08-D53C-4C83A768B607}"/>
                </a:ext>
              </a:extLst>
            </p:cNvPr>
            <p:cNvSpPr/>
            <p:nvPr/>
          </p:nvSpPr>
          <p:spPr>
            <a:xfrm>
              <a:off x="6893443" y="1701209"/>
              <a:ext cx="1640902" cy="1520456"/>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56B0EA4E-39B2-A16D-AD6C-C13504F320B4}"/>
                </a:ext>
              </a:extLst>
            </p:cNvPr>
            <p:cNvSpPr/>
            <p:nvPr/>
          </p:nvSpPr>
          <p:spPr>
            <a:xfrm>
              <a:off x="3434865" y="1701210"/>
              <a:ext cx="1863694" cy="1605517"/>
            </a:xfrm>
            <a:prstGeom prst="rect">
              <a:avLst/>
            </a:prstGeom>
            <a:noFill/>
            <a:ln w="2222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A3DBD350-E19B-548B-79DB-0ACEA2EDEE2C}"/>
                </a:ext>
              </a:extLst>
            </p:cNvPr>
            <p:cNvSpPr/>
            <p:nvPr/>
          </p:nvSpPr>
          <p:spPr>
            <a:xfrm>
              <a:off x="5499090" y="3780300"/>
              <a:ext cx="1819654" cy="1408390"/>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grpSp>
      <p:sp>
        <p:nvSpPr>
          <p:cNvPr id="3" name="TextBox 2">
            <a:extLst>
              <a:ext uri="{FF2B5EF4-FFF2-40B4-BE49-F238E27FC236}">
                <a16:creationId xmlns:a16="http://schemas.microsoft.com/office/drawing/2014/main" id="{7399B8AE-38CD-B744-6007-CAD281659C41}"/>
              </a:ext>
            </a:extLst>
          </p:cNvPr>
          <p:cNvSpPr txBox="1"/>
          <p:nvPr/>
        </p:nvSpPr>
        <p:spPr>
          <a:xfrm>
            <a:off x="459674" y="1979885"/>
            <a:ext cx="2129643" cy="1169551"/>
          </a:xfrm>
          <a:prstGeom prst="rect">
            <a:avLst/>
          </a:prstGeom>
          <a:noFill/>
          <a:ln w="19050">
            <a:solidFill>
              <a:srgbClr val="0070C0"/>
            </a:solidFill>
          </a:ln>
        </p:spPr>
        <p:txBody>
          <a:bodyPr wrap="square" rtlCol="0">
            <a:spAutoFit/>
          </a:bodyPr>
          <a:lstStyle/>
          <a:p>
            <a:r>
              <a:rPr lang="en-US" sz="1400" b="1" dirty="0"/>
              <a:t>Model</a:t>
            </a:r>
            <a:r>
              <a:rPr lang="en-US" sz="1400" dirty="0"/>
              <a:t>: Handles the data and business logic. It’s responsible for retrieving, storing, and processing data.</a:t>
            </a:r>
          </a:p>
        </p:txBody>
      </p:sp>
      <p:sp>
        <p:nvSpPr>
          <p:cNvPr id="13" name="TextBox 12">
            <a:extLst>
              <a:ext uri="{FF2B5EF4-FFF2-40B4-BE49-F238E27FC236}">
                <a16:creationId xmlns:a16="http://schemas.microsoft.com/office/drawing/2014/main" id="{817AE896-5D5A-9086-E409-CBF58B014977}"/>
              </a:ext>
            </a:extLst>
          </p:cNvPr>
          <p:cNvSpPr txBox="1"/>
          <p:nvPr/>
        </p:nvSpPr>
        <p:spPr>
          <a:xfrm>
            <a:off x="396789" y="3689186"/>
            <a:ext cx="2192528" cy="2462213"/>
          </a:xfrm>
          <a:prstGeom prst="rect">
            <a:avLst/>
          </a:prstGeom>
          <a:noFill/>
          <a:ln w="28575">
            <a:solidFill>
              <a:srgbClr val="7030A0"/>
            </a:solidFill>
          </a:ln>
        </p:spPr>
        <p:txBody>
          <a:bodyPr wrap="square" rtlCol="0">
            <a:spAutoFit/>
          </a:bodyPr>
          <a:lstStyle/>
          <a:p>
            <a:r>
              <a:rPr lang="en-SG" sz="1400" dirty="0">
                <a:solidFill>
                  <a:srgbClr val="0070C0"/>
                </a:solidFill>
              </a:rPr>
              <a:t>Alongside MVC, </a:t>
            </a:r>
            <a:r>
              <a:rPr lang="en-SG" sz="1400" b="1" dirty="0">
                <a:solidFill>
                  <a:srgbClr val="0070C0"/>
                </a:solidFill>
              </a:rPr>
              <a:t>routes</a:t>
            </a:r>
            <a:r>
              <a:rPr lang="en-SG" sz="1400" dirty="0">
                <a:solidFill>
                  <a:srgbClr val="0070C0"/>
                </a:solidFill>
              </a:rPr>
              <a:t> direct incoming requests to the appropriate controller function based on the HTTP method and URL path. </a:t>
            </a:r>
          </a:p>
          <a:p>
            <a:endParaRPr lang="en-SG" sz="1400" dirty="0">
              <a:solidFill>
                <a:srgbClr val="0070C0"/>
              </a:solidFill>
            </a:endParaRPr>
          </a:p>
          <a:p>
            <a:r>
              <a:rPr lang="en-SG" sz="1400" dirty="0">
                <a:solidFill>
                  <a:srgbClr val="0070C0"/>
                </a:solidFill>
              </a:rPr>
              <a:t>They can also apply middleware, such as login checks, before passing control to the controller.</a:t>
            </a:r>
          </a:p>
        </p:txBody>
      </p:sp>
      <p:sp>
        <p:nvSpPr>
          <p:cNvPr id="12" name="TextBox 11">
            <a:extLst>
              <a:ext uri="{FF2B5EF4-FFF2-40B4-BE49-F238E27FC236}">
                <a16:creationId xmlns:a16="http://schemas.microsoft.com/office/drawing/2014/main" id="{AF3824CB-EEFB-C444-845D-D757FCAAC0F1}"/>
              </a:ext>
            </a:extLst>
          </p:cNvPr>
          <p:cNvSpPr txBox="1"/>
          <p:nvPr/>
        </p:nvSpPr>
        <p:spPr>
          <a:xfrm>
            <a:off x="4867198" y="6350035"/>
            <a:ext cx="6403314" cy="430887"/>
          </a:xfrm>
          <a:prstGeom prst="rect">
            <a:avLst/>
          </a:prstGeom>
          <a:noFill/>
        </p:spPr>
        <p:txBody>
          <a:bodyPr wrap="square" rtlCol="0">
            <a:spAutoFit/>
          </a:bodyPr>
          <a:lstStyle/>
          <a:p>
            <a:r>
              <a:rPr lang="en-US" sz="1100" dirty="0"/>
              <a:t>By separating these responsibilities, MVC makes applications easier to maintain, test, and scale. Each component can evolve independently as long as the interfaces between them remain consistent.</a:t>
            </a:r>
          </a:p>
        </p:txBody>
      </p:sp>
    </p:spTree>
    <p:extLst>
      <p:ext uri="{BB962C8B-B14F-4D97-AF65-F5344CB8AC3E}">
        <p14:creationId xmlns:p14="http://schemas.microsoft.com/office/powerpoint/2010/main" val="548780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53A914-7DF4-BD15-AF1E-48C62CDB2E5A}"/>
              </a:ext>
            </a:extLst>
          </p:cNvPr>
          <p:cNvSpPr>
            <a:spLocks noGrp="1"/>
          </p:cNvSpPr>
          <p:nvPr>
            <p:ph type="body" sz="quarter" idx="14"/>
          </p:nvPr>
        </p:nvSpPr>
        <p:spPr>
          <a:xfrm>
            <a:off x="730033" y="1904906"/>
            <a:ext cx="10899991" cy="4491636"/>
          </a:xfrm>
        </p:spPr>
        <p:txBody>
          <a:bodyPr wrap="square"/>
          <a:lstStyle/>
          <a:p>
            <a:pPr marL="0" indent="0">
              <a:spcAft>
                <a:spcPts val="1800"/>
              </a:spcAft>
              <a:buNone/>
            </a:pPr>
            <a:r>
              <a:rPr lang="en-US" dirty="0"/>
              <a:t>In your teams, discuss what different responsibilities does </a:t>
            </a:r>
            <a:r>
              <a:rPr lang="en-US" b="1" dirty="0"/>
              <a:t>app.js </a:t>
            </a:r>
            <a:r>
              <a:rPr lang="en-US" dirty="0"/>
              <a:t>in </a:t>
            </a:r>
            <a:r>
              <a:rPr lang="en-US" b="1" dirty="0" err="1"/>
              <a:t>PetCareApp</a:t>
            </a:r>
            <a:r>
              <a:rPr lang="en-US" dirty="0"/>
              <a:t> handle? Give one example of each.</a:t>
            </a:r>
          </a:p>
        </p:txBody>
      </p:sp>
      <p:sp>
        <p:nvSpPr>
          <p:cNvPr id="3" name="Slide Number Placeholder 2">
            <a:extLst>
              <a:ext uri="{FF2B5EF4-FFF2-40B4-BE49-F238E27FC236}">
                <a16:creationId xmlns:a16="http://schemas.microsoft.com/office/drawing/2014/main" id="{0210C826-30D3-EBCF-B31E-7083822DA28C}"/>
              </a:ext>
            </a:extLst>
          </p:cNvPr>
          <p:cNvSpPr>
            <a:spLocks noGrp="1"/>
          </p:cNvSpPr>
          <p:nvPr>
            <p:ph type="sldNum" sz="quarter" idx="19"/>
          </p:nvPr>
        </p:nvSpPr>
        <p:spPr/>
        <p:txBody>
          <a:bodyPr/>
          <a:lstStyle/>
          <a:p>
            <a:fld id="{5015600C-AC52-4A7A-B61A-C2D281744F97}" type="slidenum">
              <a:rPr lang="en-SG" smtClean="0"/>
              <a:pPr/>
              <a:t>15</a:t>
            </a:fld>
            <a:endParaRPr lang="en-SG" dirty="0"/>
          </a:p>
        </p:txBody>
      </p:sp>
      <p:sp>
        <p:nvSpPr>
          <p:cNvPr id="4" name="Title 3">
            <a:extLst>
              <a:ext uri="{FF2B5EF4-FFF2-40B4-BE49-F238E27FC236}">
                <a16:creationId xmlns:a16="http://schemas.microsoft.com/office/drawing/2014/main" id="{33ABBE3A-E2C8-710D-CFB8-24F7F646C2E1}"/>
              </a:ext>
            </a:extLst>
          </p:cNvPr>
          <p:cNvSpPr>
            <a:spLocks noGrp="1"/>
          </p:cNvSpPr>
          <p:nvPr>
            <p:ph type="title"/>
          </p:nvPr>
        </p:nvSpPr>
        <p:spPr/>
        <p:txBody>
          <a:bodyPr/>
          <a:lstStyle/>
          <a:p>
            <a:r>
              <a:rPr lang="en-US" dirty="0"/>
              <a:t>Exercise 1</a:t>
            </a:r>
            <a:endParaRPr lang="en-SG" dirty="0"/>
          </a:p>
        </p:txBody>
      </p:sp>
      <p:graphicFrame>
        <p:nvGraphicFramePr>
          <p:cNvPr id="5" name="Table 4">
            <a:extLst>
              <a:ext uri="{FF2B5EF4-FFF2-40B4-BE49-F238E27FC236}">
                <a16:creationId xmlns:a16="http://schemas.microsoft.com/office/drawing/2014/main" id="{B10FDD94-68E0-1B0A-3B67-7955246985B7}"/>
              </a:ext>
            </a:extLst>
          </p:cNvPr>
          <p:cNvGraphicFramePr>
            <a:graphicFrameLocks noGrp="1"/>
          </p:cNvGraphicFramePr>
          <p:nvPr>
            <p:extLst>
              <p:ext uri="{D42A27DB-BD31-4B8C-83A1-F6EECF244321}">
                <p14:modId xmlns:p14="http://schemas.microsoft.com/office/powerpoint/2010/main" val="2660703786"/>
              </p:ext>
            </p:extLst>
          </p:nvPr>
        </p:nvGraphicFramePr>
        <p:xfrm>
          <a:off x="730033" y="2573079"/>
          <a:ext cx="10731934" cy="2115879"/>
        </p:xfrm>
        <a:graphic>
          <a:graphicData uri="http://schemas.openxmlformats.org/drawingml/2006/table">
            <a:tbl>
              <a:tblPr firstRow="1" bandRow="1">
                <a:tableStyleId>{5940675A-B579-460E-94D1-54222C63F5DA}</a:tableStyleId>
              </a:tblPr>
              <a:tblGrid>
                <a:gridCol w="10731934">
                  <a:extLst>
                    <a:ext uri="{9D8B030D-6E8A-4147-A177-3AD203B41FA5}">
                      <a16:colId xmlns:a16="http://schemas.microsoft.com/office/drawing/2014/main" val="4024606973"/>
                    </a:ext>
                  </a:extLst>
                </a:gridCol>
              </a:tblGrid>
              <a:tr h="2115879">
                <a:tc>
                  <a:txBody>
                    <a:bodyPr/>
                    <a:lstStyle/>
                    <a:p>
                      <a:pPr marL="342900" indent="-342900">
                        <a:buAutoNum type="arabicPeriod"/>
                      </a:pPr>
                      <a:r>
                        <a:rPr lang="en-SG" dirty="0"/>
                        <a:t>Presentation </a:t>
                      </a:r>
                      <a:r>
                        <a:rPr lang="en-SG" dirty="0">
                          <a:sym typeface="Wingdings" panose="05000000000000000000" pitchFamily="2" charset="2"/>
                        </a:rPr>
                        <a:t> </a:t>
                      </a:r>
                      <a:r>
                        <a:rPr lang="en-SG" dirty="0" err="1">
                          <a:sym typeface="Wingdings" panose="05000000000000000000" pitchFamily="2" charset="2"/>
                        </a:rPr>
                        <a:t>Dissplay</a:t>
                      </a:r>
                      <a:r>
                        <a:rPr lang="en-SG" dirty="0">
                          <a:sym typeface="Wingdings" panose="05000000000000000000" pitchFamily="2" charset="2"/>
                        </a:rPr>
                        <a:t> pet profiles and journal entries using EJS views </a:t>
                      </a:r>
                      <a:endParaRPr lang="en-SG" dirty="0"/>
                    </a:p>
                    <a:p>
                      <a:pPr marL="342900" indent="-342900">
                        <a:buAutoNum type="arabicPeriod"/>
                      </a:pPr>
                      <a:r>
                        <a:rPr lang="en-SG" dirty="0"/>
                        <a:t>Request handling </a:t>
                      </a:r>
                      <a:r>
                        <a:rPr lang="en-SG" dirty="0">
                          <a:sym typeface="Wingdings" panose="05000000000000000000" pitchFamily="2" charset="2"/>
                        </a:rPr>
                        <a:t> </a:t>
                      </a:r>
                      <a:r>
                        <a:rPr lang="en-SG" dirty="0" err="1">
                          <a:sym typeface="Wingdings" panose="05000000000000000000" pitchFamily="2" charset="2"/>
                        </a:rPr>
                        <a:t>Processs</a:t>
                      </a:r>
                      <a:r>
                        <a:rPr lang="en-SG" dirty="0">
                          <a:sym typeface="Wingdings" panose="05000000000000000000" pitchFamily="2" charset="2"/>
                        </a:rPr>
                        <a:t> form submissions an choose the response or redirect </a:t>
                      </a:r>
                      <a:endParaRPr lang="en-SG" dirty="0"/>
                    </a:p>
                    <a:p>
                      <a:pPr marL="342900" indent="-342900">
                        <a:buAutoNum type="arabicPeriod"/>
                      </a:pPr>
                      <a:r>
                        <a:rPr lang="en-SG" dirty="0"/>
                        <a:t>Data </a:t>
                      </a:r>
                      <a:r>
                        <a:rPr lang="en-SG" dirty="0" err="1"/>
                        <a:t>accesss</a:t>
                      </a:r>
                      <a:r>
                        <a:rPr lang="en-SG" dirty="0"/>
                        <a:t> </a:t>
                      </a:r>
                      <a:r>
                        <a:rPr lang="en-SG" dirty="0">
                          <a:sym typeface="Wingdings" panose="05000000000000000000" pitchFamily="2" charset="2"/>
                        </a:rPr>
                        <a:t> Retrieve and save pet journal record in SQL </a:t>
                      </a:r>
                      <a:endParaRPr lang="en-SG" dirty="0"/>
                    </a:p>
                    <a:p>
                      <a:pPr marL="342900" indent="-342900">
                        <a:buAutoNum type="arabicPeriod"/>
                      </a:pPr>
                      <a:r>
                        <a:rPr lang="en-SG" dirty="0"/>
                        <a:t>Access control </a:t>
                      </a:r>
                      <a:r>
                        <a:rPr lang="en-SG" dirty="0">
                          <a:sym typeface="Wingdings" panose="05000000000000000000" pitchFamily="2" charset="2"/>
                        </a:rPr>
                        <a:t> authorisation and authentication </a:t>
                      </a:r>
                      <a:endParaRPr lang="en-SG" dirty="0"/>
                    </a:p>
                    <a:p>
                      <a:pPr marL="342900" indent="-342900">
                        <a:buAutoNum type="arabicPeriod"/>
                      </a:pPr>
                      <a:r>
                        <a:rPr lang="en-SG" dirty="0"/>
                        <a:t>Files uploads</a:t>
                      </a:r>
                      <a:r>
                        <a:rPr lang="en-SG" dirty="0">
                          <a:sym typeface="Wingdings" panose="05000000000000000000" pitchFamily="2" charset="2"/>
                        </a:rPr>
                        <a:t> </a:t>
                      </a:r>
                      <a:r>
                        <a:rPr lang="en-SG" dirty="0" err="1">
                          <a:sym typeface="Wingdings" panose="05000000000000000000" pitchFamily="2" charset="2"/>
                        </a:rPr>
                        <a:t>multer</a:t>
                      </a:r>
                      <a:r>
                        <a:rPr lang="en-SG" dirty="0">
                          <a:sym typeface="Wingdings" panose="05000000000000000000" pitchFamily="2" charset="2"/>
                        </a:rPr>
                        <a:t> and save in public/images</a:t>
                      </a:r>
                      <a:endParaRPr lang="en-SG" dirty="0"/>
                    </a:p>
                    <a:p>
                      <a:pPr marL="342900" indent="-342900">
                        <a:buAutoNum type="arabicPeriod"/>
                      </a:pPr>
                      <a:r>
                        <a:rPr lang="en-SG" dirty="0"/>
                        <a:t>Configuration </a:t>
                      </a:r>
                      <a:r>
                        <a:rPr lang="en-SG" dirty="0">
                          <a:sym typeface="Wingdings" panose="05000000000000000000" pitchFamily="2" charset="2"/>
                        </a:rPr>
                        <a:t> manage the database connection setting an credentials </a:t>
                      </a:r>
                      <a:endParaRPr lang="en-SG" dirty="0"/>
                    </a:p>
                  </a:txBody>
                  <a:tcPr/>
                </a:tc>
                <a:extLst>
                  <a:ext uri="{0D108BD9-81ED-4DB2-BD59-A6C34878D82A}">
                    <a16:rowId xmlns:a16="http://schemas.microsoft.com/office/drawing/2014/main" val="1565508683"/>
                  </a:ext>
                </a:extLst>
              </a:tr>
            </a:tbl>
          </a:graphicData>
        </a:graphic>
      </p:graphicFrame>
      <p:pic>
        <p:nvPicPr>
          <p:cNvPr id="8" name="Picture 7">
            <a:extLst>
              <a:ext uri="{FF2B5EF4-FFF2-40B4-BE49-F238E27FC236}">
                <a16:creationId xmlns:a16="http://schemas.microsoft.com/office/drawing/2014/main" id="{D269B56F-70F5-F66E-1637-32015224D9F5}"/>
              </a:ext>
            </a:extLst>
          </p:cNvPr>
          <p:cNvPicPr>
            <a:picLocks noChangeAspect="1"/>
          </p:cNvPicPr>
          <p:nvPr/>
        </p:nvPicPr>
        <p:blipFill>
          <a:blip r:embed="rId3"/>
          <a:stretch>
            <a:fillRect/>
          </a:stretch>
        </p:blipFill>
        <p:spPr>
          <a:xfrm>
            <a:off x="838200" y="1222613"/>
            <a:ext cx="1239752" cy="619876"/>
          </a:xfrm>
          <a:prstGeom prst="rect">
            <a:avLst/>
          </a:prstGeom>
        </p:spPr>
      </p:pic>
    </p:spTree>
    <p:extLst>
      <p:ext uri="{BB962C8B-B14F-4D97-AF65-F5344CB8AC3E}">
        <p14:creationId xmlns:p14="http://schemas.microsoft.com/office/powerpoint/2010/main" val="2912575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38912" y="438912"/>
            <a:ext cx="9692640" cy="475488"/>
          </a:xfrm>
          <a:prstGeom prst="rect">
            <a:avLst/>
          </a:prstGeom>
          <a:noFill/>
          <a:ln/>
        </p:spPr>
        <p:txBody>
          <a:bodyPr wrap="square" lIns="0" tIns="0" rIns="0" bIns="0" rtlCol="0" anchor="ctr"/>
          <a:lstStyle/>
          <a:p>
            <a:r>
              <a:rPr lang="en-US" sz="3200" b="1" dirty="0">
                <a:solidFill>
                  <a:srgbClr val="111111"/>
                </a:solidFill>
                <a:latin typeface="Arial Black" pitchFamily="34" charset="0"/>
                <a:ea typeface="Arial Black" pitchFamily="34" charset="-122"/>
                <a:cs typeface="Arial Black" pitchFamily="34" charset="-120"/>
              </a:rPr>
              <a:t>MVC is Separation of Concerns in action</a:t>
            </a:r>
            <a:endParaRPr lang="en-US" sz="3200" dirty="0"/>
          </a:p>
        </p:txBody>
      </p:sp>
      <p:sp>
        <p:nvSpPr>
          <p:cNvPr id="3" name="Shape 1"/>
          <p:cNvSpPr/>
          <p:nvPr/>
        </p:nvSpPr>
        <p:spPr>
          <a:xfrm>
            <a:off x="594360" y="1417320"/>
            <a:ext cx="3246120" cy="3429000"/>
          </a:xfrm>
          <a:prstGeom prst="roundRect">
            <a:avLst>
              <a:gd name="adj" fmla="val 2254"/>
            </a:avLst>
          </a:prstGeom>
          <a:solidFill>
            <a:srgbClr val="FFFFFF"/>
          </a:solidFill>
          <a:ln w="12700">
            <a:solidFill>
              <a:srgbClr val="D7DDD2"/>
            </a:solidFill>
            <a:prstDash val="solid"/>
          </a:ln>
          <a:effectLst>
            <a:outerShdw blurRad="15240" dist="5080" dir="2700000" algn="bl" rotWithShape="0">
              <a:srgbClr val="000000">
                <a:alpha val="12000"/>
              </a:srgbClr>
            </a:outerShdw>
          </a:effectLst>
        </p:spPr>
        <p:txBody>
          <a:bodyPr/>
          <a:lstStyle/>
          <a:p>
            <a:endParaRPr lang="en-SG" sz="2400"/>
          </a:p>
        </p:txBody>
      </p:sp>
      <p:sp>
        <p:nvSpPr>
          <p:cNvPr id="4" name="Shape 2"/>
          <p:cNvSpPr/>
          <p:nvPr/>
        </p:nvSpPr>
        <p:spPr>
          <a:xfrm>
            <a:off x="594360" y="1417320"/>
            <a:ext cx="109728" cy="3429000"/>
          </a:xfrm>
          <a:prstGeom prst="rect">
            <a:avLst/>
          </a:prstGeom>
          <a:solidFill>
            <a:srgbClr val="2274A5"/>
          </a:solidFill>
          <a:ln w="12700">
            <a:solidFill>
              <a:srgbClr val="2274A5"/>
            </a:solidFill>
            <a:prstDash val="solid"/>
          </a:ln>
        </p:spPr>
        <p:txBody>
          <a:bodyPr/>
          <a:lstStyle/>
          <a:p>
            <a:endParaRPr lang="en-SG" sz="2400"/>
          </a:p>
        </p:txBody>
      </p:sp>
      <p:sp>
        <p:nvSpPr>
          <p:cNvPr id="5" name="Text 3"/>
          <p:cNvSpPr/>
          <p:nvPr/>
        </p:nvSpPr>
        <p:spPr>
          <a:xfrm>
            <a:off x="850392" y="1618488"/>
            <a:ext cx="2807208" cy="310896"/>
          </a:xfrm>
          <a:prstGeom prst="rect">
            <a:avLst/>
          </a:prstGeom>
          <a:noFill/>
          <a:ln/>
        </p:spPr>
        <p:txBody>
          <a:bodyPr wrap="square" lIns="0" tIns="0" rIns="0" bIns="0" rtlCol="0" anchor="ctr"/>
          <a:lstStyle/>
          <a:p>
            <a:r>
              <a:rPr lang="en-US" sz="1500" dirty="0">
                <a:solidFill>
                  <a:srgbClr val="2274A5"/>
                </a:solidFill>
                <a:latin typeface="Arial Black" pitchFamily="34" charset="0"/>
                <a:ea typeface="Arial Black" pitchFamily="34" charset="-122"/>
                <a:cs typeface="Arial Black" pitchFamily="34" charset="-120"/>
              </a:rPr>
              <a:t>MODEL</a:t>
            </a:r>
            <a:endParaRPr lang="en-US" sz="1500" dirty="0"/>
          </a:p>
        </p:txBody>
      </p:sp>
      <p:sp>
        <p:nvSpPr>
          <p:cNvPr id="6" name="Text 4"/>
          <p:cNvSpPr/>
          <p:nvPr/>
        </p:nvSpPr>
        <p:spPr>
          <a:xfrm>
            <a:off x="850392" y="2057400"/>
            <a:ext cx="2788920" cy="2624328"/>
          </a:xfrm>
          <a:prstGeom prst="rect">
            <a:avLst/>
          </a:prstGeom>
          <a:noFill/>
          <a:ln/>
        </p:spPr>
        <p:txBody>
          <a:bodyPr wrap="square" lIns="0" tIns="0" rIns="0" bIns="0" rtlCol="0" anchor="t"/>
          <a:lstStyle/>
          <a:p>
            <a:r>
              <a:rPr lang="en-US" sz="1251" dirty="0">
                <a:solidFill>
                  <a:srgbClr val="111111"/>
                </a:solidFill>
                <a:latin typeface="Arial" pitchFamily="34" charset="0"/>
                <a:ea typeface="Arial" pitchFamily="34" charset="-122"/>
                <a:cs typeface="Arial" pitchFamily="34" charset="-120"/>
              </a:rPr>
              <a:t>Retrieves and stores data.</a:t>
            </a:r>
            <a:endParaRPr lang="en-US" sz="1251" dirty="0"/>
          </a:p>
          <a:p>
            <a:endParaRPr lang="en-US" sz="1251" dirty="0"/>
          </a:p>
          <a:p>
            <a:r>
              <a:rPr lang="en-US" sz="1251" dirty="0">
                <a:solidFill>
                  <a:srgbClr val="111111"/>
                </a:solidFill>
                <a:latin typeface="Arial" pitchFamily="34" charset="0"/>
                <a:ea typeface="Arial" pitchFamily="34" charset="-122"/>
                <a:cs typeface="Arial" pitchFamily="34" charset="-120"/>
              </a:rPr>
              <a:t>Examples:</a:t>
            </a:r>
            <a:endParaRPr lang="en-US" sz="1251" dirty="0"/>
          </a:p>
          <a:p>
            <a:r>
              <a:rPr lang="en-US" sz="1251" dirty="0">
                <a:solidFill>
                  <a:srgbClr val="111111"/>
                </a:solidFill>
                <a:latin typeface="Arial" pitchFamily="34" charset="0"/>
                <a:ea typeface="Arial" pitchFamily="34" charset="-122"/>
                <a:cs typeface="Arial" pitchFamily="34" charset="-120"/>
              </a:rPr>
              <a:t>• pets</a:t>
            </a:r>
          </a:p>
          <a:p>
            <a:r>
              <a:rPr lang="en-US" sz="1251" dirty="0">
                <a:solidFill>
                  <a:srgbClr val="111111"/>
                </a:solidFill>
                <a:latin typeface="Arial" pitchFamily="34" charset="0"/>
                <a:ea typeface="Arial" pitchFamily="34" charset="-122"/>
                <a:cs typeface="Arial" pitchFamily="34" charset="-120"/>
              </a:rPr>
              <a:t>• journals</a:t>
            </a:r>
            <a:endParaRPr lang="en-US" sz="1251" dirty="0"/>
          </a:p>
          <a:p>
            <a:r>
              <a:rPr lang="en-US" sz="1251" dirty="0">
                <a:solidFill>
                  <a:srgbClr val="111111"/>
                </a:solidFill>
                <a:latin typeface="Arial" pitchFamily="34" charset="0"/>
                <a:ea typeface="Arial" pitchFamily="34" charset="-122"/>
                <a:cs typeface="Arial" pitchFamily="34" charset="-120"/>
              </a:rPr>
              <a:t>• services</a:t>
            </a:r>
            <a:endParaRPr lang="en-US" sz="1251" dirty="0"/>
          </a:p>
          <a:p>
            <a:r>
              <a:rPr lang="en-US" sz="1251" dirty="0">
                <a:solidFill>
                  <a:srgbClr val="111111"/>
                </a:solidFill>
                <a:latin typeface="Arial" pitchFamily="34" charset="0"/>
                <a:ea typeface="Arial" pitchFamily="34" charset="-122"/>
                <a:cs typeface="Arial" pitchFamily="34" charset="-120"/>
              </a:rPr>
              <a:t>• bookings</a:t>
            </a:r>
            <a:endParaRPr lang="en-US" sz="1251" dirty="0"/>
          </a:p>
          <a:p>
            <a:r>
              <a:rPr lang="en-US" sz="1251" dirty="0">
                <a:solidFill>
                  <a:srgbClr val="111111"/>
                </a:solidFill>
                <a:latin typeface="Arial" pitchFamily="34" charset="0"/>
                <a:ea typeface="Arial" pitchFamily="34" charset="-122"/>
                <a:cs typeface="Arial" pitchFamily="34" charset="-120"/>
              </a:rPr>
              <a:t>• payments</a:t>
            </a:r>
            <a:endParaRPr lang="en-US" sz="1251" dirty="0"/>
          </a:p>
        </p:txBody>
      </p:sp>
      <p:sp>
        <p:nvSpPr>
          <p:cNvPr id="7" name="Shape 5"/>
          <p:cNvSpPr/>
          <p:nvPr/>
        </p:nvSpPr>
        <p:spPr>
          <a:xfrm>
            <a:off x="4462272" y="1417320"/>
            <a:ext cx="3246120" cy="3429000"/>
          </a:xfrm>
          <a:prstGeom prst="roundRect">
            <a:avLst>
              <a:gd name="adj" fmla="val 2254"/>
            </a:avLst>
          </a:prstGeom>
          <a:solidFill>
            <a:srgbClr val="FFFFFF"/>
          </a:solidFill>
          <a:ln w="12700">
            <a:solidFill>
              <a:srgbClr val="D7DDD2"/>
            </a:solidFill>
            <a:prstDash val="solid"/>
          </a:ln>
          <a:effectLst>
            <a:outerShdw blurRad="15240" dist="5080" dir="2700000" algn="bl" rotWithShape="0">
              <a:srgbClr val="000000">
                <a:alpha val="12000"/>
              </a:srgbClr>
            </a:outerShdw>
          </a:effectLst>
        </p:spPr>
        <p:txBody>
          <a:bodyPr/>
          <a:lstStyle/>
          <a:p>
            <a:endParaRPr lang="en-SG" sz="2400"/>
          </a:p>
        </p:txBody>
      </p:sp>
      <p:sp>
        <p:nvSpPr>
          <p:cNvPr id="8" name="Shape 6"/>
          <p:cNvSpPr/>
          <p:nvPr/>
        </p:nvSpPr>
        <p:spPr>
          <a:xfrm>
            <a:off x="4462272" y="1417320"/>
            <a:ext cx="109728" cy="3429000"/>
          </a:xfrm>
          <a:prstGeom prst="rect">
            <a:avLst/>
          </a:prstGeom>
          <a:solidFill>
            <a:srgbClr val="F28C28"/>
          </a:solidFill>
          <a:ln w="12700">
            <a:solidFill>
              <a:srgbClr val="F28C28"/>
            </a:solidFill>
            <a:prstDash val="solid"/>
          </a:ln>
        </p:spPr>
        <p:txBody>
          <a:bodyPr/>
          <a:lstStyle/>
          <a:p>
            <a:endParaRPr lang="en-SG" sz="2400"/>
          </a:p>
        </p:txBody>
      </p:sp>
      <p:sp>
        <p:nvSpPr>
          <p:cNvPr id="9" name="Text 7"/>
          <p:cNvSpPr/>
          <p:nvPr/>
        </p:nvSpPr>
        <p:spPr>
          <a:xfrm>
            <a:off x="4718304" y="1618488"/>
            <a:ext cx="2807208" cy="310896"/>
          </a:xfrm>
          <a:prstGeom prst="rect">
            <a:avLst/>
          </a:prstGeom>
          <a:noFill/>
          <a:ln/>
        </p:spPr>
        <p:txBody>
          <a:bodyPr wrap="square" lIns="0" tIns="0" rIns="0" bIns="0" rtlCol="0" anchor="ctr"/>
          <a:lstStyle/>
          <a:p>
            <a:r>
              <a:rPr lang="en-US" sz="1500" dirty="0">
                <a:solidFill>
                  <a:srgbClr val="F28C28"/>
                </a:solidFill>
                <a:latin typeface="Arial Black" pitchFamily="34" charset="0"/>
                <a:ea typeface="Arial Black" pitchFamily="34" charset="-122"/>
                <a:cs typeface="Arial Black" pitchFamily="34" charset="-120"/>
              </a:rPr>
              <a:t>CONTROLLER</a:t>
            </a:r>
            <a:endParaRPr lang="en-US" sz="1500" dirty="0"/>
          </a:p>
        </p:txBody>
      </p:sp>
      <p:sp>
        <p:nvSpPr>
          <p:cNvPr id="10" name="Text 8"/>
          <p:cNvSpPr/>
          <p:nvPr/>
        </p:nvSpPr>
        <p:spPr>
          <a:xfrm>
            <a:off x="4718304" y="2057400"/>
            <a:ext cx="2788920" cy="2624328"/>
          </a:xfrm>
          <a:prstGeom prst="rect">
            <a:avLst/>
          </a:prstGeom>
          <a:noFill/>
          <a:ln/>
        </p:spPr>
        <p:txBody>
          <a:bodyPr wrap="square" lIns="0" tIns="0" rIns="0" bIns="0" rtlCol="0" anchor="t"/>
          <a:lstStyle/>
          <a:p>
            <a:r>
              <a:rPr lang="en-US" sz="1251" dirty="0">
                <a:solidFill>
                  <a:srgbClr val="111111"/>
                </a:solidFill>
                <a:latin typeface="Arial" pitchFamily="34" charset="0"/>
                <a:ea typeface="Arial" pitchFamily="34" charset="-122"/>
                <a:cs typeface="Arial" pitchFamily="34" charset="-120"/>
              </a:rPr>
              <a:t>Handles the request and coordinates the workflow.</a:t>
            </a:r>
            <a:endParaRPr lang="en-US" sz="1251" dirty="0"/>
          </a:p>
          <a:p>
            <a:endParaRPr lang="en-US" sz="1251" dirty="0"/>
          </a:p>
          <a:p>
            <a:r>
              <a:rPr lang="en-US" sz="1251" dirty="0">
                <a:solidFill>
                  <a:srgbClr val="111111"/>
                </a:solidFill>
                <a:latin typeface="Arial" pitchFamily="34" charset="0"/>
                <a:ea typeface="Arial" pitchFamily="34" charset="-122"/>
                <a:cs typeface="Arial" pitchFamily="34" charset="-120"/>
              </a:rPr>
              <a:t>Examples:</a:t>
            </a:r>
            <a:endParaRPr lang="en-US" sz="1251" dirty="0"/>
          </a:p>
          <a:p>
            <a:r>
              <a:rPr lang="en-US" sz="1251" dirty="0">
                <a:solidFill>
                  <a:srgbClr val="111111"/>
                </a:solidFill>
                <a:latin typeface="Arial" pitchFamily="34" charset="0"/>
                <a:ea typeface="Arial" pitchFamily="34" charset="-122"/>
                <a:cs typeface="Arial" pitchFamily="34" charset="-120"/>
              </a:rPr>
              <a:t>• validate pet ownership</a:t>
            </a:r>
            <a:endParaRPr lang="en-US" sz="1251" dirty="0"/>
          </a:p>
          <a:p>
            <a:r>
              <a:rPr lang="en-US" sz="1251" dirty="0">
                <a:solidFill>
                  <a:srgbClr val="111111"/>
                </a:solidFill>
                <a:latin typeface="Arial" pitchFamily="34" charset="0"/>
                <a:ea typeface="Arial" pitchFamily="34" charset="-122"/>
                <a:cs typeface="Arial" pitchFamily="34" charset="-120"/>
              </a:rPr>
              <a:t>• decide next action</a:t>
            </a:r>
            <a:endParaRPr lang="en-US" sz="1251" dirty="0"/>
          </a:p>
          <a:p>
            <a:r>
              <a:rPr lang="en-US" sz="1251" dirty="0">
                <a:solidFill>
                  <a:srgbClr val="111111"/>
                </a:solidFill>
                <a:latin typeface="Arial" pitchFamily="34" charset="0"/>
                <a:ea typeface="Arial" pitchFamily="34" charset="-122"/>
                <a:cs typeface="Arial" pitchFamily="34" charset="-120"/>
              </a:rPr>
              <a:t>• choose view</a:t>
            </a:r>
            <a:endParaRPr lang="en-US" sz="1251" dirty="0"/>
          </a:p>
        </p:txBody>
      </p:sp>
      <p:sp>
        <p:nvSpPr>
          <p:cNvPr id="11" name="Shape 9"/>
          <p:cNvSpPr/>
          <p:nvPr/>
        </p:nvSpPr>
        <p:spPr>
          <a:xfrm>
            <a:off x="8321040" y="1417320"/>
            <a:ext cx="3246120" cy="3429000"/>
          </a:xfrm>
          <a:prstGeom prst="roundRect">
            <a:avLst>
              <a:gd name="adj" fmla="val 2254"/>
            </a:avLst>
          </a:prstGeom>
          <a:solidFill>
            <a:srgbClr val="FFFFFF"/>
          </a:solidFill>
          <a:ln w="12700">
            <a:solidFill>
              <a:srgbClr val="D7DDD2"/>
            </a:solidFill>
            <a:prstDash val="solid"/>
          </a:ln>
          <a:effectLst>
            <a:outerShdw blurRad="15240" dist="5080" dir="2700000" algn="bl" rotWithShape="0">
              <a:srgbClr val="000000">
                <a:alpha val="12000"/>
              </a:srgbClr>
            </a:outerShdw>
          </a:effectLst>
        </p:spPr>
        <p:txBody>
          <a:bodyPr/>
          <a:lstStyle/>
          <a:p>
            <a:endParaRPr lang="en-SG" sz="2400"/>
          </a:p>
        </p:txBody>
      </p:sp>
      <p:sp>
        <p:nvSpPr>
          <p:cNvPr id="12" name="Shape 10"/>
          <p:cNvSpPr/>
          <p:nvPr/>
        </p:nvSpPr>
        <p:spPr>
          <a:xfrm>
            <a:off x="8321040" y="1417320"/>
            <a:ext cx="109728" cy="3429000"/>
          </a:xfrm>
          <a:prstGeom prst="rect">
            <a:avLst/>
          </a:prstGeom>
          <a:solidFill>
            <a:srgbClr val="5DAE22"/>
          </a:solidFill>
          <a:ln w="12700">
            <a:solidFill>
              <a:srgbClr val="5DAE22"/>
            </a:solidFill>
            <a:prstDash val="solid"/>
          </a:ln>
        </p:spPr>
        <p:txBody>
          <a:bodyPr/>
          <a:lstStyle/>
          <a:p>
            <a:endParaRPr lang="en-SG" sz="2400"/>
          </a:p>
        </p:txBody>
      </p:sp>
      <p:sp>
        <p:nvSpPr>
          <p:cNvPr id="13" name="Text 11"/>
          <p:cNvSpPr/>
          <p:nvPr/>
        </p:nvSpPr>
        <p:spPr>
          <a:xfrm>
            <a:off x="8577072" y="1618488"/>
            <a:ext cx="2807208" cy="310896"/>
          </a:xfrm>
          <a:prstGeom prst="rect">
            <a:avLst/>
          </a:prstGeom>
          <a:noFill/>
          <a:ln/>
        </p:spPr>
        <p:txBody>
          <a:bodyPr wrap="square" lIns="0" tIns="0" rIns="0" bIns="0" rtlCol="0" anchor="ctr"/>
          <a:lstStyle/>
          <a:p>
            <a:r>
              <a:rPr lang="en-US" sz="1500" dirty="0">
                <a:solidFill>
                  <a:srgbClr val="5DAE22"/>
                </a:solidFill>
                <a:latin typeface="Arial Black" pitchFamily="34" charset="0"/>
                <a:ea typeface="Arial Black" pitchFamily="34" charset="-122"/>
                <a:cs typeface="Arial Black" pitchFamily="34" charset="-120"/>
              </a:rPr>
              <a:t>VIEW</a:t>
            </a:r>
            <a:endParaRPr lang="en-US" sz="1500" dirty="0"/>
          </a:p>
        </p:txBody>
      </p:sp>
      <p:sp>
        <p:nvSpPr>
          <p:cNvPr id="14" name="Text 12"/>
          <p:cNvSpPr/>
          <p:nvPr/>
        </p:nvSpPr>
        <p:spPr>
          <a:xfrm>
            <a:off x="8577072" y="2057400"/>
            <a:ext cx="2788920" cy="2624328"/>
          </a:xfrm>
          <a:prstGeom prst="rect">
            <a:avLst/>
          </a:prstGeom>
          <a:noFill/>
          <a:ln/>
        </p:spPr>
        <p:txBody>
          <a:bodyPr wrap="square" lIns="0" tIns="0" rIns="0" bIns="0" rtlCol="0" anchor="t"/>
          <a:lstStyle/>
          <a:p>
            <a:r>
              <a:rPr lang="en-US" sz="1251" dirty="0">
                <a:solidFill>
                  <a:srgbClr val="111111"/>
                </a:solidFill>
                <a:latin typeface="Arial" pitchFamily="34" charset="0"/>
                <a:ea typeface="Arial" pitchFamily="34" charset="-122"/>
                <a:cs typeface="Arial" pitchFamily="34" charset="-120"/>
              </a:rPr>
              <a:t>Displays data and captures user input.</a:t>
            </a:r>
            <a:endParaRPr lang="en-US" sz="1251" dirty="0"/>
          </a:p>
          <a:p>
            <a:endParaRPr lang="en-US" sz="1251" dirty="0"/>
          </a:p>
          <a:p>
            <a:r>
              <a:rPr lang="en-US" sz="1251" dirty="0">
                <a:solidFill>
                  <a:srgbClr val="111111"/>
                </a:solidFill>
                <a:latin typeface="Arial" pitchFamily="34" charset="0"/>
                <a:ea typeface="Arial" pitchFamily="34" charset="-122"/>
                <a:cs typeface="Arial" pitchFamily="34" charset="-120"/>
              </a:rPr>
              <a:t>Examples:</a:t>
            </a:r>
            <a:endParaRPr lang="en-US" sz="1251" dirty="0"/>
          </a:p>
          <a:p>
            <a:r>
              <a:rPr lang="en-US" sz="1251" dirty="0">
                <a:solidFill>
                  <a:srgbClr val="111111"/>
                </a:solidFill>
                <a:latin typeface="Arial" pitchFamily="34" charset="0"/>
                <a:ea typeface="Arial" pitchFamily="34" charset="-122"/>
                <a:cs typeface="Arial" pitchFamily="34" charset="-120"/>
              </a:rPr>
              <a:t>• list of pets</a:t>
            </a:r>
          </a:p>
          <a:p>
            <a:r>
              <a:rPr lang="en-US" sz="1251" dirty="0">
                <a:solidFill>
                  <a:srgbClr val="111111"/>
                </a:solidFill>
                <a:latin typeface="Arial" pitchFamily="34" charset="0"/>
                <a:ea typeface="Arial" pitchFamily="34" charset="-122"/>
                <a:cs typeface="Arial" pitchFamily="34" charset="-120"/>
              </a:rPr>
              <a:t>• service selection</a:t>
            </a:r>
            <a:endParaRPr lang="en-US" sz="1251" dirty="0"/>
          </a:p>
          <a:p>
            <a:r>
              <a:rPr lang="en-US" sz="1251" dirty="0">
                <a:solidFill>
                  <a:srgbClr val="111111"/>
                </a:solidFill>
                <a:latin typeface="Arial" pitchFamily="34" charset="0"/>
                <a:ea typeface="Arial" pitchFamily="34" charset="-122"/>
                <a:cs typeface="Arial" pitchFamily="34" charset="-120"/>
              </a:rPr>
              <a:t>• checkout page</a:t>
            </a:r>
            <a:endParaRPr lang="en-US" sz="1251" dirty="0"/>
          </a:p>
          <a:p>
            <a:r>
              <a:rPr lang="en-US" sz="1251" dirty="0">
                <a:solidFill>
                  <a:srgbClr val="111111"/>
                </a:solidFill>
                <a:latin typeface="Arial" pitchFamily="34" charset="0"/>
                <a:ea typeface="Arial" pitchFamily="34" charset="-122"/>
                <a:cs typeface="Arial" pitchFamily="34" charset="-120"/>
              </a:rPr>
              <a:t>• payment result</a:t>
            </a:r>
            <a:endParaRPr lang="en-US" sz="1251" dirty="0"/>
          </a:p>
        </p:txBody>
      </p:sp>
      <p:sp>
        <p:nvSpPr>
          <p:cNvPr id="15" name="Shape 13"/>
          <p:cNvSpPr/>
          <p:nvPr/>
        </p:nvSpPr>
        <p:spPr>
          <a:xfrm>
            <a:off x="3886200" y="2788920"/>
            <a:ext cx="438912" cy="310896"/>
          </a:xfrm>
          <a:prstGeom prst="chevron">
            <a:avLst/>
          </a:prstGeom>
          <a:solidFill>
            <a:srgbClr val="666666"/>
          </a:solidFill>
          <a:ln w="12700">
            <a:solidFill>
              <a:srgbClr val="666666"/>
            </a:solidFill>
            <a:prstDash val="solid"/>
          </a:ln>
        </p:spPr>
        <p:txBody>
          <a:bodyPr/>
          <a:lstStyle/>
          <a:p>
            <a:endParaRPr lang="en-SG" sz="2400"/>
          </a:p>
        </p:txBody>
      </p:sp>
      <p:sp>
        <p:nvSpPr>
          <p:cNvPr id="16" name="Shape 14"/>
          <p:cNvSpPr/>
          <p:nvPr/>
        </p:nvSpPr>
        <p:spPr>
          <a:xfrm>
            <a:off x="7744968" y="2788920"/>
            <a:ext cx="438912" cy="310896"/>
          </a:xfrm>
          <a:prstGeom prst="chevron">
            <a:avLst/>
          </a:prstGeom>
          <a:solidFill>
            <a:srgbClr val="666666"/>
          </a:solidFill>
          <a:ln w="12700">
            <a:solidFill>
              <a:srgbClr val="666666"/>
            </a:solidFill>
            <a:prstDash val="solid"/>
          </a:ln>
        </p:spPr>
        <p:txBody>
          <a:bodyPr/>
          <a:lstStyle/>
          <a:p>
            <a:endParaRPr lang="en-SG" sz="2400"/>
          </a:p>
        </p:txBody>
      </p:sp>
      <p:sp>
        <p:nvSpPr>
          <p:cNvPr id="17" name="Text 15"/>
          <p:cNvSpPr/>
          <p:nvPr/>
        </p:nvSpPr>
        <p:spPr>
          <a:xfrm>
            <a:off x="2834640" y="5321808"/>
            <a:ext cx="6492240" cy="411480"/>
          </a:xfrm>
          <a:prstGeom prst="rect">
            <a:avLst/>
          </a:prstGeom>
          <a:noFill/>
          <a:ln/>
        </p:spPr>
        <p:txBody>
          <a:bodyPr wrap="square" lIns="0" tIns="0" rIns="0" bIns="0" rtlCol="0" anchor="ctr"/>
          <a:lstStyle/>
          <a:p>
            <a:pPr algn="ctr"/>
            <a:r>
              <a:rPr lang="en-US" sz="1700" b="1" dirty="0">
                <a:solidFill>
                  <a:srgbClr val="1F7A6D"/>
                </a:solidFill>
                <a:latin typeface="Arial" pitchFamily="34" charset="0"/>
                <a:ea typeface="Arial" pitchFamily="34" charset="-122"/>
                <a:cs typeface="Arial" pitchFamily="34" charset="-120"/>
              </a:rPr>
              <a:t>Routes direct requests to the relevant controller.</a:t>
            </a:r>
            <a:endParaRPr lang="en-US" sz="1700" dirty="0"/>
          </a:p>
        </p:txBody>
      </p:sp>
      <p:sp>
        <p:nvSpPr>
          <p:cNvPr id="25" name="Slide Number Placeholder 0"/>
          <p:cNvSpPr>
            <a:spLocks noGrp="1"/>
          </p:cNvSpPr>
          <p:nvPr>
            <p:ph type="sldNum" sz="quarter" idx="19"/>
          </p:nvPr>
        </p:nvSpPr>
        <p:spPr>
          <a:prstGeom prst="rect">
            <a:avLst/>
          </a:prstGeom>
          <a:extLst>
            <a:ext uri="{C572A759-6A51-4108-AA02-DFA0A04FC94B}">
              <ma14:wrappingTextBoxFlag xmlns="" xmlns:ma14="http://schemas.microsoft.com/office/mac/drawingml/2011/main" val="0"/>
            </a:ext>
          </a:extLst>
        </p:spPr>
        <p:txBody>
          <a:bodyPr/>
          <a:lstStyle>
            <a:lvl1pPr>
              <a:defRPr sz="700">
                <a:solidFill>
                  <a:srgbClr val="666666"/>
                </a:solidFill>
                <a:latin typeface="Arial"/>
                <a:ea typeface="Arial"/>
                <a:cs typeface="Arial"/>
              </a:defRPr>
            </a:lvl1pPr>
          </a:lstStyle>
          <a:p>
            <a:pPr algn="r"/>
            <a:fld id="{F7021451-1387-4CA6-816F-3879F97B5CBC}" type="slidenum">
              <a:rPr lang="en-US" b="0"/>
              <a:t>16</a:t>
            </a:fld>
            <a:endParaRPr lang="en-US"/>
          </a:p>
        </p:txBody>
      </p:sp>
    </p:spTree>
    <p:extLst>
      <p:ext uri="{BB962C8B-B14F-4D97-AF65-F5344CB8AC3E}">
        <p14:creationId xmlns:p14="http://schemas.microsoft.com/office/powerpoint/2010/main" val="4016513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502920"/>
            <a:ext cx="9464040" cy="523220"/>
          </a:xfrm>
          <a:prstGeom prst="rect">
            <a:avLst/>
          </a:prstGeom>
          <a:noFill/>
        </p:spPr>
        <p:txBody>
          <a:bodyPr wrap="square" anchor="t">
            <a:spAutoFit/>
          </a:bodyPr>
          <a:lstStyle/>
          <a:p>
            <a:pPr algn="l"/>
            <a:r>
              <a:rPr lang="en-US" sz="2800" b="1" dirty="0">
                <a:solidFill>
                  <a:srgbClr val="212529"/>
                </a:solidFill>
                <a:latin typeface="Arial Black"/>
              </a:rPr>
              <a:t>MVC responsibilities: What belongs where?</a:t>
            </a:r>
            <a:endParaRPr sz="2800" b="1" dirty="0">
              <a:solidFill>
                <a:srgbClr val="212529"/>
              </a:solidFill>
              <a:latin typeface="Arial Black"/>
            </a:endParaRPr>
          </a:p>
        </p:txBody>
      </p:sp>
      <p:sp>
        <p:nvSpPr>
          <p:cNvPr id="4" name="TextBox 3"/>
          <p:cNvSpPr txBox="1"/>
          <p:nvPr/>
        </p:nvSpPr>
        <p:spPr>
          <a:xfrm>
            <a:off x="566928" y="945020"/>
            <a:ext cx="9326880" cy="276999"/>
          </a:xfrm>
          <a:prstGeom prst="rect">
            <a:avLst/>
          </a:prstGeom>
          <a:noFill/>
        </p:spPr>
        <p:txBody>
          <a:bodyPr wrap="square" anchor="t">
            <a:spAutoFit/>
          </a:bodyPr>
          <a:lstStyle/>
          <a:p>
            <a:pPr algn="l"/>
            <a:r>
              <a:rPr lang="en-US" sz="1200" b="0" dirty="0">
                <a:solidFill>
                  <a:srgbClr val="6C757D"/>
                </a:solidFill>
                <a:latin typeface="Arial"/>
              </a:rPr>
              <a:t>Considerations </a:t>
            </a:r>
            <a:r>
              <a:rPr sz="1200" b="0" dirty="0">
                <a:solidFill>
                  <a:srgbClr val="6C757D"/>
                </a:solidFill>
                <a:latin typeface="Arial"/>
              </a:rPr>
              <a:t>before accepting any refactor</a:t>
            </a:r>
          </a:p>
        </p:txBody>
      </p:sp>
      <p:sp>
        <p:nvSpPr>
          <p:cNvPr id="5" name="Rectangle 4"/>
          <p:cNvSpPr/>
          <p:nvPr/>
        </p:nvSpPr>
        <p:spPr>
          <a:xfrm>
            <a:off x="548640" y="1216152"/>
            <a:ext cx="1005840" cy="41148"/>
          </a:xfrm>
          <a:prstGeom prst="rect">
            <a:avLst/>
          </a:prstGeom>
          <a:solidFill>
            <a:srgbClr val="68B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481328"/>
            <a:ext cx="5074920" cy="1234440"/>
          </a:xfrm>
          <a:prstGeom prst="roundRect">
            <a:avLst/>
          </a:prstGeom>
          <a:solidFill>
            <a:srgbClr val="FFFFFF"/>
          </a:solidFill>
          <a:ln w="12700">
            <a:solidFill>
              <a:srgbClr val="D8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81328"/>
            <a:ext cx="73152" cy="1234440"/>
          </a:xfrm>
          <a:prstGeom prst="rect">
            <a:avLst/>
          </a:prstGeom>
          <a:solidFill>
            <a:srgbClr val="68B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86968" y="1664208"/>
            <a:ext cx="347472" cy="347472"/>
          </a:xfrm>
          <a:prstGeom prst="ellipse">
            <a:avLst/>
          </a:prstGeom>
          <a:solidFill>
            <a:srgbClr val="68B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a:t>
            </a:r>
          </a:p>
        </p:txBody>
      </p:sp>
      <p:sp>
        <p:nvSpPr>
          <p:cNvPr id="9" name="TextBox 8"/>
          <p:cNvSpPr txBox="1"/>
          <p:nvPr/>
        </p:nvSpPr>
        <p:spPr>
          <a:xfrm>
            <a:off x="1344168" y="1618488"/>
            <a:ext cx="4279392" cy="320040"/>
          </a:xfrm>
          <a:prstGeom prst="rect">
            <a:avLst/>
          </a:prstGeom>
          <a:noFill/>
        </p:spPr>
        <p:txBody>
          <a:bodyPr wrap="square" anchor="t">
            <a:spAutoFit/>
          </a:bodyPr>
          <a:lstStyle/>
          <a:p>
            <a:pPr algn="l"/>
            <a:r>
              <a:rPr sz="1500" b="1">
                <a:solidFill>
                  <a:srgbClr val="212529"/>
                </a:solidFill>
                <a:latin typeface="Arial"/>
              </a:rPr>
              <a:t>ROUTE</a:t>
            </a:r>
          </a:p>
        </p:txBody>
      </p:sp>
      <p:sp>
        <p:nvSpPr>
          <p:cNvPr id="10" name="TextBox 9"/>
          <p:cNvSpPr txBox="1"/>
          <p:nvPr/>
        </p:nvSpPr>
        <p:spPr>
          <a:xfrm>
            <a:off x="914400" y="2011680"/>
            <a:ext cx="4636008" cy="576072"/>
          </a:xfrm>
          <a:prstGeom prst="rect">
            <a:avLst/>
          </a:prstGeom>
          <a:noFill/>
        </p:spPr>
        <p:txBody>
          <a:bodyPr wrap="square" anchor="t">
            <a:spAutoFit/>
          </a:bodyPr>
          <a:lstStyle/>
          <a:p>
            <a:pPr algn="l"/>
            <a:r>
              <a:rPr sz="1250" b="0">
                <a:solidFill>
                  <a:srgbClr val="6C757D"/>
                </a:solidFill>
                <a:latin typeface="Arial"/>
              </a:rPr>
              <a:t>Maps method + path, applies middleware, delegates.</a:t>
            </a:r>
          </a:p>
        </p:txBody>
      </p:sp>
      <p:sp>
        <p:nvSpPr>
          <p:cNvPr id="11" name="Rounded Rectangle 10"/>
          <p:cNvSpPr/>
          <p:nvPr/>
        </p:nvSpPr>
        <p:spPr>
          <a:xfrm>
            <a:off x="6217920" y="1481328"/>
            <a:ext cx="5074920" cy="1234440"/>
          </a:xfrm>
          <a:prstGeom prst="roundRect">
            <a:avLst/>
          </a:prstGeom>
          <a:solidFill>
            <a:srgbClr val="FFFFFF"/>
          </a:solidFill>
          <a:ln w="12700">
            <a:solidFill>
              <a:srgbClr val="D8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481328"/>
            <a:ext cx="73152" cy="1234440"/>
          </a:xfrm>
          <a:prstGeom prst="rect">
            <a:avLst/>
          </a:prstGeom>
          <a:solidFill>
            <a:srgbClr val="B547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19088" y="1664208"/>
            <a:ext cx="347472" cy="347472"/>
          </a:xfrm>
          <a:prstGeom prst="ellipse">
            <a:avLst/>
          </a:prstGeom>
          <a:solidFill>
            <a:srgbClr val="B547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a:t>
            </a:r>
          </a:p>
        </p:txBody>
      </p:sp>
      <p:sp>
        <p:nvSpPr>
          <p:cNvPr id="14" name="TextBox 13"/>
          <p:cNvSpPr txBox="1"/>
          <p:nvPr/>
        </p:nvSpPr>
        <p:spPr>
          <a:xfrm>
            <a:off x="6876288" y="1618488"/>
            <a:ext cx="4279392" cy="320040"/>
          </a:xfrm>
          <a:prstGeom prst="rect">
            <a:avLst/>
          </a:prstGeom>
          <a:noFill/>
        </p:spPr>
        <p:txBody>
          <a:bodyPr wrap="square" anchor="t">
            <a:spAutoFit/>
          </a:bodyPr>
          <a:lstStyle/>
          <a:p>
            <a:pPr algn="l"/>
            <a:r>
              <a:rPr sz="1500" b="1">
                <a:solidFill>
                  <a:srgbClr val="212529"/>
                </a:solidFill>
                <a:latin typeface="Arial"/>
              </a:rPr>
              <a:t>CONTROLLER</a:t>
            </a:r>
          </a:p>
        </p:txBody>
      </p:sp>
      <p:sp>
        <p:nvSpPr>
          <p:cNvPr id="15" name="TextBox 14"/>
          <p:cNvSpPr txBox="1"/>
          <p:nvPr/>
        </p:nvSpPr>
        <p:spPr>
          <a:xfrm>
            <a:off x="6446520" y="2011680"/>
            <a:ext cx="4636008" cy="576072"/>
          </a:xfrm>
          <a:prstGeom prst="rect">
            <a:avLst/>
          </a:prstGeom>
          <a:noFill/>
        </p:spPr>
        <p:txBody>
          <a:bodyPr wrap="square" anchor="t">
            <a:spAutoFit/>
          </a:bodyPr>
          <a:lstStyle/>
          <a:p>
            <a:pPr algn="l"/>
            <a:r>
              <a:rPr sz="1250" b="0">
                <a:solidFill>
                  <a:srgbClr val="6C757D"/>
                </a:solidFill>
                <a:latin typeface="Arial"/>
              </a:rPr>
              <a:t>Reads req, decides the flow, calls models, sends res.</a:t>
            </a:r>
          </a:p>
        </p:txBody>
      </p:sp>
      <p:sp>
        <p:nvSpPr>
          <p:cNvPr id="16" name="Rounded Rectangle 15"/>
          <p:cNvSpPr/>
          <p:nvPr/>
        </p:nvSpPr>
        <p:spPr>
          <a:xfrm>
            <a:off x="685800" y="3054096"/>
            <a:ext cx="5074920" cy="1234440"/>
          </a:xfrm>
          <a:prstGeom prst="roundRect">
            <a:avLst/>
          </a:prstGeom>
          <a:solidFill>
            <a:srgbClr val="FFFFFF"/>
          </a:solidFill>
          <a:ln w="12700">
            <a:solidFill>
              <a:srgbClr val="D8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 y="3054096"/>
            <a:ext cx="73152" cy="12344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86968" y="3236976"/>
            <a:ext cx="347472" cy="34747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a:t>
            </a:r>
          </a:p>
        </p:txBody>
      </p:sp>
      <p:sp>
        <p:nvSpPr>
          <p:cNvPr id="19" name="TextBox 18"/>
          <p:cNvSpPr txBox="1"/>
          <p:nvPr/>
        </p:nvSpPr>
        <p:spPr>
          <a:xfrm>
            <a:off x="1344168" y="3191256"/>
            <a:ext cx="4279392" cy="320040"/>
          </a:xfrm>
          <a:prstGeom prst="rect">
            <a:avLst/>
          </a:prstGeom>
          <a:noFill/>
        </p:spPr>
        <p:txBody>
          <a:bodyPr wrap="square" anchor="t">
            <a:spAutoFit/>
          </a:bodyPr>
          <a:lstStyle/>
          <a:p>
            <a:pPr algn="l"/>
            <a:r>
              <a:rPr sz="1500" b="1">
                <a:solidFill>
                  <a:srgbClr val="212529"/>
                </a:solidFill>
                <a:latin typeface="Arial"/>
              </a:rPr>
              <a:t>MODEL</a:t>
            </a:r>
          </a:p>
        </p:txBody>
      </p:sp>
      <p:sp>
        <p:nvSpPr>
          <p:cNvPr id="20" name="TextBox 19"/>
          <p:cNvSpPr txBox="1"/>
          <p:nvPr/>
        </p:nvSpPr>
        <p:spPr>
          <a:xfrm>
            <a:off x="914400" y="3584448"/>
            <a:ext cx="4636008" cy="576072"/>
          </a:xfrm>
          <a:prstGeom prst="rect">
            <a:avLst/>
          </a:prstGeom>
          <a:noFill/>
        </p:spPr>
        <p:txBody>
          <a:bodyPr wrap="square" anchor="t">
            <a:spAutoFit/>
          </a:bodyPr>
          <a:lstStyle/>
          <a:p>
            <a:pPr algn="l"/>
            <a:r>
              <a:rPr sz="1250" b="0">
                <a:solidFill>
                  <a:srgbClr val="6C757D"/>
                </a:solidFill>
                <a:latin typeface="Arial"/>
              </a:rPr>
              <a:t>Contains SQL and returns data through callbacks.</a:t>
            </a:r>
          </a:p>
        </p:txBody>
      </p:sp>
      <p:sp>
        <p:nvSpPr>
          <p:cNvPr id="21" name="Rounded Rectangle 20"/>
          <p:cNvSpPr/>
          <p:nvPr/>
        </p:nvSpPr>
        <p:spPr>
          <a:xfrm>
            <a:off x="6217920" y="3054096"/>
            <a:ext cx="5074920" cy="1234440"/>
          </a:xfrm>
          <a:prstGeom prst="roundRect">
            <a:avLst/>
          </a:prstGeom>
          <a:solidFill>
            <a:srgbClr val="FFFFFF"/>
          </a:solidFill>
          <a:ln w="12700">
            <a:solidFill>
              <a:srgbClr val="D8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3054096"/>
            <a:ext cx="73152" cy="1234440"/>
          </a:xfrm>
          <a:prstGeom prst="rect">
            <a:avLst/>
          </a:prstGeom>
          <a:solidFill>
            <a:srgbClr val="2A6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19088" y="3236976"/>
            <a:ext cx="347472" cy="347472"/>
          </a:xfrm>
          <a:prstGeom prst="ellipse">
            <a:avLst/>
          </a:prstGeom>
          <a:solidFill>
            <a:srgbClr val="2A6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4</a:t>
            </a:r>
          </a:p>
        </p:txBody>
      </p:sp>
      <p:sp>
        <p:nvSpPr>
          <p:cNvPr id="24" name="TextBox 23"/>
          <p:cNvSpPr txBox="1"/>
          <p:nvPr/>
        </p:nvSpPr>
        <p:spPr>
          <a:xfrm>
            <a:off x="6876288" y="3191256"/>
            <a:ext cx="4279392" cy="320040"/>
          </a:xfrm>
          <a:prstGeom prst="rect">
            <a:avLst/>
          </a:prstGeom>
          <a:noFill/>
        </p:spPr>
        <p:txBody>
          <a:bodyPr wrap="square" anchor="t">
            <a:spAutoFit/>
          </a:bodyPr>
          <a:lstStyle/>
          <a:p>
            <a:pPr algn="l"/>
            <a:r>
              <a:rPr sz="1500" b="1">
                <a:solidFill>
                  <a:srgbClr val="212529"/>
                </a:solidFill>
                <a:latin typeface="Arial"/>
              </a:rPr>
              <a:t>VIEW</a:t>
            </a:r>
          </a:p>
        </p:txBody>
      </p:sp>
      <p:sp>
        <p:nvSpPr>
          <p:cNvPr id="25" name="TextBox 24"/>
          <p:cNvSpPr txBox="1"/>
          <p:nvPr/>
        </p:nvSpPr>
        <p:spPr>
          <a:xfrm>
            <a:off x="6446520" y="3584448"/>
            <a:ext cx="4636008" cy="576072"/>
          </a:xfrm>
          <a:prstGeom prst="rect">
            <a:avLst/>
          </a:prstGeom>
          <a:noFill/>
        </p:spPr>
        <p:txBody>
          <a:bodyPr wrap="square" anchor="t">
            <a:spAutoFit/>
          </a:bodyPr>
          <a:lstStyle/>
          <a:p>
            <a:pPr algn="l"/>
            <a:r>
              <a:rPr sz="1250" b="0">
                <a:solidFill>
                  <a:srgbClr val="6C757D"/>
                </a:solidFill>
                <a:latin typeface="Arial"/>
              </a:rPr>
              <a:t>Uses the data object passed to res.render(...).</a:t>
            </a:r>
          </a:p>
        </p:txBody>
      </p:sp>
      <p:sp>
        <p:nvSpPr>
          <p:cNvPr id="26" name="Rounded Rectangle 25"/>
          <p:cNvSpPr/>
          <p:nvPr/>
        </p:nvSpPr>
        <p:spPr>
          <a:xfrm>
            <a:off x="685800" y="4754880"/>
            <a:ext cx="10652760" cy="777240"/>
          </a:xfrm>
          <a:prstGeom prst="roundRect">
            <a:avLst/>
          </a:prstGeom>
          <a:solidFill>
            <a:srgbClr val="FFF3CD"/>
          </a:solidFill>
          <a:ln w="12700">
            <a:solidFill>
              <a:srgbClr val="B547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956048"/>
            <a:ext cx="10195560" cy="347472"/>
          </a:xfrm>
          <a:prstGeom prst="rect">
            <a:avLst/>
          </a:prstGeom>
          <a:noFill/>
        </p:spPr>
        <p:txBody>
          <a:bodyPr wrap="square" anchor="t">
            <a:spAutoFit/>
          </a:bodyPr>
          <a:lstStyle/>
          <a:p>
            <a:pPr algn="ctr"/>
            <a:r>
              <a:rPr sz="1500" b="1">
                <a:solidFill>
                  <a:srgbClr val="B54708"/>
                </a:solidFill>
                <a:latin typeface="Arial"/>
              </a:rPr>
              <a:t>Red flag: moving the same mixed code into controllers/ is not a proper MVC refactor.</a:t>
            </a:r>
          </a:p>
        </p:txBody>
      </p:sp>
    </p:spTree>
    <p:extLst>
      <p:ext uri="{BB962C8B-B14F-4D97-AF65-F5344CB8AC3E}">
        <p14:creationId xmlns:p14="http://schemas.microsoft.com/office/powerpoint/2010/main" val="1370177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709D50-23C2-9575-72A9-4D4E9C9397EB}"/>
              </a:ext>
            </a:extLst>
          </p:cNvPr>
          <p:cNvSpPr>
            <a:spLocks noGrp="1"/>
          </p:cNvSpPr>
          <p:nvPr>
            <p:ph type="body" sz="quarter" idx="14"/>
          </p:nvPr>
        </p:nvSpPr>
        <p:spPr>
          <a:xfrm>
            <a:off x="730033" y="1719419"/>
            <a:ext cx="10899991" cy="4614706"/>
          </a:xfrm>
        </p:spPr>
        <p:txBody>
          <a:bodyPr/>
          <a:lstStyle/>
          <a:p>
            <a:pPr marL="0" indent="0">
              <a:lnSpc>
                <a:spcPct val="100000"/>
              </a:lnSpc>
              <a:buNone/>
            </a:pPr>
            <a:r>
              <a:rPr lang="en-SG" dirty="0"/>
              <a:t>In your teams, discuss how you would reorganise the </a:t>
            </a:r>
            <a:r>
              <a:rPr lang="en-SG" b="1" dirty="0">
                <a:highlight>
                  <a:srgbClr val="FFFF00"/>
                </a:highlight>
              </a:rPr>
              <a:t>Add a New Pet</a:t>
            </a:r>
            <a:r>
              <a:rPr lang="en-SG" dirty="0">
                <a:highlight>
                  <a:srgbClr val="FFFF00"/>
                </a:highlight>
              </a:rPr>
              <a:t> </a:t>
            </a:r>
            <a:r>
              <a:rPr lang="en-SG" dirty="0"/>
              <a:t>feature using MVC. Identify the responsibilities of the Model, View and Controller, and explain how routes connect requests to the controller. Keep the feature’s existing behaviour unchanged.</a:t>
            </a:r>
          </a:p>
        </p:txBody>
      </p:sp>
      <p:sp>
        <p:nvSpPr>
          <p:cNvPr id="3" name="Slide Number Placeholder 2">
            <a:extLst>
              <a:ext uri="{FF2B5EF4-FFF2-40B4-BE49-F238E27FC236}">
                <a16:creationId xmlns:a16="http://schemas.microsoft.com/office/drawing/2014/main" id="{C3A1A4F1-0ABE-55FD-E89E-B7DEDD8AD5B4}"/>
              </a:ext>
            </a:extLst>
          </p:cNvPr>
          <p:cNvSpPr>
            <a:spLocks noGrp="1"/>
          </p:cNvSpPr>
          <p:nvPr>
            <p:ph type="sldNum" sz="quarter" idx="19"/>
          </p:nvPr>
        </p:nvSpPr>
        <p:spPr/>
        <p:txBody>
          <a:bodyPr/>
          <a:lstStyle/>
          <a:p>
            <a:fld id="{5015600C-AC52-4A7A-B61A-C2D281744F97}" type="slidenum">
              <a:rPr lang="en-SG" smtClean="0"/>
              <a:pPr/>
              <a:t>18</a:t>
            </a:fld>
            <a:endParaRPr lang="en-SG" dirty="0"/>
          </a:p>
        </p:txBody>
      </p:sp>
      <p:sp>
        <p:nvSpPr>
          <p:cNvPr id="4" name="Title 3">
            <a:extLst>
              <a:ext uri="{FF2B5EF4-FFF2-40B4-BE49-F238E27FC236}">
                <a16:creationId xmlns:a16="http://schemas.microsoft.com/office/drawing/2014/main" id="{E7492BAB-E587-E1FA-8F7B-5DD044134A25}"/>
              </a:ext>
            </a:extLst>
          </p:cNvPr>
          <p:cNvSpPr>
            <a:spLocks noGrp="1"/>
          </p:cNvSpPr>
          <p:nvPr>
            <p:ph type="title"/>
          </p:nvPr>
        </p:nvSpPr>
        <p:spPr/>
        <p:txBody>
          <a:bodyPr/>
          <a:lstStyle/>
          <a:p>
            <a:r>
              <a:rPr lang="en-US" dirty="0"/>
              <a:t>Exercise 2</a:t>
            </a:r>
            <a:endParaRPr lang="en-SG" dirty="0"/>
          </a:p>
        </p:txBody>
      </p:sp>
      <p:graphicFrame>
        <p:nvGraphicFramePr>
          <p:cNvPr id="5" name="Table 4">
            <a:extLst>
              <a:ext uri="{FF2B5EF4-FFF2-40B4-BE49-F238E27FC236}">
                <a16:creationId xmlns:a16="http://schemas.microsoft.com/office/drawing/2014/main" id="{EA6504F9-F008-9973-1699-AA16531AB58D}"/>
              </a:ext>
            </a:extLst>
          </p:cNvPr>
          <p:cNvGraphicFramePr>
            <a:graphicFrameLocks noGrp="1"/>
          </p:cNvGraphicFramePr>
          <p:nvPr>
            <p:extLst>
              <p:ext uri="{D42A27DB-BD31-4B8C-83A1-F6EECF244321}">
                <p14:modId xmlns:p14="http://schemas.microsoft.com/office/powerpoint/2010/main" val="250354541"/>
              </p:ext>
            </p:extLst>
          </p:nvPr>
        </p:nvGraphicFramePr>
        <p:xfrm>
          <a:off x="838200" y="2881423"/>
          <a:ext cx="10515601" cy="4276883"/>
        </p:xfrm>
        <a:graphic>
          <a:graphicData uri="http://schemas.openxmlformats.org/drawingml/2006/table">
            <a:tbl>
              <a:tblPr>
                <a:tableStyleId>{E8B1032C-EA38-4F05-BA0D-38AFFFC7BED3}</a:tableStyleId>
              </a:tblPr>
              <a:tblGrid>
                <a:gridCol w="1713614">
                  <a:extLst>
                    <a:ext uri="{9D8B030D-6E8A-4147-A177-3AD203B41FA5}">
                      <a16:colId xmlns:a16="http://schemas.microsoft.com/office/drawing/2014/main" val="57271509"/>
                    </a:ext>
                  </a:extLst>
                </a:gridCol>
                <a:gridCol w="2881423">
                  <a:extLst>
                    <a:ext uri="{9D8B030D-6E8A-4147-A177-3AD203B41FA5}">
                      <a16:colId xmlns:a16="http://schemas.microsoft.com/office/drawing/2014/main" val="4048432838"/>
                    </a:ext>
                  </a:extLst>
                </a:gridCol>
                <a:gridCol w="5920564">
                  <a:extLst>
                    <a:ext uri="{9D8B030D-6E8A-4147-A177-3AD203B41FA5}">
                      <a16:colId xmlns:a16="http://schemas.microsoft.com/office/drawing/2014/main" val="1477590998"/>
                    </a:ext>
                  </a:extLst>
                </a:gridCol>
              </a:tblGrid>
              <a:tr h="419004">
                <a:tc>
                  <a:txBody>
                    <a:bodyPr/>
                    <a:lstStyle/>
                    <a:p>
                      <a:pPr marL="0" marR="0" algn="ctr" fontAlgn="ctr">
                        <a:lnSpc>
                          <a:spcPct val="119048"/>
                        </a:lnSpc>
                        <a:spcBef>
                          <a:spcPts val="1200"/>
                        </a:spcBef>
                        <a:spcAft>
                          <a:spcPts val="150"/>
                        </a:spcAft>
                        <a:buNone/>
                      </a:pPr>
                      <a:r>
                        <a:rPr lang="en-SG" sz="1600" b="1" dirty="0">
                          <a:effectLst/>
                        </a:rPr>
                        <a:t>Component</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600" b="1" dirty="0">
                          <a:effectLst/>
                        </a:rPr>
                        <a:t>Guiding question</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600" b="1" dirty="0">
                          <a:effectLst/>
                        </a:rPr>
                        <a:t>Team’s response</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extLst>
                  <a:ext uri="{0D108BD9-81ED-4DB2-BD59-A6C34878D82A}">
                    <a16:rowId xmlns:a16="http://schemas.microsoft.com/office/drawing/2014/main" val="2419856412"/>
                  </a:ext>
                </a:extLst>
              </a:tr>
              <a:tr h="702345">
                <a:tc>
                  <a:txBody>
                    <a:bodyPr/>
                    <a:lstStyle/>
                    <a:p>
                      <a:pPr marL="0" marR="0" algn="ctr" fontAlgn="t">
                        <a:spcBef>
                          <a:spcPts val="1200"/>
                        </a:spcBef>
                        <a:spcAft>
                          <a:spcPts val="150"/>
                        </a:spcAft>
                        <a:buNone/>
                      </a:pPr>
                      <a:r>
                        <a:rPr lang="en-SG" sz="1600" b="1" dirty="0">
                          <a:effectLst/>
                        </a:rPr>
                        <a:t>Model</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400" dirty="0">
                          <a:effectLst/>
                        </a:rPr>
                        <a:t>What database operations should this component handle?</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r>
                        <a:rPr lang="en-ID" sz="1400" dirty="0">
                          <a:effectLst/>
                        </a:rPr>
                        <a:t>Handles the database operations, such as saving the new pet's details into the MySQL database using “INSERT”. It also stores the pet's image filename.</a:t>
                      </a:r>
                      <a:endParaRPr lang="en-ID" sz="1400" dirty="0"/>
                    </a:p>
                    <a:p>
                      <a:r>
                        <a:rPr lang="en-ID" sz="1400" dirty="0"/>
                        <a:t> </a:t>
                      </a:r>
                    </a:p>
                  </a:txBody>
                  <a:tcPr marL="76200" marR="76200" marT="101600" marB="101600"/>
                </a:tc>
                <a:extLst>
                  <a:ext uri="{0D108BD9-81ED-4DB2-BD59-A6C34878D82A}">
                    <a16:rowId xmlns:a16="http://schemas.microsoft.com/office/drawing/2014/main" val="148641082"/>
                  </a:ext>
                </a:extLst>
              </a:tr>
              <a:tr h="702345">
                <a:tc>
                  <a:txBody>
                    <a:bodyPr/>
                    <a:lstStyle/>
                    <a:p>
                      <a:pPr marL="0" marR="0" algn="ctr" fontAlgn="t">
                        <a:spcBef>
                          <a:spcPts val="1200"/>
                        </a:spcBef>
                        <a:spcAft>
                          <a:spcPts val="150"/>
                        </a:spcAft>
                        <a:buNone/>
                      </a:pPr>
                      <a:r>
                        <a:rPr lang="en-SG" sz="1600" b="1" dirty="0">
                          <a:effectLst/>
                        </a:rPr>
                        <a:t>View</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400">
                          <a:effectLst/>
                        </a:rPr>
                        <a:t>What should the form display and allow the user to enter?</a:t>
                      </a:r>
                      <a:endParaRPr lang="en-SG" sz="14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r>
                        <a:rPr lang="en-ID" sz="1400" dirty="0">
                          <a:effectLst/>
                        </a:rPr>
                        <a:t>Displays the Add a New Pet form and allows users to enter the pet's details and upload a photo.</a:t>
                      </a:r>
                      <a:endParaRPr lang="en-ID" sz="1400" dirty="0"/>
                    </a:p>
                    <a:p>
                      <a:r>
                        <a:rPr lang="en-ID" sz="1400" dirty="0"/>
                        <a:t> </a:t>
                      </a:r>
                    </a:p>
                  </a:txBody>
                  <a:tcPr marL="76200" marR="76200" marT="101600" marB="101600"/>
                </a:tc>
                <a:extLst>
                  <a:ext uri="{0D108BD9-81ED-4DB2-BD59-A6C34878D82A}">
                    <a16:rowId xmlns:a16="http://schemas.microsoft.com/office/drawing/2014/main" val="2277460600"/>
                  </a:ext>
                </a:extLst>
              </a:tr>
              <a:tr h="941746">
                <a:tc>
                  <a:txBody>
                    <a:bodyPr/>
                    <a:lstStyle/>
                    <a:p>
                      <a:pPr marL="0" marR="0" algn="ctr" fontAlgn="t">
                        <a:spcBef>
                          <a:spcPts val="1200"/>
                        </a:spcBef>
                        <a:spcAft>
                          <a:spcPts val="150"/>
                        </a:spcAft>
                        <a:buNone/>
                      </a:pPr>
                      <a:r>
                        <a:rPr lang="en-SG" sz="1600" b="1" dirty="0">
                          <a:effectLst/>
                        </a:rPr>
                        <a:t>Controller</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400">
                          <a:effectLst/>
                        </a:rPr>
                        <a:t>How should this component process the submitted data and decide what response to send?</a:t>
                      </a:r>
                      <a:endParaRPr lang="en-SG" sz="14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00000"/>
                        </a:lnSpc>
                        <a:spcBef>
                          <a:spcPts val="1200"/>
                        </a:spcBef>
                        <a:spcAft>
                          <a:spcPts val="150"/>
                        </a:spcAft>
                        <a:buNone/>
                      </a:pPr>
                      <a:r>
                        <a:rPr lang="en-ID" sz="1400" dirty="0">
                          <a:effectLst/>
                        </a:rPr>
                        <a:t>Receives the information submitted by the user, checks the data, and calls the Model to save it into the database. It then redirects the user to the appropriate page or handles any errors.</a:t>
                      </a:r>
                      <a:endParaRPr lang="en-SG" sz="1400" b="0" i="0" dirty="0">
                        <a:solidFill>
                          <a:srgbClr val="0070C0"/>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1343757737"/>
                  </a:ext>
                </a:extLst>
              </a:tr>
              <a:tr h="871889">
                <a:tc>
                  <a:txBody>
                    <a:bodyPr/>
                    <a:lstStyle/>
                    <a:p>
                      <a:pPr marL="0" marR="0" algn="ctr" fontAlgn="t">
                        <a:spcBef>
                          <a:spcPts val="1200"/>
                        </a:spcBef>
                        <a:spcAft>
                          <a:spcPts val="150"/>
                        </a:spcAft>
                        <a:buNone/>
                      </a:pPr>
                      <a:r>
                        <a:rPr lang="en-SG" sz="1600" b="1" dirty="0">
                          <a:effectLst/>
                        </a:rPr>
                        <a:t>Routes</a:t>
                      </a:r>
                      <a:endParaRPr lang="en-SG" sz="1600" b="1"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400">
                          <a:effectLst/>
                        </a:rPr>
                        <a:t>Which requests should connect to which controller functions? What middleware is needed?</a:t>
                      </a:r>
                      <a:endParaRPr lang="en-SG" sz="1400" b="0" i="0">
                        <a:solidFill>
                          <a:srgbClr val="242424"/>
                        </a:solidFill>
                        <a:effectLst/>
                        <a:latin typeface="Arial" panose="020B0604020202020204" pitchFamily="34" charset="0"/>
                        <a:cs typeface="Arial" panose="020B0604020202020204" pitchFamily="34" charset="0"/>
                      </a:endParaRPr>
                    </a:p>
                  </a:txBody>
                  <a:tcPr marL="76200" marR="76200" marT="101600" marB="38100"/>
                </a:tc>
                <a:tc>
                  <a:txBody>
                    <a:bodyPr/>
                    <a:lstStyle/>
                    <a:p>
                      <a:r>
                        <a:rPr lang="en-ID" sz="1400" dirty="0">
                          <a:effectLst/>
                        </a:rPr>
                        <a:t>The GET route displays the Add a New Pet form, while the POST route sends the submitted data to the Controller. Middleware checks if the user is logged in and handles image uploads using Multer.</a:t>
                      </a:r>
                      <a:endParaRPr lang="en-ID" sz="1400" dirty="0"/>
                    </a:p>
                    <a:p>
                      <a:r>
                        <a:rPr lang="en-ID" sz="1400" dirty="0"/>
                        <a:t> </a:t>
                      </a:r>
                    </a:p>
                  </a:txBody>
                  <a:tcPr marL="76200" marR="76200" marT="101600" marB="38100"/>
                </a:tc>
                <a:extLst>
                  <a:ext uri="{0D108BD9-81ED-4DB2-BD59-A6C34878D82A}">
                    <a16:rowId xmlns:a16="http://schemas.microsoft.com/office/drawing/2014/main" val="2637579388"/>
                  </a:ext>
                </a:extLst>
              </a:tr>
            </a:tbl>
          </a:graphicData>
        </a:graphic>
      </p:graphicFrame>
      <p:pic>
        <p:nvPicPr>
          <p:cNvPr id="7" name="Picture 6">
            <a:extLst>
              <a:ext uri="{FF2B5EF4-FFF2-40B4-BE49-F238E27FC236}">
                <a16:creationId xmlns:a16="http://schemas.microsoft.com/office/drawing/2014/main" id="{9F2866F0-6DD6-52C7-1210-25BE72B23FA4}"/>
              </a:ext>
            </a:extLst>
          </p:cNvPr>
          <p:cNvPicPr>
            <a:picLocks noChangeAspect="1"/>
          </p:cNvPicPr>
          <p:nvPr/>
        </p:nvPicPr>
        <p:blipFill>
          <a:blip r:embed="rId3"/>
          <a:stretch>
            <a:fillRect/>
          </a:stretch>
        </p:blipFill>
        <p:spPr>
          <a:xfrm>
            <a:off x="838200" y="1222613"/>
            <a:ext cx="1239752" cy="619876"/>
          </a:xfrm>
          <a:prstGeom prst="rect">
            <a:avLst/>
          </a:prstGeom>
        </p:spPr>
      </p:pic>
    </p:spTree>
    <p:extLst>
      <p:ext uri="{BB962C8B-B14F-4D97-AF65-F5344CB8AC3E}">
        <p14:creationId xmlns:p14="http://schemas.microsoft.com/office/powerpoint/2010/main" val="1263477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E4F9-CEAC-C518-F76E-4985270A7888}"/>
              </a:ext>
            </a:extLst>
          </p:cNvPr>
          <p:cNvSpPr>
            <a:spLocks noGrp="1"/>
          </p:cNvSpPr>
          <p:nvPr>
            <p:ph type="title"/>
          </p:nvPr>
        </p:nvSpPr>
        <p:spPr/>
        <p:txBody>
          <a:bodyPr/>
          <a:lstStyle/>
          <a:p>
            <a:r>
              <a:rPr lang="en-US" dirty="0"/>
              <a:t>AI Assisted Coding</a:t>
            </a:r>
            <a:br>
              <a:rPr lang="en-US" dirty="0"/>
            </a:br>
            <a:br>
              <a:rPr lang="en-US" dirty="0"/>
            </a:br>
            <a:r>
              <a:rPr lang="en-US" sz="3200" dirty="0"/>
              <a:t>Responsible AI Use</a:t>
            </a:r>
            <a:endParaRPr lang="en-SG" dirty="0"/>
          </a:p>
        </p:txBody>
      </p:sp>
    </p:spTree>
    <p:extLst>
      <p:ext uri="{BB962C8B-B14F-4D97-AF65-F5344CB8AC3E}">
        <p14:creationId xmlns:p14="http://schemas.microsoft.com/office/powerpoint/2010/main" val="1694263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4D836F-7791-777C-DBCB-9A4392379B32}"/>
              </a:ext>
            </a:extLst>
          </p:cNvPr>
          <p:cNvSpPr>
            <a:spLocks noGrp="1"/>
          </p:cNvSpPr>
          <p:nvPr>
            <p:ph type="sldNum" sz="quarter" idx="19"/>
          </p:nvPr>
        </p:nvSpPr>
        <p:spPr>
          <a:xfrm>
            <a:off x="11780174" y="6518753"/>
            <a:ext cx="403200" cy="365125"/>
          </a:xfrm>
        </p:spPr>
        <p:txBody>
          <a:bodyPr anchor="ctr">
            <a:normAutofit/>
          </a:bodyPr>
          <a:lstStyle/>
          <a:p>
            <a:pPr>
              <a:spcAft>
                <a:spcPts val="600"/>
              </a:spcAft>
            </a:pPr>
            <a:fld id="{5015600C-AC52-4A7A-B61A-C2D281744F97}" type="slidenum">
              <a:rPr lang="en-SG" smtClean="0"/>
              <a:pPr>
                <a:spcAft>
                  <a:spcPts val="600"/>
                </a:spcAft>
              </a:pPr>
              <a:t>20</a:t>
            </a:fld>
            <a:endParaRPr lang="en-SG"/>
          </a:p>
        </p:txBody>
      </p:sp>
      <p:pic>
        <p:nvPicPr>
          <p:cNvPr id="6" name="Picture 5">
            <a:extLst>
              <a:ext uri="{FF2B5EF4-FFF2-40B4-BE49-F238E27FC236}">
                <a16:creationId xmlns:a16="http://schemas.microsoft.com/office/drawing/2014/main" id="{917B648E-A4E0-1578-BD63-A1271130D49A}"/>
              </a:ext>
            </a:extLst>
          </p:cNvPr>
          <p:cNvPicPr>
            <a:picLocks noChangeAspect="1"/>
          </p:cNvPicPr>
          <p:nvPr/>
        </p:nvPicPr>
        <p:blipFill>
          <a:blip r:embed="rId3"/>
          <a:srcRect l="22290" r="15929" b="1"/>
          <a:stretch>
            <a:fillRect/>
          </a:stretch>
        </p:blipFill>
        <p:spPr>
          <a:xfrm>
            <a:off x="5988307" y="1758950"/>
            <a:ext cx="5089268" cy="4489450"/>
          </a:xfrm>
          <a:prstGeom prst="rect">
            <a:avLst/>
          </a:prstGeom>
          <a:noFill/>
        </p:spPr>
      </p:pic>
      <p:sp>
        <p:nvSpPr>
          <p:cNvPr id="2" name="Text Placeholder 1">
            <a:extLst>
              <a:ext uri="{FF2B5EF4-FFF2-40B4-BE49-F238E27FC236}">
                <a16:creationId xmlns:a16="http://schemas.microsoft.com/office/drawing/2014/main" id="{72C38C27-16AB-8CD1-686F-2EB15807C6E9}"/>
              </a:ext>
            </a:extLst>
          </p:cNvPr>
          <p:cNvSpPr>
            <a:spLocks noGrp="1"/>
          </p:cNvSpPr>
          <p:nvPr>
            <p:ph sz="quarter" idx="20"/>
          </p:nvPr>
        </p:nvSpPr>
        <p:spPr>
          <a:xfrm>
            <a:off x="546100" y="1758950"/>
            <a:ext cx="5089268" cy="4489450"/>
          </a:xfrm>
        </p:spPr>
        <p:txBody>
          <a:bodyPr>
            <a:normAutofit/>
          </a:bodyPr>
          <a:lstStyle/>
          <a:p>
            <a:pPr marL="0" lvl="0" indent="0">
              <a:buNone/>
            </a:pPr>
            <a:r>
              <a:rPr lang="en-US" sz="1700" b="1" dirty="0"/>
              <a:t>AI-assisted coding </a:t>
            </a:r>
            <a:r>
              <a:rPr lang="en-US" sz="1700" dirty="0"/>
              <a:t>is using AI tools to help you understand, write and modify code, as well as develop tests to check that it works as intended.</a:t>
            </a:r>
          </a:p>
          <a:p>
            <a:pPr marL="0" lvl="0" indent="0">
              <a:buNone/>
            </a:pPr>
            <a:endParaRPr lang="en-US" sz="1700" b="1" dirty="0"/>
          </a:p>
          <a:p>
            <a:pPr marL="0" lvl="0" indent="0">
              <a:buNone/>
            </a:pPr>
            <a:r>
              <a:rPr lang="en-SG" sz="1700" b="1" dirty="0"/>
              <a:t>As a student:</a:t>
            </a:r>
            <a:r>
              <a:rPr lang="en-SG" sz="1700" dirty="0"/>
              <a:t> Use AI to </a:t>
            </a:r>
            <a:r>
              <a:rPr lang="en-SG" sz="1700" b="1" dirty="0"/>
              <a:t>support your learning </a:t>
            </a:r>
            <a:r>
              <a:rPr lang="en-SG" sz="1700" dirty="0"/>
              <a:t>by exploring solutions and clarifying unfamiliar concepts. </a:t>
            </a:r>
            <a:r>
              <a:rPr lang="en-SG" sz="1700" dirty="0">
                <a:highlight>
                  <a:srgbClr val="FFFF00"/>
                </a:highlight>
              </a:rPr>
              <a:t>Make sure you understand the code you submit and can explain how it works</a:t>
            </a:r>
            <a:r>
              <a:rPr lang="en-SG" sz="1700" dirty="0"/>
              <a:t>.</a:t>
            </a:r>
          </a:p>
          <a:p>
            <a:pPr marL="0" lvl="0" indent="0">
              <a:buNone/>
            </a:pPr>
            <a:endParaRPr lang="en-SG" sz="1700" b="1" dirty="0"/>
          </a:p>
          <a:p>
            <a:pPr marL="0" lvl="0" indent="0">
              <a:buNone/>
            </a:pPr>
            <a:r>
              <a:rPr lang="en-SG" sz="1700" b="1" dirty="0"/>
              <a:t>As a future developer:</a:t>
            </a:r>
            <a:r>
              <a:rPr lang="en-SG" sz="1700" dirty="0"/>
              <a:t> Use AI to support implementation while you make decisions about requirements, software design and quality.</a:t>
            </a:r>
          </a:p>
          <a:p>
            <a:pPr marL="0" lvl="0" indent="0">
              <a:buNone/>
            </a:pPr>
            <a:endParaRPr lang="en-SG" sz="1700" dirty="0"/>
          </a:p>
          <a:p>
            <a:endParaRPr lang="en-SG" sz="1700" dirty="0"/>
          </a:p>
        </p:txBody>
      </p:sp>
      <p:sp>
        <p:nvSpPr>
          <p:cNvPr id="4" name="Title 3">
            <a:extLst>
              <a:ext uri="{FF2B5EF4-FFF2-40B4-BE49-F238E27FC236}">
                <a16:creationId xmlns:a16="http://schemas.microsoft.com/office/drawing/2014/main" id="{F824ECC9-4DB8-7709-7D1D-56B50A417291}"/>
              </a:ext>
            </a:extLst>
          </p:cNvPr>
          <p:cNvSpPr>
            <a:spLocks noGrp="1"/>
          </p:cNvSpPr>
          <p:nvPr>
            <p:ph type="title"/>
          </p:nvPr>
        </p:nvSpPr>
        <p:spPr>
          <a:xfrm>
            <a:off x="546165" y="785814"/>
            <a:ext cx="10531410" cy="623667"/>
          </a:xfrm>
        </p:spPr>
        <p:txBody>
          <a:bodyPr anchor="ctr">
            <a:normAutofit/>
          </a:bodyPr>
          <a:lstStyle/>
          <a:p>
            <a:r>
              <a:rPr lang="en-SG" dirty="0"/>
              <a:t>What is AI-assisted coding?</a:t>
            </a:r>
          </a:p>
        </p:txBody>
      </p:sp>
      <p:sp>
        <p:nvSpPr>
          <p:cNvPr id="7" name="TextBox 6">
            <a:extLst>
              <a:ext uri="{FF2B5EF4-FFF2-40B4-BE49-F238E27FC236}">
                <a16:creationId xmlns:a16="http://schemas.microsoft.com/office/drawing/2014/main" id="{7264BBF3-26DD-B25C-CAA4-59C018BAD5B0}"/>
              </a:ext>
            </a:extLst>
          </p:cNvPr>
          <p:cNvSpPr txBox="1"/>
          <p:nvPr/>
        </p:nvSpPr>
        <p:spPr>
          <a:xfrm>
            <a:off x="5988307" y="6336259"/>
            <a:ext cx="2832827" cy="261610"/>
          </a:xfrm>
          <a:prstGeom prst="rect">
            <a:avLst/>
          </a:prstGeom>
          <a:noFill/>
        </p:spPr>
        <p:txBody>
          <a:bodyPr wrap="none" rtlCol="0">
            <a:spAutoFit/>
          </a:bodyPr>
          <a:lstStyle/>
          <a:p>
            <a:r>
              <a:rPr lang="en-US" sz="1100" i="1" dirty="0">
                <a:solidFill>
                  <a:schemeClr val="bg2">
                    <a:lumMod val="50000"/>
                  </a:schemeClr>
                </a:solidFill>
              </a:rPr>
              <a:t>Image generated with Google, Gemini, 2026</a:t>
            </a:r>
            <a:endParaRPr lang="en-SG" sz="1100" i="1" dirty="0">
              <a:solidFill>
                <a:schemeClr val="bg2">
                  <a:lumMod val="50000"/>
                </a:schemeClr>
              </a:solidFill>
            </a:endParaRPr>
          </a:p>
        </p:txBody>
      </p:sp>
    </p:spTree>
    <p:extLst>
      <p:ext uri="{BB962C8B-B14F-4D97-AF65-F5344CB8AC3E}">
        <p14:creationId xmlns:p14="http://schemas.microsoft.com/office/powerpoint/2010/main" val="3633575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45101-23E4-F6DC-5C37-7EEDF5CA58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D6C0180-8E7B-BA50-0E72-0F2111673D84}"/>
              </a:ext>
            </a:extLst>
          </p:cNvPr>
          <p:cNvSpPr>
            <a:spLocks noGrp="1"/>
          </p:cNvSpPr>
          <p:nvPr>
            <p:ph type="sldNum" sz="quarter" idx="19"/>
          </p:nvPr>
        </p:nvSpPr>
        <p:spPr>
          <a:xfrm>
            <a:off x="11780174" y="6518753"/>
            <a:ext cx="403200" cy="365125"/>
          </a:xfrm>
        </p:spPr>
        <p:txBody>
          <a:bodyPr anchor="ctr">
            <a:normAutofit/>
          </a:bodyPr>
          <a:lstStyle/>
          <a:p>
            <a:pPr>
              <a:spcAft>
                <a:spcPts val="600"/>
              </a:spcAft>
            </a:pPr>
            <a:fld id="{5015600C-AC52-4A7A-B61A-C2D281744F97}" type="slidenum">
              <a:rPr lang="en-SG" smtClean="0"/>
              <a:pPr>
                <a:spcAft>
                  <a:spcPts val="600"/>
                </a:spcAft>
              </a:pPr>
              <a:t>21</a:t>
            </a:fld>
            <a:endParaRPr lang="en-SG"/>
          </a:p>
        </p:txBody>
      </p:sp>
      <p:pic>
        <p:nvPicPr>
          <p:cNvPr id="6" name="Picture 5">
            <a:extLst>
              <a:ext uri="{FF2B5EF4-FFF2-40B4-BE49-F238E27FC236}">
                <a16:creationId xmlns:a16="http://schemas.microsoft.com/office/drawing/2014/main" id="{4BCAFEF2-E72A-4C97-DAFB-35E384DAD3BD}"/>
              </a:ext>
            </a:extLst>
          </p:cNvPr>
          <p:cNvPicPr>
            <a:picLocks noChangeAspect="1"/>
          </p:cNvPicPr>
          <p:nvPr/>
        </p:nvPicPr>
        <p:blipFill>
          <a:blip r:embed="rId3"/>
          <a:srcRect l="31541" r="32050"/>
          <a:stretch>
            <a:fillRect/>
          </a:stretch>
        </p:blipFill>
        <p:spPr>
          <a:xfrm>
            <a:off x="7905211" y="1758950"/>
            <a:ext cx="2999200" cy="4489450"/>
          </a:xfrm>
          <a:prstGeom prst="rect">
            <a:avLst/>
          </a:prstGeom>
          <a:noFill/>
        </p:spPr>
      </p:pic>
      <p:sp>
        <p:nvSpPr>
          <p:cNvPr id="2" name="Text Placeholder 1">
            <a:extLst>
              <a:ext uri="{FF2B5EF4-FFF2-40B4-BE49-F238E27FC236}">
                <a16:creationId xmlns:a16="http://schemas.microsoft.com/office/drawing/2014/main" id="{7EBC2FFB-4D93-E2C9-8754-8E8F88B80771}"/>
              </a:ext>
            </a:extLst>
          </p:cNvPr>
          <p:cNvSpPr>
            <a:spLocks noGrp="1"/>
          </p:cNvSpPr>
          <p:nvPr>
            <p:ph sz="quarter" idx="20"/>
          </p:nvPr>
        </p:nvSpPr>
        <p:spPr>
          <a:xfrm>
            <a:off x="546099" y="1758950"/>
            <a:ext cx="7236934" cy="4489450"/>
          </a:xfrm>
        </p:spPr>
        <p:txBody>
          <a:bodyPr>
            <a:normAutofit/>
          </a:bodyPr>
          <a:lstStyle/>
          <a:p>
            <a:pPr marL="0" lvl="0" indent="0">
              <a:buNone/>
            </a:pPr>
            <a:r>
              <a:rPr lang="en-SG" b="1" dirty="0"/>
              <a:t>Programming fundamentals still matter:</a:t>
            </a:r>
            <a:r>
              <a:rPr lang="en-SG" dirty="0"/>
              <a:t> Apply your knowledge to judge whether a suggestion solves the right problem.</a:t>
            </a:r>
          </a:p>
          <a:p>
            <a:pPr marL="0" lvl="0" indent="0">
              <a:buNone/>
            </a:pPr>
            <a:endParaRPr lang="en-SG" b="1" dirty="0"/>
          </a:p>
          <a:p>
            <a:pPr marL="0" lvl="0" indent="0">
              <a:buNone/>
            </a:pPr>
            <a:r>
              <a:rPr lang="en-SG" b="1" dirty="0"/>
              <a:t>You remain responsible:</a:t>
            </a:r>
            <a:r>
              <a:rPr lang="en-SG" dirty="0"/>
              <a:t> AI-generated code can contain mistakes. Review and test it before accepting it. </a:t>
            </a:r>
          </a:p>
          <a:p>
            <a:pPr lvl="0"/>
            <a:endParaRPr lang="en-SG" b="1" dirty="0"/>
          </a:p>
          <a:p>
            <a:pPr marL="0" lvl="0" indent="0">
              <a:buNone/>
            </a:pPr>
            <a:r>
              <a:rPr lang="en-SG" b="1" dirty="0">
                <a:solidFill>
                  <a:srgbClr val="FF0000"/>
                </a:solidFill>
                <a:highlight>
                  <a:srgbClr val="FFFF00"/>
                </a:highlight>
              </a:rPr>
              <a:t>Key message:</a:t>
            </a:r>
            <a:r>
              <a:rPr lang="en-SG" dirty="0">
                <a:solidFill>
                  <a:srgbClr val="FF0000"/>
                </a:solidFill>
                <a:highlight>
                  <a:srgbClr val="FFFF00"/>
                </a:highlight>
              </a:rPr>
              <a:t> AI can support your work, but </a:t>
            </a:r>
            <a:r>
              <a:rPr lang="en-SG" b="1" dirty="0">
                <a:solidFill>
                  <a:srgbClr val="FF0000"/>
                </a:solidFill>
                <a:highlight>
                  <a:srgbClr val="FFFF00"/>
                </a:highlight>
              </a:rPr>
              <a:t>YOUR</a:t>
            </a:r>
            <a:r>
              <a:rPr lang="en-SG" dirty="0">
                <a:solidFill>
                  <a:srgbClr val="FF0000"/>
                </a:solidFill>
                <a:highlight>
                  <a:srgbClr val="FFFF00"/>
                </a:highlight>
              </a:rPr>
              <a:t> understanding and judgement remain essential.</a:t>
            </a:r>
          </a:p>
          <a:p>
            <a:endParaRPr lang="en-SG" dirty="0"/>
          </a:p>
        </p:txBody>
      </p:sp>
      <p:sp>
        <p:nvSpPr>
          <p:cNvPr id="4" name="Title 3">
            <a:extLst>
              <a:ext uri="{FF2B5EF4-FFF2-40B4-BE49-F238E27FC236}">
                <a16:creationId xmlns:a16="http://schemas.microsoft.com/office/drawing/2014/main" id="{90BE029D-A50D-D4EE-ADF5-4FF91BFA6CE9}"/>
              </a:ext>
            </a:extLst>
          </p:cNvPr>
          <p:cNvSpPr>
            <a:spLocks noGrp="1"/>
          </p:cNvSpPr>
          <p:nvPr>
            <p:ph type="title"/>
          </p:nvPr>
        </p:nvSpPr>
        <p:spPr>
          <a:xfrm>
            <a:off x="546165" y="785814"/>
            <a:ext cx="10531410" cy="623667"/>
          </a:xfrm>
        </p:spPr>
        <p:txBody>
          <a:bodyPr anchor="ctr">
            <a:normAutofit/>
          </a:bodyPr>
          <a:lstStyle/>
          <a:p>
            <a:r>
              <a:rPr lang="en-SG" dirty="0"/>
              <a:t>What is AI-assisted coding?</a:t>
            </a:r>
          </a:p>
        </p:txBody>
      </p:sp>
      <p:sp>
        <p:nvSpPr>
          <p:cNvPr id="8" name="TextBox 7">
            <a:extLst>
              <a:ext uri="{FF2B5EF4-FFF2-40B4-BE49-F238E27FC236}">
                <a16:creationId xmlns:a16="http://schemas.microsoft.com/office/drawing/2014/main" id="{293B5FD8-EDAB-6A63-746B-14C81BB9CD09}"/>
              </a:ext>
            </a:extLst>
          </p:cNvPr>
          <p:cNvSpPr txBox="1"/>
          <p:nvPr/>
        </p:nvSpPr>
        <p:spPr>
          <a:xfrm>
            <a:off x="8244748" y="6387948"/>
            <a:ext cx="2832827" cy="261610"/>
          </a:xfrm>
          <a:prstGeom prst="rect">
            <a:avLst/>
          </a:prstGeom>
          <a:noFill/>
        </p:spPr>
        <p:txBody>
          <a:bodyPr wrap="none" rtlCol="0">
            <a:spAutoFit/>
          </a:bodyPr>
          <a:lstStyle/>
          <a:p>
            <a:r>
              <a:rPr lang="en-US" sz="1100" i="1" dirty="0">
                <a:solidFill>
                  <a:schemeClr val="bg2">
                    <a:lumMod val="50000"/>
                  </a:schemeClr>
                </a:solidFill>
              </a:rPr>
              <a:t>Image generated with Google, Gemini, 2026</a:t>
            </a:r>
            <a:endParaRPr lang="en-SG" sz="1100" i="1" dirty="0">
              <a:solidFill>
                <a:schemeClr val="bg2">
                  <a:lumMod val="50000"/>
                </a:schemeClr>
              </a:solidFill>
            </a:endParaRPr>
          </a:p>
        </p:txBody>
      </p:sp>
    </p:spTree>
    <p:extLst>
      <p:ext uri="{BB962C8B-B14F-4D97-AF65-F5344CB8AC3E}">
        <p14:creationId xmlns:p14="http://schemas.microsoft.com/office/powerpoint/2010/main" val="1684954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065964-FE65-AC37-6AD3-FC5F460F5BFD}"/>
              </a:ext>
            </a:extLst>
          </p:cNvPr>
          <p:cNvSpPr>
            <a:spLocks noGrp="1"/>
          </p:cNvSpPr>
          <p:nvPr>
            <p:ph type="body" sz="quarter" idx="14"/>
          </p:nvPr>
        </p:nvSpPr>
        <p:spPr>
          <a:xfrm>
            <a:off x="730033" y="1593023"/>
            <a:ext cx="7175178" cy="4741102"/>
          </a:xfrm>
        </p:spPr>
        <p:txBody>
          <a:bodyPr wrap="square"/>
          <a:lstStyle/>
          <a:p>
            <a:pPr>
              <a:spcAft>
                <a:spcPts val="2000"/>
              </a:spcAft>
            </a:pPr>
            <a:r>
              <a:rPr lang="en-US" sz="1800" b="1" dirty="0"/>
              <a:t>Give clear instructions. </a:t>
            </a:r>
            <a:r>
              <a:rPr lang="en-US" sz="1800" dirty="0"/>
              <a:t>State the feature, relevant files and expected </a:t>
            </a:r>
            <a:r>
              <a:rPr lang="en-US" sz="1800" dirty="0" err="1"/>
              <a:t>behaviour</a:t>
            </a:r>
            <a:r>
              <a:rPr lang="en-US" sz="1800" dirty="0"/>
              <a:t>. For this task, preserve the existing workflow.</a:t>
            </a:r>
          </a:p>
          <a:p>
            <a:pPr>
              <a:spcAft>
                <a:spcPts val="2000"/>
              </a:spcAft>
            </a:pPr>
            <a:r>
              <a:rPr lang="en-US" sz="1800" b="1" dirty="0"/>
              <a:t>Ask for a plan first. </a:t>
            </a:r>
            <a:r>
              <a:rPr lang="en-US" sz="1800" dirty="0"/>
              <a:t>Have AI explain the current code and propose how to separate Model, View, Controller and routes.</a:t>
            </a:r>
          </a:p>
          <a:p>
            <a:pPr>
              <a:spcAft>
                <a:spcPts val="2000"/>
              </a:spcAft>
            </a:pPr>
            <a:r>
              <a:rPr lang="en-US" sz="1800" b="1" dirty="0"/>
              <a:t>Review before accepting. </a:t>
            </a:r>
            <a:r>
              <a:rPr lang="en-US" sz="1800" dirty="0"/>
              <a:t>Check that each responsibility belongs in the correct layer. Ask AI to explain unfamiliar code.</a:t>
            </a:r>
          </a:p>
          <a:p>
            <a:pPr>
              <a:spcAft>
                <a:spcPts val="2000"/>
              </a:spcAft>
            </a:pPr>
            <a:r>
              <a:rPr lang="en-US" sz="1800" b="1" dirty="0"/>
              <a:t>Work in small steps. </a:t>
            </a:r>
            <a:r>
              <a:rPr lang="en-US" sz="1800" dirty="0"/>
              <a:t>Keep a backup or Git checkpoint, then review and test each change before continuing.</a:t>
            </a:r>
          </a:p>
          <a:p>
            <a:pPr>
              <a:spcAft>
                <a:spcPts val="2000"/>
              </a:spcAft>
            </a:pPr>
            <a:r>
              <a:rPr lang="en-US" sz="1800" b="1" dirty="0"/>
              <a:t>Take responsibility for the result. </a:t>
            </a:r>
            <a:r>
              <a:rPr lang="en-US" sz="1800" dirty="0"/>
              <a:t>Verify successful actions and error cases. Be ready to explain how your code works.</a:t>
            </a:r>
          </a:p>
        </p:txBody>
      </p:sp>
      <p:sp>
        <p:nvSpPr>
          <p:cNvPr id="3" name="Slide Number Placeholder 2">
            <a:extLst>
              <a:ext uri="{FF2B5EF4-FFF2-40B4-BE49-F238E27FC236}">
                <a16:creationId xmlns:a16="http://schemas.microsoft.com/office/drawing/2014/main" id="{76FF294F-2562-195C-D07C-6D037045B098}"/>
              </a:ext>
            </a:extLst>
          </p:cNvPr>
          <p:cNvSpPr>
            <a:spLocks noGrp="1"/>
          </p:cNvSpPr>
          <p:nvPr>
            <p:ph type="sldNum" sz="quarter" idx="19"/>
          </p:nvPr>
        </p:nvSpPr>
        <p:spPr/>
        <p:txBody>
          <a:bodyPr/>
          <a:lstStyle/>
          <a:p>
            <a:fld id="{5015600C-AC52-4A7A-B61A-C2D281744F97}" type="slidenum">
              <a:rPr lang="en-SG" smtClean="0"/>
              <a:pPr/>
              <a:t>22</a:t>
            </a:fld>
            <a:endParaRPr lang="en-SG" dirty="0"/>
          </a:p>
        </p:txBody>
      </p:sp>
      <p:sp>
        <p:nvSpPr>
          <p:cNvPr id="4" name="Title 3">
            <a:extLst>
              <a:ext uri="{FF2B5EF4-FFF2-40B4-BE49-F238E27FC236}">
                <a16:creationId xmlns:a16="http://schemas.microsoft.com/office/drawing/2014/main" id="{0F8C3C89-6DD7-0000-D77A-0E59C2058956}"/>
              </a:ext>
            </a:extLst>
          </p:cNvPr>
          <p:cNvSpPr>
            <a:spLocks noGrp="1"/>
          </p:cNvSpPr>
          <p:nvPr>
            <p:ph type="title"/>
          </p:nvPr>
        </p:nvSpPr>
        <p:spPr/>
        <p:txBody>
          <a:bodyPr/>
          <a:lstStyle/>
          <a:p>
            <a:r>
              <a:rPr lang="en-SG" dirty="0"/>
              <a:t>AI-assisted coding – YOUR Role</a:t>
            </a:r>
          </a:p>
        </p:txBody>
      </p:sp>
      <p:pic>
        <p:nvPicPr>
          <p:cNvPr id="6" name="Picture 5">
            <a:extLst>
              <a:ext uri="{FF2B5EF4-FFF2-40B4-BE49-F238E27FC236}">
                <a16:creationId xmlns:a16="http://schemas.microsoft.com/office/drawing/2014/main" id="{1A6E64BD-D441-7564-D4A0-D2A153DFB6A4}"/>
              </a:ext>
            </a:extLst>
          </p:cNvPr>
          <p:cNvPicPr>
            <a:picLocks noChangeAspect="1"/>
          </p:cNvPicPr>
          <p:nvPr/>
        </p:nvPicPr>
        <p:blipFill>
          <a:blip r:embed="rId3"/>
          <a:srcRect l="31541" r="32050"/>
          <a:stretch>
            <a:fillRect/>
          </a:stretch>
        </p:blipFill>
        <p:spPr>
          <a:xfrm>
            <a:off x="7905211" y="1758950"/>
            <a:ext cx="2999200" cy="4489450"/>
          </a:xfrm>
          <a:prstGeom prst="rect">
            <a:avLst/>
          </a:prstGeom>
          <a:noFill/>
        </p:spPr>
      </p:pic>
      <p:sp>
        <p:nvSpPr>
          <p:cNvPr id="8" name="TextBox 7">
            <a:extLst>
              <a:ext uri="{FF2B5EF4-FFF2-40B4-BE49-F238E27FC236}">
                <a16:creationId xmlns:a16="http://schemas.microsoft.com/office/drawing/2014/main" id="{1A382422-779B-B524-2CA5-4124E8AE097C}"/>
              </a:ext>
            </a:extLst>
          </p:cNvPr>
          <p:cNvSpPr txBox="1"/>
          <p:nvPr/>
        </p:nvSpPr>
        <p:spPr>
          <a:xfrm>
            <a:off x="8244748" y="6387948"/>
            <a:ext cx="2832827" cy="261610"/>
          </a:xfrm>
          <a:prstGeom prst="rect">
            <a:avLst/>
          </a:prstGeom>
          <a:noFill/>
        </p:spPr>
        <p:txBody>
          <a:bodyPr wrap="none" rtlCol="0">
            <a:spAutoFit/>
          </a:bodyPr>
          <a:lstStyle/>
          <a:p>
            <a:r>
              <a:rPr lang="en-US" sz="1100" i="1" dirty="0">
                <a:solidFill>
                  <a:schemeClr val="bg2">
                    <a:lumMod val="50000"/>
                  </a:schemeClr>
                </a:solidFill>
              </a:rPr>
              <a:t>Image generated with Google, Gemini, 2026</a:t>
            </a:r>
            <a:endParaRPr lang="en-SG" sz="1100" i="1" dirty="0">
              <a:solidFill>
                <a:schemeClr val="bg2">
                  <a:lumMod val="50000"/>
                </a:schemeClr>
              </a:solidFill>
            </a:endParaRPr>
          </a:p>
        </p:txBody>
      </p:sp>
    </p:spTree>
    <p:extLst>
      <p:ext uri="{BB962C8B-B14F-4D97-AF65-F5344CB8AC3E}">
        <p14:creationId xmlns:p14="http://schemas.microsoft.com/office/powerpoint/2010/main" val="2515161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FFACCBE-9137-AB3C-3364-97A72ED73F56}"/>
              </a:ext>
            </a:extLst>
          </p:cNvPr>
          <p:cNvPicPr>
            <a:picLocks noChangeAspect="1"/>
          </p:cNvPicPr>
          <p:nvPr/>
        </p:nvPicPr>
        <p:blipFill>
          <a:blip r:embed="rId3"/>
          <a:srcRect l="31541" r="32050"/>
          <a:stretch>
            <a:fillRect/>
          </a:stretch>
        </p:blipFill>
        <p:spPr>
          <a:xfrm>
            <a:off x="8122381" y="1758950"/>
            <a:ext cx="2999200" cy="4489450"/>
          </a:xfrm>
          <a:prstGeom prst="rect">
            <a:avLst/>
          </a:prstGeom>
          <a:noFill/>
        </p:spPr>
      </p:pic>
      <p:sp>
        <p:nvSpPr>
          <p:cNvPr id="10" name="TextBox 9">
            <a:extLst>
              <a:ext uri="{FF2B5EF4-FFF2-40B4-BE49-F238E27FC236}">
                <a16:creationId xmlns:a16="http://schemas.microsoft.com/office/drawing/2014/main" id="{7A25C40A-C730-EE95-8C48-D2FD780E230E}"/>
              </a:ext>
            </a:extLst>
          </p:cNvPr>
          <p:cNvSpPr txBox="1"/>
          <p:nvPr/>
        </p:nvSpPr>
        <p:spPr>
          <a:xfrm>
            <a:off x="8461918" y="6387948"/>
            <a:ext cx="2832827" cy="261610"/>
          </a:xfrm>
          <a:prstGeom prst="rect">
            <a:avLst/>
          </a:prstGeom>
          <a:noFill/>
        </p:spPr>
        <p:txBody>
          <a:bodyPr wrap="none" rtlCol="0">
            <a:spAutoFit/>
          </a:bodyPr>
          <a:lstStyle/>
          <a:p>
            <a:r>
              <a:rPr lang="en-US" sz="1100" i="1" dirty="0">
                <a:solidFill>
                  <a:schemeClr val="bg2">
                    <a:lumMod val="50000"/>
                  </a:schemeClr>
                </a:solidFill>
              </a:rPr>
              <a:t>Image generated with Google, Gemini, 2026</a:t>
            </a:r>
            <a:endParaRPr lang="en-SG" sz="1100" i="1" dirty="0">
              <a:solidFill>
                <a:schemeClr val="bg2">
                  <a:lumMod val="50000"/>
                </a:schemeClr>
              </a:solidFill>
            </a:endParaRPr>
          </a:p>
        </p:txBody>
      </p:sp>
      <p:sp>
        <p:nvSpPr>
          <p:cNvPr id="2" name="Text Placeholder 1">
            <a:extLst>
              <a:ext uri="{FF2B5EF4-FFF2-40B4-BE49-F238E27FC236}">
                <a16:creationId xmlns:a16="http://schemas.microsoft.com/office/drawing/2014/main" id="{D4DF8C04-FD08-7623-C0F0-29713AA066A5}"/>
              </a:ext>
            </a:extLst>
          </p:cNvPr>
          <p:cNvSpPr>
            <a:spLocks noGrp="1"/>
          </p:cNvSpPr>
          <p:nvPr>
            <p:ph type="body" sz="quarter" idx="14"/>
          </p:nvPr>
        </p:nvSpPr>
        <p:spPr>
          <a:xfrm>
            <a:off x="730034" y="1593023"/>
            <a:ext cx="7270966" cy="4741102"/>
          </a:xfrm>
        </p:spPr>
        <p:txBody>
          <a:bodyPr/>
          <a:lstStyle/>
          <a:p>
            <a:pPr marL="0" lvl="0" indent="0">
              <a:lnSpc>
                <a:spcPct val="100000"/>
              </a:lnSpc>
              <a:buNone/>
            </a:pPr>
            <a:r>
              <a:rPr lang="en-SG" b="1" dirty="0"/>
              <a:t>General steps when you are using AI to assist in your coding:</a:t>
            </a:r>
          </a:p>
          <a:p>
            <a:pPr marL="457200" lvl="0" indent="-457200">
              <a:lnSpc>
                <a:spcPct val="150000"/>
              </a:lnSpc>
              <a:buFont typeface="+mj-lt"/>
              <a:buAutoNum type="arabicPeriod"/>
            </a:pPr>
            <a:r>
              <a:rPr lang="en-SG" sz="1800" dirty="0"/>
              <a:t>Study the specification and record the application’s current behaviour.</a:t>
            </a:r>
          </a:p>
          <a:p>
            <a:pPr marL="457200" lvl="0" indent="-457200">
              <a:lnSpc>
                <a:spcPct val="150000"/>
              </a:lnSpc>
              <a:buFont typeface="+mj-lt"/>
              <a:buAutoNum type="arabicPeriod"/>
            </a:pPr>
            <a:r>
              <a:rPr lang="en-SG" sz="1800" dirty="0"/>
              <a:t>Make a backup or Git checkpoint.</a:t>
            </a:r>
          </a:p>
          <a:p>
            <a:pPr marL="457200" lvl="0" indent="-457200">
              <a:lnSpc>
                <a:spcPct val="150000"/>
              </a:lnSpc>
              <a:buFont typeface="+mj-lt"/>
              <a:buAutoNum type="arabicPeriod"/>
            </a:pPr>
            <a:r>
              <a:rPr lang="en-SG" sz="1800" dirty="0"/>
              <a:t>Submit the specification to Copilot (Or whichever GenAI tool you are using) and request a plan only.</a:t>
            </a:r>
          </a:p>
          <a:p>
            <a:pPr marL="457200" lvl="0" indent="-457200">
              <a:lnSpc>
                <a:spcPct val="150000"/>
              </a:lnSpc>
              <a:buFont typeface="+mj-lt"/>
              <a:buAutoNum type="arabicPeriod"/>
            </a:pPr>
            <a:r>
              <a:rPr lang="en-SG" sz="1800" dirty="0"/>
              <a:t>Review the proposed plan against the specification and existing code.</a:t>
            </a:r>
          </a:p>
          <a:p>
            <a:pPr marL="457200" lvl="0" indent="-457200">
              <a:lnSpc>
                <a:spcPct val="150000"/>
              </a:lnSpc>
              <a:buFont typeface="+mj-lt"/>
              <a:buAutoNum type="arabicPeriod"/>
            </a:pPr>
            <a:r>
              <a:rPr lang="en-SG" sz="1800" dirty="0"/>
              <a:t>Request corrections or approve the plan when satisfied.</a:t>
            </a:r>
          </a:p>
          <a:p>
            <a:pPr marL="457200" lvl="0" indent="-457200">
              <a:lnSpc>
                <a:spcPct val="150000"/>
              </a:lnSpc>
              <a:buFont typeface="+mj-lt"/>
              <a:buAutoNum type="arabicPeriod"/>
            </a:pPr>
            <a:r>
              <a:rPr lang="en-SG" sz="1800" dirty="0"/>
              <a:t>Test that your application works as expected.</a:t>
            </a:r>
          </a:p>
          <a:p>
            <a:pPr>
              <a:lnSpc>
                <a:spcPct val="150000"/>
              </a:lnSpc>
            </a:pPr>
            <a:endParaRPr lang="en-SG" sz="1800" dirty="0"/>
          </a:p>
        </p:txBody>
      </p:sp>
      <p:sp>
        <p:nvSpPr>
          <p:cNvPr id="3" name="Slide Number Placeholder 2">
            <a:extLst>
              <a:ext uri="{FF2B5EF4-FFF2-40B4-BE49-F238E27FC236}">
                <a16:creationId xmlns:a16="http://schemas.microsoft.com/office/drawing/2014/main" id="{6FD6F36C-CB63-1E2B-312A-E773CE3FD7ED}"/>
              </a:ext>
            </a:extLst>
          </p:cNvPr>
          <p:cNvSpPr>
            <a:spLocks noGrp="1"/>
          </p:cNvSpPr>
          <p:nvPr>
            <p:ph type="sldNum" sz="quarter" idx="19"/>
          </p:nvPr>
        </p:nvSpPr>
        <p:spPr/>
        <p:txBody>
          <a:bodyPr/>
          <a:lstStyle/>
          <a:p>
            <a:fld id="{5015600C-AC52-4A7A-B61A-C2D281744F97}" type="slidenum">
              <a:rPr lang="en-SG" smtClean="0"/>
              <a:pPr/>
              <a:t>23</a:t>
            </a:fld>
            <a:endParaRPr lang="en-SG" dirty="0"/>
          </a:p>
        </p:txBody>
      </p:sp>
      <p:sp>
        <p:nvSpPr>
          <p:cNvPr id="4" name="Title 3">
            <a:extLst>
              <a:ext uri="{FF2B5EF4-FFF2-40B4-BE49-F238E27FC236}">
                <a16:creationId xmlns:a16="http://schemas.microsoft.com/office/drawing/2014/main" id="{D4CEC8FB-1A2E-BFCD-986F-0C9B0ABBB392}"/>
              </a:ext>
            </a:extLst>
          </p:cNvPr>
          <p:cNvSpPr>
            <a:spLocks noGrp="1"/>
          </p:cNvSpPr>
          <p:nvPr>
            <p:ph type="title"/>
          </p:nvPr>
        </p:nvSpPr>
        <p:spPr/>
        <p:txBody>
          <a:bodyPr/>
          <a:lstStyle/>
          <a:p>
            <a:r>
              <a:rPr lang="en-SG" dirty="0"/>
              <a:t>AI-assisted coding – YOUR Role</a:t>
            </a:r>
          </a:p>
        </p:txBody>
      </p:sp>
    </p:spTree>
    <p:extLst>
      <p:ext uri="{BB962C8B-B14F-4D97-AF65-F5344CB8AC3E}">
        <p14:creationId xmlns:p14="http://schemas.microsoft.com/office/powerpoint/2010/main" val="2429143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61C18A-B360-0329-CBB7-FF6DA809D13F}"/>
              </a:ext>
            </a:extLst>
          </p:cNvPr>
          <p:cNvSpPr>
            <a:spLocks noGrp="1"/>
          </p:cNvSpPr>
          <p:nvPr>
            <p:ph type="body" sz="quarter" idx="14"/>
          </p:nvPr>
        </p:nvSpPr>
        <p:spPr>
          <a:xfrm>
            <a:off x="754172" y="1058449"/>
            <a:ext cx="10899991" cy="4741102"/>
          </a:xfrm>
        </p:spPr>
        <p:txBody>
          <a:bodyPr/>
          <a:lstStyle/>
          <a:p>
            <a:pPr marL="0" indent="0">
              <a:buNone/>
            </a:pPr>
            <a:r>
              <a:rPr lang="en-SG" sz="1800" dirty="0"/>
              <a:t>Open </a:t>
            </a:r>
            <a:r>
              <a:rPr lang="en-SG" sz="1800" b="1" dirty="0" err="1"/>
              <a:t>PetCareApp</a:t>
            </a:r>
            <a:r>
              <a:rPr lang="en-SG" sz="1800" b="1" dirty="0"/>
              <a:t> MVC Refactoring* Specification.docx</a:t>
            </a:r>
            <a:r>
              <a:rPr lang="en-SG" sz="1800" dirty="0"/>
              <a:t>. In your teams, study the document and complete the table below. </a:t>
            </a:r>
            <a:r>
              <a:rPr lang="en-SG" sz="1800" b="1" dirty="0"/>
              <a:t>Do not ask AI to edit the project yet.</a:t>
            </a:r>
          </a:p>
          <a:p>
            <a:pPr marL="0" indent="0">
              <a:buNone/>
            </a:pPr>
            <a:r>
              <a:rPr lang="en-SG" sz="1800" dirty="0"/>
              <a:t>Be ready to explain one proposed code move and one behaviour that must remain unchanged.</a:t>
            </a:r>
          </a:p>
        </p:txBody>
      </p:sp>
      <p:sp>
        <p:nvSpPr>
          <p:cNvPr id="3" name="Slide Number Placeholder 2">
            <a:extLst>
              <a:ext uri="{FF2B5EF4-FFF2-40B4-BE49-F238E27FC236}">
                <a16:creationId xmlns:a16="http://schemas.microsoft.com/office/drawing/2014/main" id="{5F5044BC-D6C8-C111-ABED-8BD895C97617}"/>
              </a:ext>
            </a:extLst>
          </p:cNvPr>
          <p:cNvSpPr>
            <a:spLocks noGrp="1"/>
          </p:cNvSpPr>
          <p:nvPr>
            <p:ph type="sldNum" sz="quarter" idx="19"/>
          </p:nvPr>
        </p:nvSpPr>
        <p:spPr/>
        <p:txBody>
          <a:bodyPr/>
          <a:lstStyle/>
          <a:p>
            <a:fld id="{5015600C-AC52-4A7A-B61A-C2D281744F97}" type="slidenum">
              <a:rPr lang="en-SG" smtClean="0"/>
              <a:pPr/>
              <a:t>24</a:t>
            </a:fld>
            <a:endParaRPr lang="en-SG" dirty="0"/>
          </a:p>
        </p:txBody>
      </p:sp>
      <p:sp>
        <p:nvSpPr>
          <p:cNvPr id="4" name="Title 3">
            <a:extLst>
              <a:ext uri="{FF2B5EF4-FFF2-40B4-BE49-F238E27FC236}">
                <a16:creationId xmlns:a16="http://schemas.microsoft.com/office/drawing/2014/main" id="{EDFD0D46-405F-A008-EAA3-BFD5DDE10A9A}"/>
              </a:ext>
            </a:extLst>
          </p:cNvPr>
          <p:cNvSpPr>
            <a:spLocks noGrp="1"/>
          </p:cNvSpPr>
          <p:nvPr>
            <p:ph type="title"/>
          </p:nvPr>
        </p:nvSpPr>
        <p:spPr>
          <a:xfrm>
            <a:off x="309496" y="-249148"/>
            <a:ext cx="10531410" cy="1234824"/>
          </a:xfrm>
        </p:spPr>
        <p:txBody>
          <a:bodyPr/>
          <a:lstStyle/>
          <a:p>
            <a:r>
              <a:rPr lang="en-US" dirty="0"/>
              <a:t>Exercise 3</a:t>
            </a:r>
            <a:endParaRPr lang="en-SG" dirty="0"/>
          </a:p>
        </p:txBody>
      </p:sp>
      <p:graphicFrame>
        <p:nvGraphicFramePr>
          <p:cNvPr id="5" name="Table 4">
            <a:extLst>
              <a:ext uri="{FF2B5EF4-FFF2-40B4-BE49-F238E27FC236}">
                <a16:creationId xmlns:a16="http://schemas.microsoft.com/office/drawing/2014/main" id="{785FD05B-25C1-685A-E53A-F876303AF5F0}"/>
              </a:ext>
            </a:extLst>
          </p:cNvPr>
          <p:cNvGraphicFramePr>
            <a:graphicFrameLocks noGrp="1"/>
          </p:cNvGraphicFramePr>
          <p:nvPr>
            <p:extLst>
              <p:ext uri="{D42A27DB-BD31-4B8C-83A1-F6EECF244321}">
                <p14:modId xmlns:p14="http://schemas.microsoft.com/office/powerpoint/2010/main" val="328614603"/>
              </p:ext>
            </p:extLst>
          </p:nvPr>
        </p:nvGraphicFramePr>
        <p:xfrm>
          <a:off x="119471" y="1968280"/>
          <a:ext cx="11875305" cy="5054613"/>
        </p:xfrm>
        <a:graphic>
          <a:graphicData uri="http://schemas.openxmlformats.org/drawingml/2006/table">
            <a:tbl>
              <a:tblPr>
                <a:tableStyleId>{E8B1032C-EA38-4F05-BA0D-38AFFFC7BED3}</a:tableStyleId>
              </a:tblPr>
              <a:tblGrid>
                <a:gridCol w="2301097">
                  <a:extLst>
                    <a:ext uri="{9D8B030D-6E8A-4147-A177-3AD203B41FA5}">
                      <a16:colId xmlns:a16="http://schemas.microsoft.com/office/drawing/2014/main" val="891209104"/>
                    </a:ext>
                  </a:extLst>
                </a:gridCol>
                <a:gridCol w="5555814">
                  <a:extLst>
                    <a:ext uri="{9D8B030D-6E8A-4147-A177-3AD203B41FA5}">
                      <a16:colId xmlns:a16="http://schemas.microsoft.com/office/drawing/2014/main" val="2354637713"/>
                    </a:ext>
                  </a:extLst>
                </a:gridCol>
                <a:gridCol w="4018394">
                  <a:extLst>
                    <a:ext uri="{9D8B030D-6E8A-4147-A177-3AD203B41FA5}">
                      <a16:colId xmlns:a16="http://schemas.microsoft.com/office/drawing/2014/main" val="3155004977"/>
                    </a:ext>
                  </a:extLst>
                </a:gridCol>
              </a:tblGrid>
              <a:tr h="389152">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Focus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Questions to discuss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US" sz="1400" b="1" i="0" dirty="0">
                          <a:solidFill>
                            <a:srgbClr val="242424"/>
                          </a:solidFill>
                          <a:effectLst/>
                          <a:latin typeface="Arial" panose="020B0604020202020204" pitchFamily="34" charset="0"/>
                          <a:cs typeface="Arial" panose="020B0604020202020204" pitchFamily="34" charset="0"/>
                        </a:rPr>
                        <a:t>Team’s Response</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extLst>
                  <a:ext uri="{0D108BD9-81ED-4DB2-BD59-A6C34878D82A}">
                    <a16:rowId xmlns:a16="http://schemas.microsoft.com/office/drawing/2014/main" val="1236162073"/>
                  </a:ext>
                </a:extLst>
              </a:tr>
              <a:tr h="615326">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Purpose</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What is the specification asking you to change? Explain “structural refactor” in your own words.</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To separate the code  in app.js  into MVC so each part handles different task. This makes the code easier to manage while keeping the app working the same way </a:t>
                      </a:r>
                    </a:p>
                  </a:txBody>
                  <a:tcPr marL="76200" marR="76200" marT="101600" marB="101600"/>
                </a:tc>
                <a:extLst>
                  <a:ext uri="{0D108BD9-81ED-4DB2-BD59-A6C34878D82A}">
                    <a16:rowId xmlns:a16="http://schemas.microsoft.com/office/drawing/2014/main" val="1456063423"/>
                  </a:ext>
                </a:extLst>
              </a:tr>
              <a:tr h="643614">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What must stay unchanged</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Identify four behaviours that must be preserved. Why is preserving them important?</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1. User should be able log In and out, 2. adding the pet photos and details, 3. manage journal entries and access the correct pages based on their roles. These features should be remain the same so user won’t affected</a:t>
                      </a:r>
                    </a:p>
                  </a:txBody>
                  <a:tcPr marL="76200" marR="76200" marT="101600" marB="101600"/>
                </a:tc>
                <a:extLst>
                  <a:ext uri="{0D108BD9-81ED-4DB2-BD59-A6C34878D82A}">
                    <a16:rowId xmlns:a16="http://schemas.microsoft.com/office/drawing/2014/main" val="2117497754"/>
                  </a:ext>
                </a:extLst>
              </a:tr>
              <a:tr h="615326">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Responsibilities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a:effectLst/>
                          <a:latin typeface="Arial" panose="020B0604020202020204" pitchFamily="34" charset="0"/>
                          <a:cs typeface="Arial" panose="020B0604020202020204" pitchFamily="34" charset="0"/>
                        </a:rPr>
                        <a:t>Choose the Add a New Pet feature. Where should its routes, request handling, SQL and form belong after refactoring?</a:t>
                      </a:r>
                      <a:endParaRPr lang="en-SG" sz="11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Routes: map the existing GET/POST . Controller process the pet details, model save the data using SQL, view display the add new pet</a:t>
                      </a:r>
                    </a:p>
                  </a:txBody>
                  <a:tcPr marL="76200" marR="76200" marT="101600" marB="101600"/>
                </a:tc>
                <a:extLst>
                  <a:ext uri="{0D108BD9-81ED-4DB2-BD59-A6C34878D82A}">
                    <a16:rowId xmlns:a16="http://schemas.microsoft.com/office/drawing/2014/main" val="133416622"/>
                  </a:ext>
                </a:extLst>
              </a:tr>
              <a:tr h="615326">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Constraints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a:effectLst/>
                          <a:latin typeface="Arial" panose="020B0604020202020204" pitchFamily="34" charset="0"/>
                          <a:cs typeface="Arial" panose="020B0604020202020204" pitchFamily="34" charset="0"/>
                        </a:rPr>
                        <a:t>Identify two changes that are explicitly prohibited. Why might an apparently helpful “improvement” be outside the scope of this task?</a:t>
                      </a:r>
                      <a:endParaRPr lang="en-SG" sz="11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We should not change the database structure or add new features. Since we are only re-organising our code</a:t>
                      </a:r>
                    </a:p>
                  </a:txBody>
                  <a:tcPr marL="76200" marR="76200" marT="101600" marB="101600"/>
                </a:tc>
                <a:extLst>
                  <a:ext uri="{0D108BD9-81ED-4DB2-BD59-A6C34878D82A}">
                    <a16:rowId xmlns:a16="http://schemas.microsoft.com/office/drawing/2014/main" val="876832196"/>
                  </a:ext>
                </a:extLst>
              </a:tr>
              <a:tr h="615326">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Evidence of success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a:effectLst/>
                          <a:latin typeface="Arial" panose="020B0604020202020204" pitchFamily="34" charset="0"/>
                          <a:cs typeface="Arial" panose="020B0604020202020204" pitchFamily="34" charset="0"/>
                        </a:rPr>
                        <a:t>Propose three checks you would perform to confirm that the refactored application still works as before.</a:t>
                      </a:r>
                      <a:endParaRPr lang="en-SG" sz="11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Testing of log in and log out. Add new pet with the necessary details, editing or deleting journal entries to check everything is working </a:t>
                      </a:r>
                    </a:p>
                  </a:txBody>
                  <a:tcPr marL="76200" marR="76200" marT="101600" marB="101600"/>
                </a:tc>
                <a:extLst>
                  <a:ext uri="{0D108BD9-81ED-4DB2-BD59-A6C34878D82A}">
                    <a16:rowId xmlns:a16="http://schemas.microsoft.com/office/drawing/2014/main" val="689234654"/>
                  </a:ext>
                </a:extLst>
              </a:tr>
              <a:tr h="643614">
                <a:tc>
                  <a:txBody>
                    <a:bodyPr/>
                    <a:lstStyle/>
                    <a:p>
                      <a:pPr marL="0" marR="0" algn="ctr" fontAlgn="t">
                        <a:spcBef>
                          <a:spcPts val="1200"/>
                        </a:spcBef>
                        <a:spcAft>
                          <a:spcPts val="150"/>
                        </a:spcAft>
                        <a:buNone/>
                      </a:pPr>
                      <a:r>
                        <a:rPr lang="en-SG" sz="1400" b="1" dirty="0">
                          <a:effectLst/>
                          <a:latin typeface="Arial" panose="020B0604020202020204" pitchFamily="34" charset="0"/>
                          <a:cs typeface="Arial" panose="020B0604020202020204" pitchFamily="34" charset="0"/>
                        </a:rPr>
                        <a:t>Questions or concerns</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Identify any requirement you do not understand or need to check against the existing code.</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38100"/>
                </a:tc>
                <a:tc>
                  <a:txBody>
                    <a:bodyPr/>
                    <a:lstStyle/>
                    <a:p>
                      <a:pPr marL="0" marR="0" algn="l" fontAlgn="t">
                        <a:lnSpc>
                          <a:spcPct val="119048"/>
                        </a:lnSpc>
                        <a:spcBef>
                          <a:spcPts val="1200"/>
                        </a:spcBef>
                        <a:spcAft>
                          <a:spcPts val="150"/>
                        </a:spcAft>
                        <a:buNone/>
                      </a:pPr>
                      <a:r>
                        <a:rPr lang="en-SG" sz="1100" b="0" i="0" dirty="0">
                          <a:solidFill>
                            <a:srgbClr val="242424"/>
                          </a:solidFill>
                          <a:effectLst/>
                          <a:latin typeface="Arial" panose="020B0604020202020204" pitchFamily="34" charset="0"/>
                          <a:cs typeface="Arial" panose="020B0604020202020204" pitchFamily="34" charset="0"/>
                        </a:rPr>
                        <a:t>We need to check if the routes and redirect still work after moving the code, especially the photo upload function </a:t>
                      </a:r>
                    </a:p>
                  </a:txBody>
                  <a:tcPr marL="76200" marR="76200" marT="101600" marB="38100"/>
                </a:tc>
                <a:extLst>
                  <a:ext uri="{0D108BD9-81ED-4DB2-BD59-A6C34878D82A}">
                    <a16:rowId xmlns:a16="http://schemas.microsoft.com/office/drawing/2014/main" val="3077435797"/>
                  </a:ext>
                </a:extLst>
              </a:tr>
            </a:tbl>
          </a:graphicData>
        </a:graphic>
      </p:graphicFrame>
      <p:pic>
        <p:nvPicPr>
          <p:cNvPr id="7" name="Picture 6">
            <a:extLst>
              <a:ext uri="{FF2B5EF4-FFF2-40B4-BE49-F238E27FC236}">
                <a16:creationId xmlns:a16="http://schemas.microsoft.com/office/drawing/2014/main" id="{7547DB84-7EE5-291E-E22F-D92B3F7735DF}"/>
              </a:ext>
            </a:extLst>
          </p:cNvPr>
          <p:cNvPicPr>
            <a:picLocks noChangeAspect="1"/>
          </p:cNvPicPr>
          <p:nvPr/>
        </p:nvPicPr>
        <p:blipFill>
          <a:blip r:embed="rId3"/>
          <a:stretch>
            <a:fillRect/>
          </a:stretch>
        </p:blipFill>
        <p:spPr>
          <a:xfrm>
            <a:off x="601531" y="403675"/>
            <a:ext cx="1239752" cy="619876"/>
          </a:xfrm>
          <a:prstGeom prst="rect">
            <a:avLst/>
          </a:prstGeom>
        </p:spPr>
      </p:pic>
      <p:sp>
        <p:nvSpPr>
          <p:cNvPr id="9" name="Text 10">
            <a:extLst>
              <a:ext uri="{FF2B5EF4-FFF2-40B4-BE49-F238E27FC236}">
                <a16:creationId xmlns:a16="http://schemas.microsoft.com/office/drawing/2014/main" id="{486B4DF2-36B1-4617-FECC-805F5E32717B}"/>
              </a:ext>
            </a:extLst>
          </p:cNvPr>
          <p:cNvSpPr/>
          <p:nvPr/>
        </p:nvSpPr>
        <p:spPr>
          <a:xfrm>
            <a:off x="4378247" y="348489"/>
            <a:ext cx="6882765" cy="365124"/>
          </a:xfrm>
          <a:prstGeom prst="rect">
            <a:avLst/>
          </a:prstGeom>
          <a:noFill/>
          <a:ln/>
        </p:spPr>
        <p:txBody>
          <a:bodyPr wrap="square" lIns="0" tIns="0" rIns="0" bIns="0" rtlCol="0" anchor="t"/>
          <a:lstStyle/>
          <a:p>
            <a:pPr marL="0" indent="0">
              <a:buNone/>
            </a:pPr>
            <a:r>
              <a:rPr lang="en-US" sz="1400" dirty="0">
                <a:solidFill>
                  <a:srgbClr val="0070C0"/>
                </a:solidFill>
                <a:latin typeface="Arial" pitchFamily="34" charset="0"/>
                <a:ea typeface="Aptos" pitchFamily="34" charset="-122"/>
                <a:cs typeface="Aptos" pitchFamily="34" charset="-120"/>
              </a:rPr>
              <a:t>*A refactor reorganises code while preserving the intended user workflow.</a:t>
            </a:r>
            <a:endParaRPr lang="en-US" sz="1400" dirty="0">
              <a:solidFill>
                <a:srgbClr val="0070C0"/>
              </a:solidFill>
            </a:endParaRPr>
          </a:p>
        </p:txBody>
      </p:sp>
    </p:spTree>
    <p:extLst>
      <p:ext uri="{BB962C8B-B14F-4D97-AF65-F5344CB8AC3E}">
        <p14:creationId xmlns:p14="http://schemas.microsoft.com/office/powerpoint/2010/main" val="4045235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F3571-415A-4C55-5BC2-FCF3CC97C52C}"/>
              </a:ext>
            </a:extLst>
          </p:cNvPr>
          <p:cNvSpPr>
            <a:spLocks noGrp="1"/>
          </p:cNvSpPr>
          <p:nvPr>
            <p:ph type="title"/>
          </p:nvPr>
        </p:nvSpPr>
        <p:spPr/>
        <p:txBody>
          <a:bodyPr/>
          <a:lstStyle/>
          <a:p>
            <a:r>
              <a:rPr lang="en-SG" dirty="0"/>
              <a:t>Supervised Refactoring</a:t>
            </a:r>
            <a:br>
              <a:rPr lang="en-SG" dirty="0"/>
            </a:br>
            <a:br>
              <a:rPr lang="en-SG" dirty="0"/>
            </a:br>
            <a:r>
              <a:rPr lang="en-US" sz="2800" dirty="0"/>
              <a:t>VS Code with GitHub Copilot</a:t>
            </a:r>
            <a:endParaRPr lang="en-SG" dirty="0"/>
          </a:p>
        </p:txBody>
      </p:sp>
    </p:spTree>
    <p:extLst>
      <p:ext uri="{BB962C8B-B14F-4D97-AF65-F5344CB8AC3E}">
        <p14:creationId xmlns:p14="http://schemas.microsoft.com/office/powerpoint/2010/main" val="3853672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823BDD-F662-80E9-0595-621CCBBDD574}"/>
              </a:ext>
            </a:extLst>
          </p:cNvPr>
          <p:cNvSpPr>
            <a:spLocks noGrp="1"/>
          </p:cNvSpPr>
          <p:nvPr>
            <p:ph type="body" sz="quarter" idx="14"/>
          </p:nvPr>
        </p:nvSpPr>
        <p:spPr>
          <a:xfrm>
            <a:off x="730033" y="1593023"/>
            <a:ext cx="6390857" cy="4741102"/>
          </a:xfrm>
        </p:spPr>
        <p:txBody>
          <a:bodyPr/>
          <a:lstStyle/>
          <a:p>
            <a:r>
              <a:rPr lang="en-SG" dirty="0"/>
              <a:t>As a student, you can </a:t>
            </a:r>
            <a:r>
              <a:rPr lang="en-US" dirty="0"/>
              <a:t>access GitHub Copilot for free.</a:t>
            </a:r>
          </a:p>
          <a:p>
            <a:r>
              <a:rPr lang="en-US" dirty="0"/>
              <a:t>Apply here: </a:t>
            </a:r>
            <a:r>
              <a:rPr lang="en-SG" dirty="0">
                <a:hlinkClick r:id="rId3"/>
              </a:rPr>
              <a:t>https://docs.github.com/en/education/about-github-education/github-education-for-students/apply-to-github-education-as-a-student</a:t>
            </a:r>
            <a:r>
              <a:rPr lang="en-SG" dirty="0"/>
              <a:t> </a:t>
            </a:r>
          </a:p>
          <a:p>
            <a:endParaRPr lang="en-SG" dirty="0"/>
          </a:p>
          <a:p>
            <a:r>
              <a:rPr lang="en-SG" dirty="0"/>
              <a:t>Follow the instructions from GitHub.</a:t>
            </a:r>
          </a:p>
          <a:p>
            <a:endParaRPr lang="en-SG" dirty="0"/>
          </a:p>
          <a:p>
            <a:r>
              <a:rPr lang="en-SG" dirty="0"/>
              <a:t>If you have already created a </a:t>
            </a:r>
            <a:r>
              <a:rPr lang="en-SG" dirty="0">
                <a:hlinkClick r:id="rId4"/>
              </a:rPr>
              <a:t>GitHub Student Developer Pack - GitHub Education</a:t>
            </a:r>
            <a:r>
              <a:rPr lang="en-SG" dirty="0"/>
              <a:t> you should have access to GitHub Copilot. </a:t>
            </a:r>
          </a:p>
          <a:p>
            <a:r>
              <a:rPr lang="en-SG" dirty="0"/>
              <a:t>Click on your profile icon at the top right, select “Copilot settings” to view your copilot access </a:t>
            </a:r>
          </a:p>
        </p:txBody>
      </p:sp>
      <p:sp>
        <p:nvSpPr>
          <p:cNvPr id="3" name="Slide Number Placeholder 2">
            <a:extLst>
              <a:ext uri="{FF2B5EF4-FFF2-40B4-BE49-F238E27FC236}">
                <a16:creationId xmlns:a16="http://schemas.microsoft.com/office/drawing/2014/main" id="{B9303FE7-0A97-59E3-5772-8434A6731598}"/>
              </a:ext>
            </a:extLst>
          </p:cNvPr>
          <p:cNvSpPr>
            <a:spLocks noGrp="1"/>
          </p:cNvSpPr>
          <p:nvPr>
            <p:ph type="sldNum" sz="quarter" idx="19"/>
          </p:nvPr>
        </p:nvSpPr>
        <p:spPr/>
        <p:txBody>
          <a:bodyPr/>
          <a:lstStyle/>
          <a:p>
            <a:fld id="{5015600C-AC52-4A7A-B61A-C2D281744F97}" type="slidenum">
              <a:rPr lang="en-SG" smtClean="0"/>
              <a:pPr/>
              <a:t>26</a:t>
            </a:fld>
            <a:endParaRPr lang="en-SG" dirty="0"/>
          </a:p>
        </p:txBody>
      </p:sp>
      <p:sp>
        <p:nvSpPr>
          <p:cNvPr id="4" name="Title 3">
            <a:extLst>
              <a:ext uri="{FF2B5EF4-FFF2-40B4-BE49-F238E27FC236}">
                <a16:creationId xmlns:a16="http://schemas.microsoft.com/office/drawing/2014/main" id="{B001369B-9002-0C4F-08B2-3CACCBA690B2}"/>
              </a:ext>
            </a:extLst>
          </p:cNvPr>
          <p:cNvSpPr>
            <a:spLocks noGrp="1"/>
          </p:cNvSpPr>
          <p:nvPr>
            <p:ph type="title"/>
          </p:nvPr>
        </p:nvSpPr>
        <p:spPr/>
        <p:txBody>
          <a:bodyPr/>
          <a:lstStyle/>
          <a:p>
            <a:r>
              <a:rPr lang="en-US" dirty="0"/>
              <a:t>GitHub Copilot</a:t>
            </a:r>
            <a:endParaRPr lang="en-SG" dirty="0"/>
          </a:p>
        </p:txBody>
      </p:sp>
      <p:pic>
        <p:nvPicPr>
          <p:cNvPr id="6" name="Picture 5">
            <a:extLst>
              <a:ext uri="{FF2B5EF4-FFF2-40B4-BE49-F238E27FC236}">
                <a16:creationId xmlns:a16="http://schemas.microsoft.com/office/drawing/2014/main" id="{24CFF93B-FA7C-8A4B-5151-384FA26EF3F8}"/>
              </a:ext>
            </a:extLst>
          </p:cNvPr>
          <p:cNvPicPr>
            <a:picLocks noChangeAspect="1"/>
          </p:cNvPicPr>
          <p:nvPr/>
        </p:nvPicPr>
        <p:blipFill>
          <a:blip r:embed="rId5"/>
          <a:stretch>
            <a:fillRect/>
          </a:stretch>
        </p:blipFill>
        <p:spPr>
          <a:xfrm>
            <a:off x="7960576" y="1384865"/>
            <a:ext cx="3501391" cy="4541333"/>
          </a:xfrm>
          <a:prstGeom prst="rect">
            <a:avLst/>
          </a:prstGeom>
          <a:ln>
            <a:solidFill>
              <a:schemeClr val="tx1"/>
            </a:solidFill>
          </a:ln>
        </p:spPr>
      </p:pic>
    </p:spTree>
    <p:extLst>
      <p:ext uri="{BB962C8B-B14F-4D97-AF65-F5344CB8AC3E}">
        <p14:creationId xmlns:p14="http://schemas.microsoft.com/office/powerpoint/2010/main" val="2551443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A3A673-55C8-3AB1-DEFD-6766C1649BBA}"/>
              </a:ext>
            </a:extLst>
          </p:cNvPr>
          <p:cNvSpPr>
            <a:spLocks noGrp="1"/>
          </p:cNvSpPr>
          <p:nvPr>
            <p:ph type="body" sz="quarter" idx="14"/>
          </p:nvPr>
        </p:nvSpPr>
        <p:spPr>
          <a:xfrm>
            <a:off x="730033" y="1245870"/>
            <a:ext cx="6790907" cy="5088255"/>
          </a:xfrm>
        </p:spPr>
        <p:txBody>
          <a:bodyPr/>
          <a:lstStyle/>
          <a:p>
            <a:pPr>
              <a:lnSpc>
                <a:spcPct val="110000"/>
              </a:lnSpc>
            </a:pPr>
            <a:r>
              <a:rPr lang="en-US" sz="1800" dirty="0"/>
              <a:t>In your C372 VS Code workspace, create a new folder named </a:t>
            </a:r>
            <a:r>
              <a:rPr lang="en-US" sz="1800" b="1" dirty="0"/>
              <a:t>Week02</a:t>
            </a:r>
            <a:r>
              <a:rPr lang="en-US" sz="1800" dirty="0"/>
              <a:t>. </a:t>
            </a:r>
          </a:p>
          <a:p>
            <a:pPr>
              <a:lnSpc>
                <a:spcPct val="110000"/>
              </a:lnSpc>
            </a:pPr>
            <a:endParaRPr lang="en-US" sz="1800" dirty="0"/>
          </a:p>
          <a:p>
            <a:pPr>
              <a:lnSpc>
                <a:spcPct val="110000"/>
              </a:lnSpc>
            </a:pPr>
            <a:r>
              <a:rPr lang="en-US" sz="1800" dirty="0"/>
              <a:t>In the </a:t>
            </a:r>
            <a:r>
              <a:rPr lang="en-US" sz="1800" b="1" dirty="0"/>
              <a:t>Resources</a:t>
            </a:r>
            <a:r>
              <a:rPr lang="en-US" sz="1800" dirty="0"/>
              <a:t> folder provided to you, you should find a folder named </a:t>
            </a:r>
            <a:r>
              <a:rPr lang="en-US" sz="1800" b="1" dirty="0" err="1"/>
              <a:t>PetCareApp</a:t>
            </a:r>
            <a:endParaRPr lang="en-US" sz="1800" b="1" dirty="0"/>
          </a:p>
          <a:p>
            <a:pPr>
              <a:lnSpc>
                <a:spcPct val="110000"/>
              </a:lnSpc>
            </a:pPr>
            <a:endParaRPr lang="en-US" sz="1800" b="1" dirty="0"/>
          </a:p>
          <a:p>
            <a:pPr>
              <a:lnSpc>
                <a:spcPct val="110000"/>
              </a:lnSpc>
            </a:pPr>
            <a:r>
              <a:rPr lang="en-US" sz="1800" dirty="0"/>
              <a:t>Right click on </a:t>
            </a:r>
            <a:r>
              <a:rPr lang="en-US" sz="1800" b="1" dirty="0" err="1"/>
              <a:t>PetCareApp</a:t>
            </a:r>
            <a:r>
              <a:rPr lang="en-US" sz="1800" dirty="0"/>
              <a:t> folder and copy this folder. (Ctrl-C)</a:t>
            </a:r>
          </a:p>
          <a:p>
            <a:pPr>
              <a:lnSpc>
                <a:spcPct val="110000"/>
              </a:lnSpc>
            </a:pPr>
            <a:endParaRPr lang="en-US" sz="1800" dirty="0"/>
          </a:p>
          <a:p>
            <a:pPr>
              <a:lnSpc>
                <a:spcPct val="110000"/>
              </a:lnSpc>
            </a:pPr>
            <a:r>
              <a:rPr lang="en-US" sz="1800" dirty="0"/>
              <a:t>Go to </a:t>
            </a:r>
            <a:r>
              <a:rPr lang="en-US" sz="1800" b="1" dirty="0"/>
              <a:t>Week02</a:t>
            </a:r>
            <a:r>
              <a:rPr lang="en-US" sz="1800" dirty="0"/>
              <a:t> folder in VS Code and paste </a:t>
            </a:r>
            <a:r>
              <a:rPr lang="en-US" sz="1800" b="1" dirty="0" err="1"/>
              <a:t>PetCareApp</a:t>
            </a:r>
            <a:r>
              <a:rPr lang="en-US" sz="1800" dirty="0"/>
              <a:t> into </a:t>
            </a:r>
            <a:r>
              <a:rPr lang="en-US" sz="1800" b="1" dirty="0"/>
              <a:t>Week02</a:t>
            </a:r>
            <a:r>
              <a:rPr lang="en-US" sz="1800" dirty="0"/>
              <a:t> folder. (Ctrl-V)</a:t>
            </a:r>
          </a:p>
          <a:p>
            <a:pPr>
              <a:lnSpc>
                <a:spcPct val="110000"/>
              </a:lnSpc>
            </a:pPr>
            <a:endParaRPr lang="en-US" sz="1800" dirty="0"/>
          </a:p>
          <a:p>
            <a:pPr>
              <a:lnSpc>
                <a:spcPct val="110000"/>
              </a:lnSpc>
            </a:pPr>
            <a:r>
              <a:rPr lang="en-US" sz="1800" dirty="0"/>
              <a:t>Check that </a:t>
            </a:r>
            <a:r>
              <a:rPr lang="en-US" sz="1800" b="1" dirty="0" err="1"/>
              <a:t>PetCareApp</a:t>
            </a:r>
            <a:r>
              <a:rPr lang="en-US" sz="1800" dirty="0"/>
              <a:t> is </a:t>
            </a:r>
            <a:r>
              <a:rPr lang="en-US" sz="1800" u="sng" dirty="0"/>
              <a:t>within</a:t>
            </a:r>
            <a:r>
              <a:rPr lang="en-US" sz="1800" dirty="0"/>
              <a:t> </a:t>
            </a:r>
            <a:r>
              <a:rPr lang="en-US" sz="1800" b="1" dirty="0"/>
              <a:t>Week02</a:t>
            </a:r>
            <a:r>
              <a:rPr lang="en-US" sz="1800" dirty="0"/>
              <a:t> folder. It should look similar to the screenshot here.</a:t>
            </a:r>
          </a:p>
          <a:p>
            <a:endParaRPr lang="en-SG" sz="1800" dirty="0"/>
          </a:p>
        </p:txBody>
      </p:sp>
      <p:sp>
        <p:nvSpPr>
          <p:cNvPr id="3" name="Slide Number Placeholder 2">
            <a:extLst>
              <a:ext uri="{FF2B5EF4-FFF2-40B4-BE49-F238E27FC236}">
                <a16:creationId xmlns:a16="http://schemas.microsoft.com/office/drawing/2014/main" id="{ED51C7E2-6EF2-527B-669F-7B24233F1BE4}"/>
              </a:ext>
            </a:extLst>
          </p:cNvPr>
          <p:cNvSpPr>
            <a:spLocks noGrp="1"/>
          </p:cNvSpPr>
          <p:nvPr>
            <p:ph type="sldNum" sz="quarter" idx="19"/>
          </p:nvPr>
        </p:nvSpPr>
        <p:spPr/>
        <p:txBody>
          <a:bodyPr/>
          <a:lstStyle/>
          <a:p>
            <a:fld id="{5015600C-AC52-4A7A-B61A-C2D281744F97}" type="slidenum">
              <a:rPr lang="en-SG" smtClean="0"/>
              <a:pPr/>
              <a:t>27</a:t>
            </a:fld>
            <a:endParaRPr lang="en-SG" dirty="0"/>
          </a:p>
        </p:txBody>
      </p:sp>
      <p:sp>
        <p:nvSpPr>
          <p:cNvPr id="4" name="Title 3">
            <a:extLst>
              <a:ext uri="{FF2B5EF4-FFF2-40B4-BE49-F238E27FC236}">
                <a16:creationId xmlns:a16="http://schemas.microsoft.com/office/drawing/2014/main" id="{5B7770A3-866A-FCEA-F2A1-1C83BABA79D0}"/>
              </a:ext>
            </a:extLst>
          </p:cNvPr>
          <p:cNvSpPr>
            <a:spLocks noGrp="1"/>
          </p:cNvSpPr>
          <p:nvPr>
            <p:ph type="title"/>
          </p:nvPr>
        </p:nvSpPr>
        <p:spPr>
          <a:xfrm>
            <a:off x="546165" y="262890"/>
            <a:ext cx="10531410" cy="1146591"/>
          </a:xfrm>
        </p:spPr>
        <p:txBody>
          <a:bodyPr/>
          <a:lstStyle/>
          <a:p>
            <a:r>
              <a:rPr lang="en-US" dirty="0"/>
              <a:t>Exercise 4</a:t>
            </a:r>
            <a:endParaRPr lang="en-SG" dirty="0"/>
          </a:p>
        </p:txBody>
      </p:sp>
      <p:pic>
        <p:nvPicPr>
          <p:cNvPr id="6" name="Picture 5">
            <a:extLst>
              <a:ext uri="{FF2B5EF4-FFF2-40B4-BE49-F238E27FC236}">
                <a16:creationId xmlns:a16="http://schemas.microsoft.com/office/drawing/2014/main" id="{129BE947-1977-9D50-3DAD-6CDB06C7FEA4}"/>
              </a:ext>
            </a:extLst>
          </p:cNvPr>
          <p:cNvPicPr>
            <a:picLocks noChangeAspect="1"/>
          </p:cNvPicPr>
          <p:nvPr/>
        </p:nvPicPr>
        <p:blipFill>
          <a:blip r:embed="rId3"/>
          <a:stretch>
            <a:fillRect/>
          </a:stretch>
        </p:blipFill>
        <p:spPr>
          <a:xfrm>
            <a:off x="8028721" y="1097647"/>
            <a:ext cx="3445271" cy="3964659"/>
          </a:xfrm>
          <a:prstGeom prst="rect">
            <a:avLst/>
          </a:prstGeom>
        </p:spPr>
      </p:pic>
      <p:sp>
        <p:nvSpPr>
          <p:cNvPr id="7" name="TextBox 6">
            <a:extLst>
              <a:ext uri="{FF2B5EF4-FFF2-40B4-BE49-F238E27FC236}">
                <a16:creationId xmlns:a16="http://schemas.microsoft.com/office/drawing/2014/main" id="{8D52417E-9214-1B21-EC33-38D80313C1A5}"/>
              </a:ext>
            </a:extLst>
          </p:cNvPr>
          <p:cNvSpPr txBox="1"/>
          <p:nvPr/>
        </p:nvSpPr>
        <p:spPr>
          <a:xfrm>
            <a:off x="7427484" y="5503128"/>
            <a:ext cx="4647744" cy="830997"/>
          </a:xfrm>
          <a:prstGeom prst="rect">
            <a:avLst/>
          </a:prstGeom>
          <a:noFill/>
        </p:spPr>
        <p:txBody>
          <a:bodyPr wrap="square" rtlCol="0">
            <a:spAutoFit/>
          </a:bodyPr>
          <a:lstStyle/>
          <a:p>
            <a:r>
              <a:rPr lang="en-US" sz="1200" dirty="0">
                <a:solidFill>
                  <a:srgbClr val="0070C0"/>
                </a:solidFill>
              </a:rPr>
              <a:t>Note: This is the same </a:t>
            </a:r>
            <a:r>
              <a:rPr lang="en-US" sz="1200" dirty="0" err="1">
                <a:solidFill>
                  <a:srgbClr val="0070C0"/>
                </a:solidFill>
              </a:rPr>
              <a:t>PetCareApp</a:t>
            </a:r>
            <a:r>
              <a:rPr lang="en-US" sz="1200" dirty="0">
                <a:solidFill>
                  <a:srgbClr val="0070C0"/>
                </a:solidFill>
              </a:rPr>
              <a:t> as from Week 1. You may also copy from Week01 folder but do not copy the </a:t>
            </a:r>
            <a:r>
              <a:rPr lang="en-US" sz="1200" dirty="0" err="1">
                <a:solidFill>
                  <a:srgbClr val="0070C0"/>
                </a:solidFill>
              </a:rPr>
              <a:t>node_modules</a:t>
            </a:r>
            <a:r>
              <a:rPr lang="en-US" sz="1200" dirty="0">
                <a:solidFill>
                  <a:srgbClr val="0070C0"/>
                </a:solidFill>
              </a:rPr>
              <a:t> as there are many files and it will take quite long to copy all the files over.</a:t>
            </a:r>
            <a:endParaRPr lang="en-SG" sz="1200" dirty="0">
              <a:solidFill>
                <a:srgbClr val="0070C0"/>
              </a:solidFill>
            </a:endParaRPr>
          </a:p>
        </p:txBody>
      </p:sp>
    </p:spTree>
    <p:extLst>
      <p:ext uri="{BB962C8B-B14F-4D97-AF65-F5344CB8AC3E}">
        <p14:creationId xmlns:p14="http://schemas.microsoft.com/office/powerpoint/2010/main" val="3873486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9EE025-D488-2577-D5F5-C5C235A5E148}"/>
              </a:ext>
            </a:extLst>
          </p:cNvPr>
          <p:cNvSpPr>
            <a:spLocks noGrp="1"/>
          </p:cNvSpPr>
          <p:nvPr>
            <p:ph type="body" sz="quarter" idx="14"/>
          </p:nvPr>
        </p:nvSpPr>
        <p:spPr>
          <a:xfrm>
            <a:off x="730033" y="1593023"/>
            <a:ext cx="5956517" cy="4741102"/>
          </a:xfrm>
        </p:spPr>
        <p:txBody>
          <a:bodyPr/>
          <a:lstStyle/>
          <a:p>
            <a:r>
              <a:rPr lang="en-SG" dirty="0"/>
              <a:t>We will be using Copilot in VS Code to assist us in creating the model and controller.</a:t>
            </a:r>
          </a:p>
          <a:p>
            <a:endParaRPr lang="en-SG" dirty="0"/>
          </a:p>
          <a:p>
            <a:r>
              <a:rPr lang="en-SG" dirty="0">
                <a:highlight>
                  <a:srgbClr val="FFFF00"/>
                </a:highlight>
              </a:rPr>
              <a:t>You will need to be logged in to GitHub in </a:t>
            </a:r>
            <a:r>
              <a:rPr lang="en-SG" dirty="0" err="1">
                <a:highlight>
                  <a:srgbClr val="FFFF00"/>
                </a:highlight>
              </a:rPr>
              <a:t>VSCode</a:t>
            </a:r>
            <a:endParaRPr lang="en-SG" dirty="0">
              <a:highlight>
                <a:srgbClr val="FFFF00"/>
              </a:highlight>
            </a:endParaRPr>
          </a:p>
          <a:p>
            <a:endParaRPr lang="en-SG" dirty="0"/>
          </a:p>
          <a:p>
            <a:r>
              <a:rPr lang="en-SG" dirty="0"/>
              <a:t>In VS Code, go to </a:t>
            </a:r>
            <a:r>
              <a:rPr lang="en-SG" b="1" dirty="0"/>
              <a:t>View &gt; Chat</a:t>
            </a:r>
            <a:r>
              <a:rPr lang="en-SG" dirty="0"/>
              <a:t>, the Chat box should open, usually on the right panel.</a:t>
            </a:r>
            <a:endParaRPr lang="en-SG" b="1" dirty="0"/>
          </a:p>
          <a:p>
            <a:endParaRPr lang="en-SG" dirty="0"/>
          </a:p>
          <a:p>
            <a:endParaRPr lang="en-SG" dirty="0"/>
          </a:p>
        </p:txBody>
      </p:sp>
      <p:sp>
        <p:nvSpPr>
          <p:cNvPr id="3" name="Slide Number Placeholder 2">
            <a:extLst>
              <a:ext uri="{FF2B5EF4-FFF2-40B4-BE49-F238E27FC236}">
                <a16:creationId xmlns:a16="http://schemas.microsoft.com/office/drawing/2014/main" id="{FFD156A6-DD30-E561-266B-0C2E31A7F457}"/>
              </a:ext>
            </a:extLst>
          </p:cNvPr>
          <p:cNvSpPr>
            <a:spLocks noGrp="1"/>
          </p:cNvSpPr>
          <p:nvPr>
            <p:ph type="sldNum" sz="quarter" idx="19"/>
          </p:nvPr>
        </p:nvSpPr>
        <p:spPr/>
        <p:txBody>
          <a:bodyPr/>
          <a:lstStyle/>
          <a:p>
            <a:fld id="{5015600C-AC52-4A7A-B61A-C2D281744F97}" type="slidenum">
              <a:rPr lang="en-SG" smtClean="0"/>
              <a:pPr/>
              <a:t>28</a:t>
            </a:fld>
            <a:endParaRPr lang="en-SG" dirty="0"/>
          </a:p>
        </p:txBody>
      </p:sp>
      <p:sp>
        <p:nvSpPr>
          <p:cNvPr id="4" name="Title 3">
            <a:extLst>
              <a:ext uri="{FF2B5EF4-FFF2-40B4-BE49-F238E27FC236}">
                <a16:creationId xmlns:a16="http://schemas.microsoft.com/office/drawing/2014/main" id="{903F798E-7EA4-B9BD-FD3E-59A4788FFB57}"/>
              </a:ext>
            </a:extLst>
          </p:cNvPr>
          <p:cNvSpPr>
            <a:spLocks noGrp="1"/>
          </p:cNvSpPr>
          <p:nvPr>
            <p:ph type="title"/>
          </p:nvPr>
        </p:nvSpPr>
        <p:spPr/>
        <p:txBody>
          <a:bodyPr/>
          <a:lstStyle/>
          <a:p>
            <a:r>
              <a:rPr lang="en-SG" dirty="0"/>
              <a:t>Copilot in VS Code</a:t>
            </a:r>
          </a:p>
        </p:txBody>
      </p:sp>
      <p:pic>
        <p:nvPicPr>
          <p:cNvPr id="6" name="Picture 5">
            <a:extLst>
              <a:ext uri="{FF2B5EF4-FFF2-40B4-BE49-F238E27FC236}">
                <a16:creationId xmlns:a16="http://schemas.microsoft.com/office/drawing/2014/main" id="{1B411C6A-B98E-9864-2A58-678752B844C0}"/>
              </a:ext>
            </a:extLst>
          </p:cNvPr>
          <p:cNvPicPr>
            <a:picLocks noChangeAspect="1"/>
          </p:cNvPicPr>
          <p:nvPr/>
        </p:nvPicPr>
        <p:blipFill>
          <a:blip r:embed="rId3"/>
          <a:stretch>
            <a:fillRect/>
          </a:stretch>
        </p:blipFill>
        <p:spPr>
          <a:xfrm>
            <a:off x="6988430" y="1409481"/>
            <a:ext cx="4791744" cy="3791479"/>
          </a:xfrm>
          <a:prstGeom prst="rect">
            <a:avLst/>
          </a:prstGeom>
        </p:spPr>
      </p:pic>
    </p:spTree>
    <p:extLst>
      <p:ext uri="{BB962C8B-B14F-4D97-AF65-F5344CB8AC3E}">
        <p14:creationId xmlns:p14="http://schemas.microsoft.com/office/powerpoint/2010/main" val="3948679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45AB03-4CFD-7FAA-752C-3250B0CA8237}"/>
              </a:ext>
            </a:extLst>
          </p:cNvPr>
          <p:cNvSpPr>
            <a:spLocks noGrp="1"/>
          </p:cNvSpPr>
          <p:nvPr>
            <p:ph type="sldNum" sz="quarter" idx="19"/>
          </p:nvPr>
        </p:nvSpPr>
        <p:spPr/>
        <p:txBody>
          <a:bodyPr/>
          <a:lstStyle/>
          <a:p>
            <a:fld id="{5015600C-AC52-4A7A-B61A-C2D281744F97}" type="slidenum">
              <a:rPr lang="en-SG" smtClean="0"/>
              <a:pPr/>
              <a:t>29</a:t>
            </a:fld>
            <a:endParaRPr lang="en-SG" dirty="0"/>
          </a:p>
        </p:txBody>
      </p:sp>
      <p:sp>
        <p:nvSpPr>
          <p:cNvPr id="4" name="Title 3">
            <a:extLst>
              <a:ext uri="{FF2B5EF4-FFF2-40B4-BE49-F238E27FC236}">
                <a16:creationId xmlns:a16="http://schemas.microsoft.com/office/drawing/2014/main" id="{994D8649-326E-6D0E-D4F3-DBC742267142}"/>
              </a:ext>
            </a:extLst>
          </p:cNvPr>
          <p:cNvSpPr>
            <a:spLocks noGrp="1"/>
          </p:cNvSpPr>
          <p:nvPr>
            <p:ph type="title"/>
          </p:nvPr>
        </p:nvSpPr>
        <p:spPr/>
        <p:txBody>
          <a:bodyPr/>
          <a:lstStyle/>
          <a:p>
            <a:r>
              <a:rPr lang="en-SG" dirty="0"/>
              <a:t>Copilot in VS Code - </a:t>
            </a:r>
            <a:r>
              <a:rPr lang="en-US" dirty="0"/>
              <a:t>Modes</a:t>
            </a:r>
            <a:endParaRPr lang="en-SG" dirty="0"/>
          </a:p>
        </p:txBody>
      </p:sp>
      <p:graphicFrame>
        <p:nvGraphicFramePr>
          <p:cNvPr id="7" name="Table 6">
            <a:extLst>
              <a:ext uri="{FF2B5EF4-FFF2-40B4-BE49-F238E27FC236}">
                <a16:creationId xmlns:a16="http://schemas.microsoft.com/office/drawing/2014/main" id="{CD8E2863-AB5E-9914-E1B0-726C0358216A}"/>
              </a:ext>
            </a:extLst>
          </p:cNvPr>
          <p:cNvGraphicFramePr>
            <a:graphicFrameLocks noGrp="1"/>
          </p:cNvGraphicFramePr>
          <p:nvPr>
            <p:extLst>
              <p:ext uri="{D42A27DB-BD31-4B8C-83A1-F6EECF244321}">
                <p14:modId xmlns:p14="http://schemas.microsoft.com/office/powerpoint/2010/main" val="1041778785"/>
              </p:ext>
            </p:extLst>
          </p:nvPr>
        </p:nvGraphicFramePr>
        <p:xfrm>
          <a:off x="987742" y="2274570"/>
          <a:ext cx="9939338" cy="3992332"/>
        </p:xfrm>
        <a:graphic>
          <a:graphicData uri="http://schemas.openxmlformats.org/drawingml/2006/table">
            <a:tbl>
              <a:tblPr>
                <a:tableStyleId>{E8B1032C-EA38-4F05-BA0D-38AFFFC7BED3}</a:tableStyleId>
              </a:tblPr>
              <a:tblGrid>
                <a:gridCol w="2975500">
                  <a:extLst>
                    <a:ext uri="{9D8B030D-6E8A-4147-A177-3AD203B41FA5}">
                      <a16:colId xmlns:a16="http://schemas.microsoft.com/office/drawing/2014/main" val="2305504302"/>
                    </a:ext>
                  </a:extLst>
                </a:gridCol>
                <a:gridCol w="6963838">
                  <a:extLst>
                    <a:ext uri="{9D8B030D-6E8A-4147-A177-3AD203B41FA5}">
                      <a16:colId xmlns:a16="http://schemas.microsoft.com/office/drawing/2014/main" val="3183522612"/>
                    </a:ext>
                  </a:extLst>
                </a:gridCol>
              </a:tblGrid>
              <a:tr h="498941">
                <a:tc>
                  <a:txBody>
                    <a:bodyPr/>
                    <a:lstStyle/>
                    <a:p>
                      <a:pPr marL="0" marR="0" algn="ctr" fontAlgn="ctr">
                        <a:lnSpc>
                          <a:spcPct val="119048"/>
                        </a:lnSpc>
                        <a:spcBef>
                          <a:spcPts val="1200"/>
                        </a:spcBef>
                        <a:spcAft>
                          <a:spcPts val="150"/>
                        </a:spcAft>
                        <a:buNone/>
                      </a:pPr>
                      <a:r>
                        <a:rPr lang="en-SG" sz="2000" b="1" dirty="0">
                          <a:effectLst/>
                        </a:rPr>
                        <a:t>Option</a:t>
                      </a:r>
                      <a:endParaRPr lang="en-SG" sz="20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2000" b="1" dirty="0">
                          <a:effectLst/>
                        </a:rPr>
                        <a:t>What it does</a:t>
                      </a:r>
                      <a:endParaRPr lang="en-SG" sz="20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extLst>
                  <a:ext uri="{0D108BD9-81ED-4DB2-BD59-A6C34878D82A}">
                    <a16:rowId xmlns:a16="http://schemas.microsoft.com/office/drawing/2014/main" val="1645942420"/>
                  </a:ext>
                </a:extLst>
              </a:tr>
              <a:tr h="1239399">
                <a:tc>
                  <a:txBody>
                    <a:bodyPr/>
                    <a:lstStyle/>
                    <a:p>
                      <a:pPr marL="0" marR="0" algn="ctr" fontAlgn="t">
                        <a:spcBef>
                          <a:spcPts val="1200"/>
                        </a:spcBef>
                        <a:spcAft>
                          <a:spcPts val="150"/>
                        </a:spcAft>
                        <a:buNone/>
                      </a:pPr>
                      <a:r>
                        <a:rPr lang="en-SG" sz="2000" b="0" dirty="0">
                          <a:effectLst/>
                        </a:rPr>
                        <a:t>Agent</a:t>
                      </a:r>
                      <a:endParaRPr lang="en-SG" sz="20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800" b="1" dirty="0">
                          <a:effectLst/>
                        </a:rPr>
                        <a:t>Works on coding tasks</a:t>
                      </a:r>
                      <a:r>
                        <a:rPr lang="en-SG" sz="1800" dirty="0">
                          <a:effectLst/>
                        </a:rPr>
                        <a:t> by inspecting the project, editing files and using tools such as terminal commands or tests, subject to permissions. You should review its changes.</a:t>
                      </a:r>
                      <a:endParaRPr lang="en-SG" sz="18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2250173905"/>
                  </a:ext>
                </a:extLst>
              </a:tr>
              <a:tr h="1106529">
                <a:tc>
                  <a:txBody>
                    <a:bodyPr/>
                    <a:lstStyle/>
                    <a:p>
                      <a:pPr marL="0" marR="0" algn="ctr" fontAlgn="t">
                        <a:spcBef>
                          <a:spcPts val="1200"/>
                        </a:spcBef>
                        <a:spcAft>
                          <a:spcPts val="150"/>
                        </a:spcAft>
                        <a:buNone/>
                      </a:pPr>
                      <a:r>
                        <a:rPr lang="en-SG" sz="2000" b="0" dirty="0">
                          <a:effectLst/>
                        </a:rPr>
                        <a:t>Ask</a:t>
                      </a:r>
                      <a:endParaRPr lang="en-SG" sz="20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800" dirty="0">
                          <a:effectLst/>
                        </a:rPr>
                        <a:t>Answers questions and explains code </a:t>
                      </a:r>
                      <a:r>
                        <a:rPr lang="en-SG" sz="1800" b="1" dirty="0">
                          <a:effectLst/>
                        </a:rPr>
                        <a:t>without directly changing project files</a:t>
                      </a:r>
                      <a:r>
                        <a:rPr lang="en-SG" sz="1800" dirty="0">
                          <a:effectLst/>
                        </a:rPr>
                        <a:t>. It can suggest code for you to review and apply yourself.</a:t>
                      </a:r>
                      <a:endParaRPr lang="en-SG" sz="18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946244687"/>
                  </a:ext>
                </a:extLst>
              </a:tr>
              <a:tr h="1147463">
                <a:tc>
                  <a:txBody>
                    <a:bodyPr/>
                    <a:lstStyle/>
                    <a:p>
                      <a:pPr marL="0" marR="0" algn="ctr" fontAlgn="t">
                        <a:spcBef>
                          <a:spcPts val="1200"/>
                        </a:spcBef>
                        <a:spcAft>
                          <a:spcPts val="150"/>
                        </a:spcAft>
                        <a:buNone/>
                      </a:pPr>
                      <a:r>
                        <a:rPr lang="en-SG" sz="2000" b="0" dirty="0">
                          <a:effectLst/>
                        </a:rPr>
                        <a:t>Configure Custom Agents</a:t>
                      </a:r>
                      <a:endParaRPr lang="en-SG" sz="20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800" dirty="0">
                          <a:effectLst/>
                        </a:rPr>
                        <a:t>Creates or manages specialised agents with reusable instructions and selected tools. This is a configuration option, not another chat mode.</a:t>
                      </a:r>
                      <a:endParaRPr lang="en-SG" sz="1800" b="0" i="0" dirty="0">
                        <a:solidFill>
                          <a:srgbClr val="242424"/>
                        </a:solidFill>
                        <a:effectLst/>
                        <a:latin typeface="Arial" panose="020B0604020202020204" pitchFamily="34" charset="0"/>
                        <a:cs typeface="Arial" panose="020B0604020202020204" pitchFamily="34" charset="0"/>
                      </a:endParaRPr>
                    </a:p>
                  </a:txBody>
                  <a:tcPr marL="76200" marR="76200" marT="101600" marB="38100"/>
                </a:tc>
                <a:extLst>
                  <a:ext uri="{0D108BD9-81ED-4DB2-BD59-A6C34878D82A}">
                    <a16:rowId xmlns:a16="http://schemas.microsoft.com/office/drawing/2014/main" val="1947102913"/>
                  </a:ext>
                </a:extLst>
              </a:tr>
            </a:tbl>
          </a:graphicData>
        </a:graphic>
      </p:graphicFrame>
      <p:pic>
        <p:nvPicPr>
          <p:cNvPr id="9" name="Picture 8">
            <a:extLst>
              <a:ext uri="{FF2B5EF4-FFF2-40B4-BE49-F238E27FC236}">
                <a16:creationId xmlns:a16="http://schemas.microsoft.com/office/drawing/2014/main" id="{736A42EE-9E32-5795-6979-03B13825B20A}"/>
              </a:ext>
            </a:extLst>
          </p:cNvPr>
          <p:cNvPicPr>
            <a:picLocks noChangeAspect="1"/>
          </p:cNvPicPr>
          <p:nvPr/>
        </p:nvPicPr>
        <p:blipFill>
          <a:blip r:embed="rId3"/>
          <a:stretch>
            <a:fillRect/>
          </a:stretch>
        </p:blipFill>
        <p:spPr>
          <a:xfrm>
            <a:off x="7117578" y="960120"/>
            <a:ext cx="2898608" cy="1120140"/>
          </a:xfrm>
          <a:prstGeom prst="rect">
            <a:avLst/>
          </a:prstGeom>
        </p:spPr>
      </p:pic>
    </p:spTree>
    <p:extLst>
      <p:ext uri="{BB962C8B-B14F-4D97-AF65-F5344CB8AC3E}">
        <p14:creationId xmlns:p14="http://schemas.microsoft.com/office/powerpoint/2010/main" val="1524420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48EF1F-024C-E6F0-A2B6-6B8B0856FC74}"/>
              </a:ext>
            </a:extLst>
          </p:cNvPr>
          <p:cNvSpPr>
            <a:spLocks noGrp="1"/>
          </p:cNvSpPr>
          <p:nvPr>
            <p:ph type="sldNum" sz="quarter" idx="19"/>
          </p:nvPr>
        </p:nvSpPr>
        <p:spPr>
          <a:xfrm>
            <a:off x="11780174" y="6518753"/>
            <a:ext cx="403200" cy="365125"/>
          </a:xfrm>
        </p:spPr>
        <p:txBody>
          <a:bodyPr anchor="ctr">
            <a:normAutofit/>
          </a:bodyPr>
          <a:lstStyle/>
          <a:p>
            <a:pPr>
              <a:spcAft>
                <a:spcPts val="600"/>
              </a:spcAft>
            </a:pPr>
            <a:fld id="{5015600C-AC52-4A7A-B61A-C2D281744F97}" type="slidenum">
              <a:rPr lang="en-SG" smtClean="0"/>
              <a:pPr>
                <a:spcAft>
                  <a:spcPts val="600"/>
                </a:spcAft>
              </a:pPr>
              <a:t>30</a:t>
            </a:fld>
            <a:endParaRPr lang="en-SG"/>
          </a:p>
        </p:txBody>
      </p:sp>
      <p:pic>
        <p:nvPicPr>
          <p:cNvPr id="6" name="Picture 5">
            <a:extLst>
              <a:ext uri="{FF2B5EF4-FFF2-40B4-BE49-F238E27FC236}">
                <a16:creationId xmlns:a16="http://schemas.microsoft.com/office/drawing/2014/main" id="{D665C637-D394-F116-DEC7-E8A448C17073}"/>
              </a:ext>
            </a:extLst>
          </p:cNvPr>
          <p:cNvPicPr>
            <a:picLocks noChangeAspect="1"/>
          </p:cNvPicPr>
          <p:nvPr/>
        </p:nvPicPr>
        <p:blipFill>
          <a:blip r:embed="rId3"/>
          <a:srcRect l="15609" r="22610" b="1"/>
          <a:stretch>
            <a:fillRect/>
          </a:stretch>
        </p:blipFill>
        <p:spPr>
          <a:xfrm>
            <a:off x="5988307" y="1758950"/>
            <a:ext cx="5089268" cy="4489450"/>
          </a:xfrm>
          <a:prstGeom prst="rect">
            <a:avLst/>
          </a:prstGeom>
          <a:noFill/>
        </p:spPr>
      </p:pic>
      <p:sp>
        <p:nvSpPr>
          <p:cNvPr id="2" name="Text Placeholder 1">
            <a:extLst>
              <a:ext uri="{FF2B5EF4-FFF2-40B4-BE49-F238E27FC236}">
                <a16:creationId xmlns:a16="http://schemas.microsoft.com/office/drawing/2014/main" id="{435BAC39-63D0-09B0-1084-7B0D8A271839}"/>
              </a:ext>
            </a:extLst>
          </p:cNvPr>
          <p:cNvSpPr>
            <a:spLocks noGrp="1"/>
          </p:cNvSpPr>
          <p:nvPr>
            <p:ph sz="quarter" idx="20"/>
          </p:nvPr>
        </p:nvSpPr>
        <p:spPr>
          <a:xfrm>
            <a:off x="546100" y="1758950"/>
            <a:ext cx="5089268" cy="4489450"/>
          </a:xfrm>
        </p:spPr>
        <p:txBody>
          <a:bodyPr>
            <a:normAutofit/>
          </a:bodyPr>
          <a:lstStyle/>
          <a:p>
            <a:r>
              <a:rPr lang="en-US"/>
              <a:t>What is context? </a:t>
            </a:r>
          </a:p>
          <a:p>
            <a:pPr lvl="1"/>
            <a:r>
              <a:rPr lang="en-US"/>
              <a:t>The information AI uses to understand your task, such as project files, requirements, existing code and error messages.</a:t>
            </a:r>
          </a:p>
          <a:p>
            <a:pPr lvl="1"/>
            <a:endParaRPr lang="en-US"/>
          </a:p>
          <a:p>
            <a:r>
              <a:rPr lang="en-US"/>
              <a:t>Why does it matter? </a:t>
            </a:r>
          </a:p>
          <a:p>
            <a:pPr lvl="1"/>
            <a:r>
              <a:rPr lang="en-US"/>
              <a:t>Relevant context helps AI suggest changes that fit your application rather than give a generic solution.</a:t>
            </a:r>
          </a:p>
          <a:p>
            <a:pPr lvl="1"/>
            <a:endParaRPr lang="en-US"/>
          </a:p>
          <a:p>
            <a:endParaRPr lang="en-SG" dirty="0"/>
          </a:p>
        </p:txBody>
      </p:sp>
      <p:sp>
        <p:nvSpPr>
          <p:cNvPr id="4" name="Title 3">
            <a:extLst>
              <a:ext uri="{FF2B5EF4-FFF2-40B4-BE49-F238E27FC236}">
                <a16:creationId xmlns:a16="http://schemas.microsoft.com/office/drawing/2014/main" id="{0B01C55D-63DE-D07F-A375-46D8FD85182E}"/>
              </a:ext>
            </a:extLst>
          </p:cNvPr>
          <p:cNvSpPr>
            <a:spLocks noGrp="1"/>
          </p:cNvSpPr>
          <p:nvPr>
            <p:ph type="title"/>
          </p:nvPr>
        </p:nvSpPr>
        <p:spPr>
          <a:xfrm>
            <a:off x="546165" y="785814"/>
            <a:ext cx="10531410" cy="623667"/>
          </a:xfrm>
        </p:spPr>
        <p:txBody>
          <a:bodyPr anchor="ctr">
            <a:normAutofit/>
          </a:bodyPr>
          <a:lstStyle/>
          <a:p>
            <a:r>
              <a:rPr lang="en-SG" dirty="0"/>
              <a:t>Providing context to AI</a:t>
            </a:r>
          </a:p>
        </p:txBody>
      </p:sp>
    </p:spTree>
    <p:extLst>
      <p:ext uri="{BB962C8B-B14F-4D97-AF65-F5344CB8AC3E}">
        <p14:creationId xmlns:p14="http://schemas.microsoft.com/office/powerpoint/2010/main" val="1629233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7117-A3C3-48E2-C788-60C36D64AE8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472022-DEDD-5955-5DEB-D0524CCA2A3E}"/>
              </a:ext>
            </a:extLst>
          </p:cNvPr>
          <p:cNvSpPr>
            <a:spLocks noGrp="1"/>
          </p:cNvSpPr>
          <p:nvPr>
            <p:ph type="sldNum" sz="quarter" idx="19"/>
          </p:nvPr>
        </p:nvSpPr>
        <p:spPr>
          <a:xfrm>
            <a:off x="11780174" y="6518753"/>
            <a:ext cx="403200" cy="365125"/>
          </a:xfrm>
        </p:spPr>
        <p:txBody>
          <a:bodyPr anchor="ctr">
            <a:normAutofit/>
          </a:bodyPr>
          <a:lstStyle/>
          <a:p>
            <a:pPr>
              <a:spcAft>
                <a:spcPts val="600"/>
              </a:spcAft>
            </a:pPr>
            <a:fld id="{5015600C-AC52-4A7A-B61A-C2D281744F97}" type="slidenum">
              <a:rPr lang="en-SG" smtClean="0"/>
              <a:pPr>
                <a:spcAft>
                  <a:spcPts val="600"/>
                </a:spcAft>
              </a:pPr>
              <a:t>31</a:t>
            </a:fld>
            <a:endParaRPr lang="en-SG"/>
          </a:p>
        </p:txBody>
      </p:sp>
      <p:pic>
        <p:nvPicPr>
          <p:cNvPr id="6" name="Picture 5">
            <a:extLst>
              <a:ext uri="{FF2B5EF4-FFF2-40B4-BE49-F238E27FC236}">
                <a16:creationId xmlns:a16="http://schemas.microsoft.com/office/drawing/2014/main" id="{B272F59B-FC11-841C-070E-8B367691F517}"/>
              </a:ext>
            </a:extLst>
          </p:cNvPr>
          <p:cNvPicPr>
            <a:picLocks noChangeAspect="1"/>
          </p:cNvPicPr>
          <p:nvPr/>
        </p:nvPicPr>
        <p:blipFill>
          <a:blip r:embed="rId3"/>
          <a:srcRect l="17900" r="20319" b="1"/>
          <a:stretch>
            <a:fillRect/>
          </a:stretch>
        </p:blipFill>
        <p:spPr>
          <a:xfrm>
            <a:off x="5988307" y="1758950"/>
            <a:ext cx="5089268" cy="4489450"/>
          </a:xfrm>
          <a:prstGeom prst="rect">
            <a:avLst/>
          </a:prstGeom>
          <a:noFill/>
        </p:spPr>
      </p:pic>
      <p:sp>
        <p:nvSpPr>
          <p:cNvPr id="2" name="Text Placeholder 1">
            <a:extLst>
              <a:ext uri="{FF2B5EF4-FFF2-40B4-BE49-F238E27FC236}">
                <a16:creationId xmlns:a16="http://schemas.microsoft.com/office/drawing/2014/main" id="{2089BFD3-117F-EEC6-3831-EA9B10B57898}"/>
              </a:ext>
            </a:extLst>
          </p:cNvPr>
          <p:cNvSpPr>
            <a:spLocks noGrp="1"/>
          </p:cNvSpPr>
          <p:nvPr>
            <p:ph sz="quarter" idx="20"/>
          </p:nvPr>
        </p:nvSpPr>
        <p:spPr>
          <a:xfrm>
            <a:off x="546100" y="1758950"/>
            <a:ext cx="5089268" cy="4489450"/>
          </a:xfrm>
        </p:spPr>
        <p:txBody>
          <a:bodyPr>
            <a:normAutofit lnSpcReduction="10000"/>
          </a:bodyPr>
          <a:lstStyle/>
          <a:p>
            <a:r>
              <a:rPr lang="en-US" dirty="0"/>
              <a:t>Give both the task and the background </a:t>
            </a:r>
          </a:p>
          <a:p>
            <a:pPr lvl="1"/>
            <a:r>
              <a:rPr lang="en-US" sz="1800" dirty="0"/>
              <a:t>Explain what you want to achieve, which code is involved and what must remain unchanged.</a:t>
            </a:r>
          </a:p>
          <a:p>
            <a:endParaRPr lang="en-US" dirty="0"/>
          </a:p>
          <a:p>
            <a:r>
              <a:rPr lang="en-US" dirty="0"/>
              <a:t>Include relevant files</a:t>
            </a:r>
          </a:p>
          <a:p>
            <a:pPr lvl="1"/>
            <a:r>
              <a:rPr lang="en-US" sz="1800" dirty="0"/>
              <a:t>Add the project folder or specific files so Copilot can examine the code related to your request.</a:t>
            </a:r>
          </a:p>
          <a:p>
            <a:endParaRPr lang="en-US" dirty="0"/>
          </a:p>
          <a:p>
            <a:r>
              <a:rPr lang="en-US" dirty="0"/>
              <a:t>Check its understanding</a:t>
            </a:r>
          </a:p>
          <a:p>
            <a:pPr lvl="1"/>
            <a:r>
              <a:rPr lang="en-US" sz="1800" dirty="0"/>
              <a:t>Ask Copilot to explain the current implementation before proposing changes. Providing context does not guarantee a correct answer.</a:t>
            </a:r>
          </a:p>
          <a:p>
            <a:endParaRPr lang="en-SG" dirty="0"/>
          </a:p>
        </p:txBody>
      </p:sp>
      <p:sp>
        <p:nvSpPr>
          <p:cNvPr id="4" name="Title 3">
            <a:extLst>
              <a:ext uri="{FF2B5EF4-FFF2-40B4-BE49-F238E27FC236}">
                <a16:creationId xmlns:a16="http://schemas.microsoft.com/office/drawing/2014/main" id="{B9105BE3-DC15-52DD-880D-F60ADF217307}"/>
              </a:ext>
            </a:extLst>
          </p:cNvPr>
          <p:cNvSpPr>
            <a:spLocks noGrp="1"/>
          </p:cNvSpPr>
          <p:nvPr>
            <p:ph type="title"/>
          </p:nvPr>
        </p:nvSpPr>
        <p:spPr>
          <a:xfrm>
            <a:off x="546165" y="785814"/>
            <a:ext cx="10531410" cy="623667"/>
          </a:xfrm>
        </p:spPr>
        <p:txBody>
          <a:bodyPr anchor="ctr">
            <a:normAutofit/>
          </a:bodyPr>
          <a:lstStyle/>
          <a:p>
            <a:r>
              <a:rPr lang="en-SG" dirty="0"/>
              <a:t>Providing context to AI</a:t>
            </a:r>
          </a:p>
        </p:txBody>
      </p:sp>
    </p:spTree>
    <p:extLst>
      <p:ext uri="{BB962C8B-B14F-4D97-AF65-F5344CB8AC3E}">
        <p14:creationId xmlns:p14="http://schemas.microsoft.com/office/powerpoint/2010/main" val="204693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1CD507-EC9C-FD0A-C5E4-9C4091352619}"/>
              </a:ext>
            </a:extLst>
          </p:cNvPr>
          <p:cNvSpPr>
            <a:spLocks noGrp="1"/>
          </p:cNvSpPr>
          <p:nvPr>
            <p:ph type="body" sz="quarter" idx="14"/>
          </p:nvPr>
        </p:nvSpPr>
        <p:spPr>
          <a:xfrm>
            <a:off x="730033" y="1593023"/>
            <a:ext cx="6040732" cy="4741102"/>
          </a:xfrm>
        </p:spPr>
        <p:txBody>
          <a:bodyPr/>
          <a:lstStyle/>
          <a:p>
            <a:pPr marL="0" indent="0">
              <a:buNone/>
            </a:pPr>
            <a:r>
              <a:rPr lang="en-US" dirty="0"/>
              <a:t>To enhance the quality of results, it's important to provide relevant context. For this exercise, that means including details from the </a:t>
            </a:r>
            <a:r>
              <a:rPr lang="en-US" b="1" dirty="0" err="1"/>
              <a:t>PetCareApp</a:t>
            </a:r>
            <a:r>
              <a:rPr lang="en-US" dirty="0"/>
              <a:t> project.</a:t>
            </a:r>
          </a:p>
          <a:p>
            <a:pPr lvl="1">
              <a:lnSpc>
                <a:spcPct val="100000"/>
              </a:lnSpc>
            </a:pPr>
            <a:r>
              <a:rPr lang="en-SG" sz="1800" dirty="0"/>
              <a:t>Right-click on the folder </a:t>
            </a:r>
            <a:r>
              <a:rPr lang="en-SG" sz="1800" b="1" dirty="0" err="1"/>
              <a:t>PetCareApp</a:t>
            </a:r>
            <a:r>
              <a:rPr lang="en-SG" sz="1800" dirty="0"/>
              <a:t> within </a:t>
            </a:r>
            <a:r>
              <a:rPr lang="en-SG" sz="1800" b="1" dirty="0"/>
              <a:t>Week02</a:t>
            </a:r>
            <a:r>
              <a:rPr lang="en-SG" sz="1800" dirty="0"/>
              <a:t> folder</a:t>
            </a:r>
          </a:p>
          <a:p>
            <a:pPr lvl="1">
              <a:lnSpc>
                <a:spcPct val="150000"/>
              </a:lnSpc>
            </a:pPr>
            <a:r>
              <a:rPr lang="en-SG" sz="1800" dirty="0"/>
              <a:t>Select </a:t>
            </a:r>
            <a:r>
              <a:rPr lang="en-SG" sz="1800" b="1" dirty="0"/>
              <a:t>Add Folder to Chat</a:t>
            </a:r>
          </a:p>
          <a:p>
            <a:pPr>
              <a:lnSpc>
                <a:spcPct val="100000"/>
              </a:lnSpc>
            </a:pPr>
            <a:endParaRPr lang="en-SG" dirty="0"/>
          </a:p>
          <a:p>
            <a:pPr>
              <a:lnSpc>
                <a:spcPct val="100000"/>
              </a:lnSpc>
            </a:pPr>
            <a:endParaRPr lang="en-SG" dirty="0"/>
          </a:p>
          <a:p>
            <a:pPr marL="0" indent="0">
              <a:lnSpc>
                <a:spcPct val="100000"/>
              </a:lnSpc>
              <a:buNone/>
            </a:pPr>
            <a:r>
              <a:rPr lang="en-SG" dirty="0"/>
              <a:t>Once added, you should see the </a:t>
            </a:r>
            <a:r>
              <a:rPr lang="en-SG" b="1" dirty="0" err="1"/>
              <a:t>PetCareApp</a:t>
            </a:r>
            <a:r>
              <a:rPr lang="en-SG" dirty="0"/>
              <a:t> project added as shown here. </a:t>
            </a:r>
          </a:p>
          <a:p>
            <a:endParaRPr lang="en-SG" dirty="0"/>
          </a:p>
        </p:txBody>
      </p:sp>
      <p:sp>
        <p:nvSpPr>
          <p:cNvPr id="3" name="Slide Number Placeholder 2">
            <a:extLst>
              <a:ext uri="{FF2B5EF4-FFF2-40B4-BE49-F238E27FC236}">
                <a16:creationId xmlns:a16="http://schemas.microsoft.com/office/drawing/2014/main" id="{64846E97-F205-89E3-E463-24A5459473B9}"/>
              </a:ext>
            </a:extLst>
          </p:cNvPr>
          <p:cNvSpPr>
            <a:spLocks noGrp="1"/>
          </p:cNvSpPr>
          <p:nvPr>
            <p:ph type="sldNum" sz="quarter" idx="19"/>
          </p:nvPr>
        </p:nvSpPr>
        <p:spPr/>
        <p:txBody>
          <a:bodyPr/>
          <a:lstStyle/>
          <a:p>
            <a:fld id="{5015600C-AC52-4A7A-B61A-C2D281744F97}" type="slidenum">
              <a:rPr lang="en-SG" smtClean="0"/>
              <a:pPr/>
              <a:t>32</a:t>
            </a:fld>
            <a:endParaRPr lang="en-SG" dirty="0"/>
          </a:p>
        </p:txBody>
      </p:sp>
      <p:sp>
        <p:nvSpPr>
          <p:cNvPr id="4" name="Title 3">
            <a:extLst>
              <a:ext uri="{FF2B5EF4-FFF2-40B4-BE49-F238E27FC236}">
                <a16:creationId xmlns:a16="http://schemas.microsoft.com/office/drawing/2014/main" id="{FCBDC037-E454-BBDE-88B9-58621282D11B}"/>
              </a:ext>
            </a:extLst>
          </p:cNvPr>
          <p:cNvSpPr>
            <a:spLocks noGrp="1"/>
          </p:cNvSpPr>
          <p:nvPr>
            <p:ph type="title"/>
          </p:nvPr>
        </p:nvSpPr>
        <p:spPr/>
        <p:txBody>
          <a:bodyPr/>
          <a:lstStyle/>
          <a:p>
            <a:r>
              <a:rPr lang="en-SG" dirty="0"/>
              <a:t>Exercise 5</a:t>
            </a:r>
          </a:p>
        </p:txBody>
      </p:sp>
      <p:pic>
        <p:nvPicPr>
          <p:cNvPr id="6" name="Picture 5">
            <a:extLst>
              <a:ext uri="{FF2B5EF4-FFF2-40B4-BE49-F238E27FC236}">
                <a16:creationId xmlns:a16="http://schemas.microsoft.com/office/drawing/2014/main" id="{C039FF50-F58B-C5A4-1EDC-542C7A145650}"/>
              </a:ext>
            </a:extLst>
          </p:cNvPr>
          <p:cNvPicPr>
            <a:picLocks noChangeAspect="1"/>
          </p:cNvPicPr>
          <p:nvPr/>
        </p:nvPicPr>
        <p:blipFill>
          <a:blip r:embed="rId3"/>
          <a:stretch>
            <a:fillRect/>
          </a:stretch>
        </p:blipFill>
        <p:spPr>
          <a:xfrm>
            <a:off x="7708388" y="1097647"/>
            <a:ext cx="3134162" cy="3534268"/>
          </a:xfrm>
          <a:prstGeom prst="rect">
            <a:avLst/>
          </a:prstGeom>
        </p:spPr>
      </p:pic>
      <p:pic>
        <p:nvPicPr>
          <p:cNvPr id="8" name="Picture 7">
            <a:extLst>
              <a:ext uri="{FF2B5EF4-FFF2-40B4-BE49-F238E27FC236}">
                <a16:creationId xmlns:a16="http://schemas.microsoft.com/office/drawing/2014/main" id="{A01E12C8-88F9-F0D2-0F83-93F22B79AEE0}"/>
              </a:ext>
            </a:extLst>
          </p:cNvPr>
          <p:cNvPicPr>
            <a:picLocks noChangeAspect="1"/>
          </p:cNvPicPr>
          <p:nvPr/>
        </p:nvPicPr>
        <p:blipFill>
          <a:blip r:embed="rId4"/>
          <a:stretch>
            <a:fillRect/>
          </a:stretch>
        </p:blipFill>
        <p:spPr>
          <a:xfrm>
            <a:off x="6858048" y="4821078"/>
            <a:ext cx="4834843" cy="1899762"/>
          </a:xfrm>
          <a:prstGeom prst="rect">
            <a:avLst/>
          </a:prstGeom>
        </p:spPr>
      </p:pic>
      <p:sp>
        <p:nvSpPr>
          <p:cNvPr id="9" name="Rectangle 8">
            <a:extLst>
              <a:ext uri="{FF2B5EF4-FFF2-40B4-BE49-F238E27FC236}">
                <a16:creationId xmlns:a16="http://schemas.microsoft.com/office/drawing/2014/main" id="{ADD11E0C-B300-82C5-A193-35A83C79DC46}"/>
              </a:ext>
            </a:extLst>
          </p:cNvPr>
          <p:cNvSpPr/>
          <p:nvPr/>
        </p:nvSpPr>
        <p:spPr>
          <a:xfrm>
            <a:off x="8926830" y="3817620"/>
            <a:ext cx="1915720" cy="3771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60A367C7-85E0-EF26-5DB6-320E67D88852}"/>
              </a:ext>
            </a:extLst>
          </p:cNvPr>
          <p:cNvSpPr/>
          <p:nvPr/>
        </p:nvSpPr>
        <p:spPr>
          <a:xfrm>
            <a:off x="6858048" y="5383163"/>
            <a:ext cx="1234392" cy="3771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102144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F7F4A4-7521-4E67-336F-D8281D30096A}"/>
              </a:ext>
            </a:extLst>
          </p:cNvPr>
          <p:cNvSpPr>
            <a:spLocks noGrp="1"/>
          </p:cNvSpPr>
          <p:nvPr>
            <p:ph type="body" sz="quarter" idx="14"/>
          </p:nvPr>
        </p:nvSpPr>
        <p:spPr>
          <a:xfrm>
            <a:off x="343349" y="835708"/>
            <a:ext cx="10899991" cy="4741102"/>
          </a:xfrm>
        </p:spPr>
        <p:txBody>
          <a:bodyPr/>
          <a:lstStyle/>
          <a:p>
            <a:pPr marL="0" indent="0">
              <a:lnSpc>
                <a:spcPct val="100000"/>
              </a:lnSpc>
              <a:buNone/>
            </a:pPr>
            <a:r>
              <a:rPr lang="en-US" dirty="0"/>
              <a:t>Write a prompt asking Copilot to </a:t>
            </a:r>
            <a:r>
              <a:rPr lang="en-US" dirty="0" err="1"/>
              <a:t>analyse</a:t>
            </a:r>
            <a:r>
              <a:rPr lang="en-US" dirty="0"/>
              <a:t> the </a:t>
            </a:r>
            <a:r>
              <a:rPr lang="en-US" dirty="0" err="1"/>
              <a:t>PetCareApp</a:t>
            </a:r>
            <a:r>
              <a:rPr lang="en-US" dirty="0"/>
              <a:t> project and explain how the </a:t>
            </a:r>
            <a:r>
              <a:rPr lang="en-US" b="1" dirty="0"/>
              <a:t>Add a New Pet</a:t>
            </a:r>
            <a:r>
              <a:rPr lang="en-US" dirty="0"/>
              <a:t> feature works. Use the </a:t>
            </a:r>
            <a:r>
              <a:rPr lang="en-US" b="1" dirty="0"/>
              <a:t>Ask</a:t>
            </a:r>
            <a:r>
              <a:rPr lang="en-US" dirty="0"/>
              <a:t> mode.</a:t>
            </a:r>
          </a:p>
          <a:p>
            <a:endParaRPr lang="en-SG" dirty="0"/>
          </a:p>
        </p:txBody>
      </p:sp>
      <p:sp>
        <p:nvSpPr>
          <p:cNvPr id="3" name="Slide Number Placeholder 2">
            <a:extLst>
              <a:ext uri="{FF2B5EF4-FFF2-40B4-BE49-F238E27FC236}">
                <a16:creationId xmlns:a16="http://schemas.microsoft.com/office/drawing/2014/main" id="{98FF1704-771B-C19F-C085-7D83B3F44A8D}"/>
              </a:ext>
            </a:extLst>
          </p:cNvPr>
          <p:cNvSpPr>
            <a:spLocks noGrp="1"/>
          </p:cNvSpPr>
          <p:nvPr>
            <p:ph type="sldNum" sz="quarter" idx="19"/>
          </p:nvPr>
        </p:nvSpPr>
        <p:spPr/>
        <p:txBody>
          <a:bodyPr/>
          <a:lstStyle/>
          <a:p>
            <a:fld id="{5015600C-AC52-4A7A-B61A-C2D281744F97}" type="slidenum">
              <a:rPr lang="en-SG" smtClean="0"/>
              <a:pPr/>
              <a:t>33</a:t>
            </a:fld>
            <a:endParaRPr lang="en-SG" dirty="0"/>
          </a:p>
        </p:txBody>
      </p:sp>
      <p:sp>
        <p:nvSpPr>
          <p:cNvPr id="4" name="Title 3">
            <a:extLst>
              <a:ext uri="{FF2B5EF4-FFF2-40B4-BE49-F238E27FC236}">
                <a16:creationId xmlns:a16="http://schemas.microsoft.com/office/drawing/2014/main" id="{B9F0F425-345E-3DD5-EFAD-CE4311BBFDDA}"/>
              </a:ext>
            </a:extLst>
          </p:cNvPr>
          <p:cNvSpPr>
            <a:spLocks noGrp="1"/>
          </p:cNvSpPr>
          <p:nvPr>
            <p:ph type="title"/>
          </p:nvPr>
        </p:nvSpPr>
        <p:spPr>
          <a:xfrm>
            <a:off x="115859" y="212041"/>
            <a:ext cx="10531410" cy="623667"/>
          </a:xfrm>
        </p:spPr>
        <p:txBody>
          <a:bodyPr/>
          <a:lstStyle/>
          <a:p>
            <a:r>
              <a:rPr lang="en-US" dirty="0"/>
              <a:t>Exercise 6</a:t>
            </a:r>
            <a:endParaRPr lang="en-SG" dirty="0"/>
          </a:p>
        </p:txBody>
      </p:sp>
      <p:graphicFrame>
        <p:nvGraphicFramePr>
          <p:cNvPr id="6" name="Table 5">
            <a:extLst>
              <a:ext uri="{FF2B5EF4-FFF2-40B4-BE49-F238E27FC236}">
                <a16:creationId xmlns:a16="http://schemas.microsoft.com/office/drawing/2014/main" id="{3611264E-D1FA-DB54-523E-24013EEB6518}"/>
              </a:ext>
            </a:extLst>
          </p:cNvPr>
          <p:cNvGraphicFramePr>
            <a:graphicFrameLocks noGrp="1"/>
          </p:cNvGraphicFramePr>
          <p:nvPr>
            <p:extLst>
              <p:ext uri="{D42A27DB-BD31-4B8C-83A1-F6EECF244321}">
                <p14:modId xmlns:p14="http://schemas.microsoft.com/office/powerpoint/2010/main" val="1234123973"/>
              </p:ext>
            </p:extLst>
          </p:nvPr>
        </p:nvGraphicFramePr>
        <p:xfrm>
          <a:off x="115858" y="1582433"/>
          <a:ext cx="12067515" cy="5633117"/>
        </p:xfrm>
        <a:graphic>
          <a:graphicData uri="http://schemas.openxmlformats.org/drawingml/2006/table">
            <a:tbl>
              <a:tblPr>
                <a:tableStyleId>{E8B1032C-EA38-4F05-BA0D-38AFFFC7BED3}</a:tableStyleId>
              </a:tblPr>
              <a:tblGrid>
                <a:gridCol w="5255490">
                  <a:extLst>
                    <a:ext uri="{9D8B030D-6E8A-4147-A177-3AD203B41FA5}">
                      <a16:colId xmlns:a16="http://schemas.microsoft.com/office/drawing/2014/main" val="1532026981"/>
                    </a:ext>
                  </a:extLst>
                </a:gridCol>
                <a:gridCol w="6812025">
                  <a:extLst>
                    <a:ext uri="{9D8B030D-6E8A-4147-A177-3AD203B41FA5}">
                      <a16:colId xmlns:a16="http://schemas.microsoft.com/office/drawing/2014/main" val="3574953480"/>
                    </a:ext>
                  </a:extLst>
                </a:gridCol>
              </a:tblGrid>
              <a:tr h="480077">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What to record</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Response</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extLst>
                  <a:ext uri="{0D108BD9-81ED-4DB2-BD59-A6C34878D82A}">
                    <a16:rowId xmlns:a16="http://schemas.microsoft.com/office/drawing/2014/main" val="242656552"/>
                  </a:ext>
                </a:extLst>
              </a:tr>
              <a:tr h="530423">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Original prompt</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US" sz="1200" b="0" i="0" dirty="0">
                          <a:solidFill>
                            <a:srgbClr val="242424"/>
                          </a:solidFill>
                          <a:effectLst/>
                          <a:latin typeface="Arial" panose="020B0604020202020204" pitchFamily="34" charset="0"/>
                          <a:cs typeface="Arial" panose="020B0604020202020204" pitchFamily="34" charset="0"/>
                        </a:rPr>
                        <a:t>Can you explain to me how the adding of the new pet feature works?</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1715417234"/>
                  </a:ext>
                </a:extLst>
              </a:tr>
              <a:tr h="530423">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Context provided</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00000"/>
                        </a:lnSpc>
                        <a:spcBef>
                          <a:spcPts val="1200"/>
                        </a:spcBef>
                        <a:spcAft>
                          <a:spcPts val="150"/>
                        </a:spcAft>
                        <a:buNone/>
                      </a:pPr>
                      <a:r>
                        <a:rPr lang="en-SG" sz="1200" b="0" i="0" dirty="0" err="1">
                          <a:solidFill>
                            <a:srgbClr val="242424"/>
                          </a:solidFill>
                          <a:effectLst/>
                          <a:latin typeface="Arial" panose="020B0604020202020204" pitchFamily="34" charset="0"/>
                          <a:cs typeface="Arial" panose="020B0604020202020204" pitchFamily="34" charset="0"/>
                        </a:rPr>
                        <a:t>PetCareApp</a:t>
                      </a:r>
                      <a:r>
                        <a:rPr lang="en-SG" sz="1200" b="0" i="0" dirty="0">
                          <a:solidFill>
                            <a:srgbClr val="242424"/>
                          </a:solidFill>
                          <a:effectLst/>
                          <a:latin typeface="Arial" panose="020B0604020202020204" pitchFamily="34" charset="0"/>
                          <a:cs typeface="Arial" panose="020B0604020202020204" pitchFamily="34" charset="0"/>
                        </a:rPr>
                        <a:t> from Week 2.</a:t>
                      </a:r>
                    </a:p>
                  </a:txBody>
                  <a:tcPr marL="76200" marR="76200" marT="101600" marB="101600"/>
                </a:tc>
                <a:extLst>
                  <a:ext uri="{0D108BD9-81ED-4DB2-BD59-A6C34878D82A}">
                    <a16:rowId xmlns:a16="http://schemas.microsoft.com/office/drawing/2014/main" val="2238109278"/>
                  </a:ext>
                </a:extLst>
              </a:tr>
              <a:tr h="530423">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Key findings from Copilot</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00000"/>
                        </a:lnSpc>
                        <a:spcBef>
                          <a:spcPts val="1200"/>
                        </a:spcBef>
                        <a:spcAft>
                          <a:spcPts val="150"/>
                        </a:spcAft>
                        <a:buNone/>
                      </a:pPr>
                      <a:r>
                        <a:rPr lang="en-ID" sz="1200" b="0" i="0" kern="1200" dirty="0">
                          <a:solidFill>
                            <a:schemeClr val="tx1"/>
                          </a:solidFill>
                          <a:effectLst/>
                          <a:latin typeface="+mn-lt"/>
                          <a:ea typeface="+mn-ea"/>
                          <a:cs typeface="+mn-cs"/>
                        </a:rPr>
                        <a:t>The user opens the add-pet form from the journals page. The form collects the pet’s name, species, breed, age, and an optional image. The server saves the image in public/images, stores the pet details and image filename in the database, associates the pet with the logged-in user, and redirects to the journals page.</a:t>
                      </a:r>
                      <a:endParaRPr lang="en-SG" sz="10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3856564674"/>
                  </a:ext>
                </a:extLst>
              </a:tr>
              <a:tr h="530423">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Two claims we checked, with code references</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US" sz="1200" b="0" i="0" dirty="0">
                          <a:solidFill>
                            <a:srgbClr val="242424"/>
                          </a:solidFill>
                          <a:effectLst/>
                          <a:latin typeface="Arial" panose="020B0604020202020204" pitchFamily="34" charset="0"/>
                          <a:cs typeface="Arial" panose="020B0604020202020204" pitchFamily="34" charset="0"/>
                        </a:rPr>
                        <a:t>. The form submits to POST /pets, and the route gets the owner ID from the logged-in session before inserting the pet into the database. See </a:t>
                      </a:r>
                      <a:r>
                        <a:rPr lang="en-US" sz="1200" b="0" i="0" dirty="0" err="1">
                          <a:solidFill>
                            <a:srgbClr val="242424"/>
                          </a:solidFill>
                          <a:effectLst/>
                          <a:latin typeface="Arial" panose="020B0604020202020204" pitchFamily="34" charset="0"/>
                          <a:cs typeface="Arial" panose="020B0604020202020204" pitchFamily="34" charset="0"/>
                        </a:rPr>
                        <a:t>newPet.ejs</a:t>
                      </a:r>
                      <a:r>
                        <a:rPr lang="en-US" sz="1200" b="0" i="0" dirty="0">
                          <a:solidFill>
                            <a:srgbClr val="242424"/>
                          </a:solidFill>
                          <a:effectLst/>
                          <a:latin typeface="Arial" panose="020B0604020202020204" pitchFamily="34" charset="0"/>
                          <a:cs typeface="Arial" panose="020B0604020202020204" pitchFamily="34" charset="0"/>
                        </a:rPr>
                        <a:t> and the /pets route in app.js.&lt;</a:t>
                      </a:r>
                      <a:r>
                        <a:rPr lang="en-US" sz="1200" b="0" i="0" dirty="0" err="1">
                          <a:solidFill>
                            <a:srgbClr val="242424"/>
                          </a:solidFill>
                          <a:effectLst/>
                          <a:latin typeface="Arial" panose="020B0604020202020204" pitchFamily="34" charset="0"/>
                          <a:cs typeface="Arial" panose="020B0604020202020204" pitchFamily="34" charset="0"/>
                        </a:rPr>
                        <a:t>br</a:t>
                      </a:r>
                      <a:r>
                        <a:rPr lang="en-US" sz="1200" b="0" i="0" dirty="0">
                          <a:solidFill>
                            <a:srgbClr val="242424"/>
                          </a:solidFill>
                          <a:effectLst/>
                          <a:latin typeface="Arial" panose="020B0604020202020204" pitchFamily="34" charset="0"/>
                          <a:cs typeface="Arial" panose="020B0604020202020204" pitchFamily="34" charset="0"/>
                        </a:rPr>
                        <a:t>&gt;2. Multer saves uploaded images in public/images, and the database stores the image filename in the pets table. See the upload setup in app.js and the pets table in </a:t>
                      </a:r>
                      <a:r>
                        <a:rPr lang="en-US" sz="1200" b="0" i="0" dirty="0" err="1">
                          <a:solidFill>
                            <a:srgbClr val="242424"/>
                          </a:solidFill>
                          <a:effectLst/>
                          <a:latin typeface="Arial" panose="020B0604020202020204" pitchFamily="34" charset="0"/>
                          <a:cs typeface="Arial" panose="020B0604020202020204" pitchFamily="34" charset="0"/>
                        </a:rPr>
                        <a:t>db.sql</a:t>
                      </a:r>
                      <a:r>
                        <a:rPr lang="en-US" sz="1200" b="0" i="0" dirty="0">
                          <a:solidFill>
                            <a:srgbClr val="242424"/>
                          </a:solidFill>
                          <a:effectLst/>
                          <a:latin typeface="Arial" panose="020B0604020202020204" pitchFamily="34" charset="0"/>
                          <a:cs typeface="Arial" panose="020B0604020202020204" pitchFamily="34" charset="0"/>
                        </a:rPr>
                        <a:t>.</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754505758"/>
                  </a:ext>
                </a:extLst>
              </a:tr>
              <a:tr h="530423">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What was missing, unclear or incorrect?</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US" sz="1200" b="0" i="0" dirty="0">
                          <a:solidFill>
                            <a:srgbClr val="242424"/>
                          </a:solidFill>
                          <a:effectLst/>
                          <a:latin typeface="Arial" panose="020B0604020202020204" pitchFamily="34" charset="0"/>
                          <a:cs typeface="Arial" panose="020B0604020202020204" pitchFamily="34" charset="0"/>
                        </a:rPr>
                        <a:t>The explanation could have made clearer that the image is optional, and that the image file itself is saved in the folder while only its filename is stored in the database. One implementation detail is that the upload middleware runs before the login check on POST /pets, so an unauthenticated request could save an image before being redirected to login.</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3611280816"/>
                  </a:ext>
                </a:extLst>
              </a:tr>
              <a:tr h="525059">
                <a:tc>
                  <a:txBody>
                    <a:bodyPr/>
                    <a:lstStyle/>
                    <a:p>
                      <a:pPr marL="0" marR="0" algn="ctr" fontAlgn="t">
                        <a:spcBef>
                          <a:spcPts val="1200"/>
                        </a:spcBef>
                        <a:spcAft>
                          <a:spcPts val="150"/>
                        </a:spcAft>
                        <a:buNone/>
                      </a:pPr>
                      <a:r>
                        <a:rPr lang="en-SG" sz="1400" b="0" dirty="0">
                          <a:effectLst/>
                          <a:latin typeface="Arial" panose="020B0604020202020204" pitchFamily="34" charset="0"/>
                          <a:cs typeface="Arial" panose="020B0604020202020204" pitchFamily="34" charset="0"/>
                        </a:rPr>
                        <a:t>Revised prompt and what improved</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US" sz="1200" b="0" i="0" dirty="0">
                          <a:solidFill>
                            <a:srgbClr val="242424"/>
                          </a:solidFill>
                          <a:effectLst/>
                          <a:latin typeface="Arial" panose="020B0604020202020204" pitchFamily="34" charset="0"/>
                          <a:cs typeface="Arial" panose="020B0604020202020204" pitchFamily="34" charset="0"/>
                        </a:rPr>
                        <a:t>Using the Week 2 </a:t>
                      </a:r>
                      <a:r>
                        <a:rPr lang="en-US" sz="1200" b="0" i="0" dirty="0" err="1">
                          <a:solidFill>
                            <a:srgbClr val="242424"/>
                          </a:solidFill>
                          <a:effectLst/>
                          <a:latin typeface="Arial" panose="020B0604020202020204" pitchFamily="34" charset="0"/>
                          <a:cs typeface="Arial" panose="020B0604020202020204" pitchFamily="34" charset="0"/>
                        </a:rPr>
                        <a:t>PetCareApp</a:t>
                      </a:r>
                      <a:r>
                        <a:rPr lang="en-US" sz="1200" b="0" i="0" dirty="0">
                          <a:solidFill>
                            <a:srgbClr val="242424"/>
                          </a:solidFill>
                          <a:effectLst/>
                          <a:latin typeface="Arial" panose="020B0604020202020204" pitchFamily="34" charset="0"/>
                          <a:cs typeface="Arial" panose="020B0604020202020204" pitchFamily="34" charset="0"/>
                        </a:rPr>
                        <a:t> code, explain step by step how a logged-in user adds a pet. Trace the form submission through the Express route, image upload, database insert, and redirect. Mention the relevant files and clarify what happens if no image is uploaded.” This prompt asks for the complete flow, the supporting code references, and the optional-image behavior.</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76200" marT="101600" marB="38100"/>
                </a:tc>
                <a:extLst>
                  <a:ext uri="{0D108BD9-81ED-4DB2-BD59-A6C34878D82A}">
                    <a16:rowId xmlns:a16="http://schemas.microsoft.com/office/drawing/2014/main" val="1619710050"/>
                  </a:ext>
                </a:extLst>
              </a:tr>
            </a:tbl>
          </a:graphicData>
        </a:graphic>
      </p:graphicFrame>
    </p:spTree>
    <p:extLst>
      <p:ext uri="{BB962C8B-B14F-4D97-AF65-F5344CB8AC3E}">
        <p14:creationId xmlns:p14="http://schemas.microsoft.com/office/powerpoint/2010/main" val="245233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643F00-64F4-E548-DC2B-3A1C62B68A2D}"/>
              </a:ext>
            </a:extLst>
          </p:cNvPr>
          <p:cNvSpPr>
            <a:spLocks noGrp="1"/>
          </p:cNvSpPr>
          <p:nvPr>
            <p:ph type="body" sz="quarter" idx="14"/>
          </p:nvPr>
        </p:nvSpPr>
        <p:spPr/>
        <p:txBody>
          <a:bodyPr/>
          <a:lstStyle/>
          <a:p>
            <a:pPr marL="457200" indent="-457200">
              <a:buFont typeface="+mj-lt"/>
              <a:buAutoNum type="arabicPeriod"/>
            </a:pPr>
            <a:r>
              <a:rPr lang="en-SG" sz="1800" dirty="0"/>
              <a:t>Push your code to </a:t>
            </a:r>
            <a:r>
              <a:rPr lang="en-SG" sz="1800" dirty="0" err="1"/>
              <a:t>Github</a:t>
            </a:r>
            <a:r>
              <a:rPr lang="en-SG" sz="1800" dirty="0"/>
              <a:t> (Make it a habit to do so regularly at appropriate times.)</a:t>
            </a:r>
          </a:p>
          <a:p>
            <a:pPr marL="457200" indent="-457200">
              <a:buFont typeface="+mj-lt"/>
              <a:buAutoNum type="arabicPeriod"/>
            </a:pPr>
            <a:r>
              <a:rPr lang="en-SG" sz="1800" dirty="0"/>
              <a:t>Right-click </a:t>
            </a:r>
            <a:r>
              <a:rPr lang="en-SG" sz="1800" b="1" dirty="0" err="1"/>
              <a:t>PetCareApp</a:t>
            </a:r>
            <a:r>
              <a:rPr lang="en-SG" sz="1800" dirty="0"/>
              <a:t> from </a:t>
            </a:r>
            <a:r>
              <a:rPr lang="en-SG" sz="1800" b="1" dirty="0"/>
              <a:t>Week02</a:t>
            </a:r>
            <a:r>
              <a:rPr lang="en-SG" sz="1800" dirty="0"/>
              <a:t> folder, Select </a:t>
            </a:r>
            <a:r>
              <a:rPr lang="en-SG" sz="1800" b="1" dirty="0"/>
              <a:t>“Add Folder to Chat”</a:t>
            </a:r>
          </a:p>
          <a:p>
            <a:pPr marL="457200" indent="-457200">
              <a:buFont typeface="+mj-lt"/>
              <a:buAutoNum type="arabicPeriod"/>
            </a:pPr>
            <a:r>
              <a:rPr lang="en-SG" sz="1800" dirty="0"/>
              <a:t>Copy the specifications from </a:t>
            </a:r>
            <a:r>
              <a:rPr lang="en-SG" sz="1800" b="1" dirty="0" err="1"/>
              <a:t>PetCareApp</a:t>
            </a:r>
            <a:r>
              <a:rPr lang="en-SG" sz="1800" b="1" dirty="0"/>
              <a:t> MVC Refactoring Specification.docx </a:t>
            </a:r>
            <a:r>
              <a:rPr lang="en-SG" sz="1800" dirty="0"/>
              <a:t>and paste it into </a:t>
            </a:r>
            <a:r>
              <a:rPr lang="en-SG" sz="1800" b="1" dirty="0"/>
              <a:t>GitHub Copilot. </a:t>
            </a:r>
            <a:endParaRPr lang="en-SG" sz="1800" dirty="0"/>
          </a:p>
          <a:p>
            <a:pPr marL="457200" indent="-457200">
              <a:buFont typeface="+mj-lt"/>
              <a:buAutoNum type="arabicPeriod"/>
            </a:pPr>
            <a:r>
              <a:rPr lang="en-SG" sz="1800" dirty="0"/>
              <a:t>Change to </a:t>
            </a:r>
            <a:r>
              <a:rPr lang="en-SG" sz="1800" b="1" dirty="0"/>
              <a:t>Agent </a:t>
            </a:r>
            <a:r>
              <a:rPr lang="en-SG" sz="1800" dirty="0"/>
              <a:t>mode in the chat</a:t>
            </a:r>
          </a:p>
          <a:p>
            <a:pPr marL="457200" indent="-457200">
              <a:buFont typeface="+mj-lt"/>
              <a:buAutoNum type="arabicPeriod"/>
            </a:pPr>
            <a:r>
              <a:rPr lang="en-SG" sz="1800" dirty="0"/>
              <a:t>Submit the prompt</a:t>
            </a:r>
          </a:p>
          <a:p>
            <a:pPr marL="457200" indent="-457200">
              <a:buFont typeface="+mj-lt"/>
              <a:buAutoNum type="arabicPeriod"/>
            </a:pPr>
            <a:r>
              <a:rPr lang="en-SG" sz="1800" dirty="0"/>
              <a:t>Observe the output. It should show you:</a:t>
            </a:r>
          </a:p>
          <a:p>
            <a:pPr lvl="1"/>
            <a:r>
              <a:rPr lang="en-SG" sz="1400" dirty="0"/>
              <a:t>An inventory of the existing routes and behaviour </a:t>
            </a:r>
          </a:p>
          <a:p>
            <a:pPr lvl="1"/>
            <a:r>
              <a:rPr lang="en-SG" sz="1400" dirty="0"/>
              <a:t>Proposed MVC folder structure and file mapping </a:t>
            </a:r>
          </a:p>
          <a:p>
            <a:pPr lvl="1"/>
            <a:r>
              <a:rPr lang="en-SG" sz="1400" dirty="0"/>
              <a:t>A staged migration plan</a:t>
            </a:r>
          </a:p>
          <a:p>
            <a:pPr marL="0" indent="0">
              <a:buNone/>
            </a:pPr>
            <a:r>
              <a:rPr lang="en-SG" sz="1800" b="1" dirty="0">
                <a:solidFill>
                  <a:srgbClr val="FF0000"/>
                </a:solidFill>
              </a:rPr>
              <a:t>Do not approve any edits yet.</a:t>
            </a:r>
            <a:endParaRPr lang="en-SG" sz="1800" dirty="0">
              <a:solidFill>
                <a:srgbClr val="FF0000"/>
              </a:solidFill>
            </a:endParaRPr>
          </a:p>
          <a:p>
            <a:pPr marL="0" indent="0">
              <a:buNone/>
            </a:pPr>
            <a:r>
              <a:rPr lang="en-SG" sz="1800" dirty="0"/>
              <a:t>Although it is in Agent mode, it still stops before editing the files to check for you approval. Why?</a:t>
            </a:r>
          </a:p>
        </p:txBody>
      </p:sp>
      <p:sp>
        <p:nvSpPr>
          <p:cNvPr id="3" name="Slide Number Placeholder 2">
            <a:extLst>
              <a:ext uri="{FF2B5EF4-FFF2-40B4-BE49-F238E27FC236}">
                <a16:creationId xmlns:a16="http://schemas.microsoft.com/office/drawing/2014/main" id="{60CABA4B-9725-22F8-A57F-0F7B4F9B10F8}"/>
              </a:ext>
            </a:extLst>
          </p:cNvPr>
          <p:cNvSpPr>
            <a:spLocks noGrp="1"/>
          </p:cNvSpPr>
          <p:nvPr>
            <p:ph type="sldNum" sz="quarter" idx="19"/>
          </p:nvPr>
        </p:nvSpPr>
        <p:spPr/>
        <p:txBody>
          <a:bodyPr/>
          <a:lstStyle/>
          <a:p>
            <a:fld id="{5015600C-AC52-4A7A-B61A-C2D281744F97}" type="slidenum">
              <a:rPr lang="en-SG" smtClean="0"/>
              <a:pPr/>
              <a:t>34</a:t>
            </a:fld>
            <a:endParaRPr lang="en-SG" dirty="0"/>
          </a:p>
        </p:txBody>
      </p:sp>
      <p:sp>
        <p:nvSpPr>
          <p:cNvPr id="4" name="Title 3">
            <a:extLst>
              <a:ext uri="{FF2B5EF4-FFF2-40B4-BE49-F238E27FC236}">
                <a16:creationId xmlns:a16="http://schemas.microsoft.com/office/drawing/2014/main" id="{9BADB956-72D8-0BB7-F270-E76895C0C122}"/>
              </a:ext>
            </a:extLst>
          </p:cNvPr>
          <p:cNvSpPr>
            <a:spLocks noGrp="1"/>
          </p:cNvSpPr>
          <p:nvPr>
            <p:ph type="title"/>
          </p:nvPr>
        </p:nvSpPr>
        <p:spPr/>
        <p:txBody>
          <a:bodyPr/>
          <a:lstStyle/>
          <a:p>
            <a:r>
              <a:rPr lang="en-US" dirty="0"/>
              <a:t>Exercise 7</a:t>
            </a:r>
            <a:endParaRPr lang="en-SG" dirty="0"/>
          </a:p>
        </p:txBody>
      </p:sp>
      <p:graphicFrame>
        <p:nvGraphicFramePr>
          <p:cNvPr id="5" name="Table 4">
            <a:extLst>
              <a:ext uri="{FF2B5EF4-FFF2-40B4-BE49-F238E27FC236}">
                <a16:creationId xmlns:a16="http://schemas.microsoft.com/office/drawing/2014/main" id="{C1C4463A-B0E5-C2C4-CA98-15C576577A00}"/>
              </a:ext>
            </a:extLst>
          </p:cNvPr>
          <p:cNvGraphicFramePr>
            <a:graphicFrameLocks noGrp="1"/>
          </p:cNvGraphicFramePr>
          <p:nvPr>
            <p:extLst>
              <p:ext uri="{D42A27DB-BD31-4B8C-83A1-F6EECF244321}">
                <p14:modId xmlns:p14="http://schemas.microsoft.com/office/powerpoint/2010/main" val="2219408216"/>
              </p:ext>
            </p:extLst>
          </p:nvPr>
        </p:nvGraphicFramePr>
        <p:xfrm>
          <a:off x="834390" y="5612131"/>
          <a:ext cx="10515599" cy="905536"/>
        </p:xfrm>
        <a:graphic>
          <a:graphicData uri="http://schemas.openxmlformats.org/drawingml/2006/table">
            <a:tbl>
              <a:tblPr firstRow="1" bandRow="1">
                <a:tableStyleId>{5940675A-B579-460E-94D1-54222C63F5DA}</a:tableStyleId>
              </a:tblPr>
              <a:tblGrid>
                <a:gridCol w="10515599">
                  <a:extLst>
                    <a:ext uri="{9D8B030D-6E8A-4147-A177-3AD203B41FA5}">
                      <a16:colId xmlns:a16="http://schemas.microsoft.com/office/drawing/2014/main" val="960686779"/>
                    </a:ext>
                  </a:extLst>
                </a:gridCol>
              </a:tblGrid>
              <a:tr h="905536">
                <a:tc>
                  <a:txBody>
                    <a:bodyPr/>
                    <a:lstStyle/>
                    <a:p>
                      <a:r>
                        <a:rPr lang="en-SG" dirty="0"/>
                        <a:t>Because it is stated in the document waiting for approval </a:t>
                      </a:r>
                    </a:p>
                  </a:txBody>
                  <a:tcPr/>
                </a:tc>
                <a:extLst>
                  <a:ext uri="{0D108BD9-81ED-4DB2-BD59-A6C34878D82A}">
                    <a16:rowId xmlns:a16="http://schemas.microsoft.com/office/drawing/2014/main" val="1117020783"/>
                  </a:ext>
                </a:extLst>
              </a:tr>
            </a:tbl>
          </a:graphicData>
        </a:graphic>
      </p:graphicFrame>
    </p:spTree>
    <p:extLst>
      <p:ext uri="{BB962C8B-B14F-4D97-AF65-F5344CB8AC3E}">
        <p14:creationId xmlns:p14="http://schemas.microsoft.com/office/powerpoint/2010/main" val="413217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6C240F-53FB-03EA-C1C3-B942031D38BC}"/>
              </a:ext>
            </a:extLst>
          </p:cNvPr>
          <p:cNvSpPr>
            <a:spLocks noGrp="1"/>
          </p:cNvSpPr>
          <p:nvPr>
            <p:ph type="body" sz="quarter" idx="14"/>
          </p:nvPr>
        </p:nvSpPr>
        <p:spPr/>
        <p:txBody>
          <a:bodyPr/>
          <a:lstStyle/>
          <a:p>
            <a:pPr marL="0" indent="0">
              <a:buNone/>
            </a:pPr>
            <a:r>
              <a:rPr lang="en-SG" b="1" dirty="0"/>
              <a:t>Review Copilot’s proposed plan against the specification and existing code. </a:t>
            </a:r>
          </a:p>
          <a:p>
            <a:pPr marL="0" indent="0">
              <a:buNone/>
            </a:pPr>
            <a:r>
              <a:rPr lang="en-SG" b="1" dirty="0">
                <a:solidFill>
                  <a:srgbClr val="FF0000"/>
                </a:solidFill>
              </a:rPr>
              <a:t>Do not approve any edits yet.</a:t>
            </a:r>
            <a:endParaRPr lang="en-SG" dirty="0">
              <a:solidFill>
                <a:srgbClr val="FF0000"/>
              </a:solidFill>
            </a:endParaRPr>
          </a:p>
          <a:p>
            <a:pPr marL="0" indent="0">
              <a:buNone/>
            </a:pPr>
            <a:r>
              <a:rPr lang="en-SG" dirty="0"/>
              <a:t>Complete the checks below and record evidence for your decision.</a:t>
            </a:r>
          </a:p>
          <a:p>
            <a:endParaRPr lang="en-SG" dirty="0"/>
          </a:p>
        </p:txBody>
      </p:sp>
      <p:sp>
        <p:nvSpPr>
          <p:cNvPr id="3" name="Slide Number Placeholder 2">
            <a:extLst>
              <a:ext uri="{FF2B5EF4-FFF2-40B4-BE49-F238E27FC236}">
                <a16:creationId xmlns:a16="http://schemas.microsoft.com/office/drawing/2014/main" id="{C75C153E-907E-7B73-19CC-89FC10BB4742}"/>
              </a:ext>
            </a:extLst>
          </p:cNvPr>
          <p:cNvSpPr>
            <a:spLocks noGrp="1"/>
          </p:cNvSpPr>
          <p:nvPr>
            <p:ph type="sldNum" sz="quarter" idx="19"/>
          </p:nvPr>
        </p:nvSpPr>
        <p:spPr/>
        <p:txBody>
          <a:bodyPr/>
          <a:lstStyle/>
          <a:p>
            <a:fld id="{5015600C-AC52-4A7A-B61A-C2D281744F97}" type="slidenum">
              <a:rPr lang="en-SG" smtClean="0"/>
              <a:pPr/>
              <a:t>35</a:t>
            </a:fld>
            <a:endParaRPr lang="en-SG" dirty="0"/>
          </a:p>
        </p:txBody>
      </p:sp>
      <p:sp>
        <p:nvSpPr>
          <p:cNvPr id="4" name="Title 3">
            <a:extLst>
              <a:ext uri="{FF2B5EF4-FFF2-40B4-BE49-F238E27FC236}">
                <a16:creationId xmlns:a16="http://schemas.microsoft.com/office/drawing/2014/main" id="{7397445A-94B0-4145-C6DC-E0BF3414CF15}"/>
              </a:ext>
            </a:extLst>
          </p:cNvPr>
          <p:cNvSpPr>
            <a:spLocks noGrp="1"/>
          </p:cNvSpPr>
          <p:nvPr>
            <p:ph type="title"/>
          </p:nvPr>
        </p:nvSpPr>
        <p:spPr/>
        <p:txBody>
          <a:bodyPr/>
          <a:lstStyle/>
          <a:p>
            <a:r>
              <a:rPr lang="en-US" dirty="0"/>
              <a:t>Exercise 8</a:t>
            </a:r>
            <a:endParaRPr lang="en-SG" dirty="0"/>
          </a:p>
        </p:txBody>
      </p:sp>
      <p:graphicFrame>
        <p:nvGraphicFramePr>
          <p:cNvPr id="5" name="Table 4">
            <a:extLst>
              <a:ext uri="{FF2B5EF4-FFF2-40B4-BE49-F238E27FC236}">
                <a16:creationId xmlns:a16="http://schemas.microsoft.com/office/drawing/2014/main" id="{7C101132-25CA-D383-2DEE-047625CD3480}"/>
              </a:ext>
            </a:extLst>
          </p:cNvPr>
          <p:cNvGraphicFramePr>
            <a:graphicFrameLocks noGrp="1"/>
          </p:cNvGraphicFramePr>
          <p:nvPr>
            <p:extLst>
              <p:ext uri="{D42A27DB-BD31-4B8C-83A1-F6EECF244321}">
                <p14:modId xmlns:p14="http://schemas.microsoft.com/office/powerpoint/2010/main" val="2749142432"/>
              </p:ext>
            </p:extLst>
          </p:nvPr>
        </p:nvGraphicFramePr>
        <p:xfrm>
          <a:off x="838200" y="2969386"/>
          <a:ext cx="10515600" cy="3328543"/>
        </p:xfrm>
        <a:graphic>
          <a:graphicData uri="http://schemas.openxmlformats.org/drawingml/2006/table">
            <a:tbl>
              <a:tblPr>
                <a:tableStyleId>{E8B1032C-EA38-4F05-BA0D-38AFFFC7BED3}</a:tableStyleId>
              </a:tblPr>
              <a:tblGrid>
                <a:gridCol w="2201883">
                  <a:extLst>
                    <a:ext uri="{9D8B030D-6E8A-4147-A177-3AD203B41FA5}">
                      <a16:colId xmlns:a16="http://schemas.microsoft.com/office/drawing/2014/main" val="3642882102"/>
                    </a:ext>
                  </a:extLst>
                </a:gridCol>
                <a:gridCol w="4808517">
                  <a:extLst>
                    <a:ext uri="{9D8B030D-6E8A-4147-A177-3AD203B41FA5}">
                      <a16:colId xmlns:a16="http://schemas.microsoft.com/office/drawing/2014/main" val="2029732184"/>
                    </a:ext>
                  </a:extLst>
                </a:gridCol>
                <a:gridCol w="3505200">
                  <a:extLst>
                    <a:ext uri="{9D8B030D-6E8A-4147-A177-3AD203B41FA5}">
                      <a16:colId xmlns:a16="http://schemas.microsoft.com/office/drawing/2014/main" val="494776027"/>
                    </a:ext>
                  </a:extLst>
                </a:gridCol>
              </a:tblGrid>
              <a:tr h="0">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Check</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What to verify</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tc>
                  <a:txBody>
                    <a:bodyPr/>
                    <a:lstStyle/>
                    <a:p>
                      <a:pPr marL="0" marR="0" algn="ctr" fontAlgn="ctr">
                        <a:lnSpc>
                          <a:spcPct val="119048"/>
                        </a:lnSpc>
                        <a:spcBef>
                          <a:spcPts val="1200"/>
                        </a:spcBef>
                        <a:spcAft>
                          <a:spcPts val="150"/>
                        </a:spcAft>
                        <a:buNone/>
                      </a:pPr>
                      <a:r>
                        <a:rPr lang="en-SG" sz="1400" b="1" dirty="0">
                          <a:effectLst/>
                          <a:latin typeface="Arial" panose="020B0604020202020204" pitchFamily="34" charset="0"/>
                          <a:cs typeface="Arial" panose="020B0604020202020204" pitchFamily="34" charset="0"/>
                        </a:rPr>
                        <a:t>Evidence</a:t>
                      </a:r>
                      <a:endParaRPr lang="en-SG" sz="1400" b="1" i="0" dirty="0">
                        <a:solidFill>
                          <a:srgbClr val="242424"/>
                        </a:solidFill>
                        <a:effectLst/>
                        <a:latin typeface="Arial" panose="020B0604020202020204" pitchFamily="34" charset="0"/>
                        <a:cs typeface="Arial" panose="020B0604020202020204" pitchFamily="34" charset="0"/>
                      </a:endParaRPr>
                    </a:p>
                  </a:txBody>
                  <a:tcPr marL="76200" marR="76200" marT="63500" marB="63500" anchor="ctr"/>
                </a:tc>
                <a:extLst>
                  <a:ext uri="{0D108BD9-81ED-4DB2-BD59-A6C34878D82A}">
                    <a16:rowId xmlns:a16="http://schemas.microsoft.com/office/drawing/2014/main" val="4035217244"/>
                  </a:ext>
                </a:extLst>
              </a:tr>
              <a:tr h="0">
                <a:tc>
                  <a:txBody>
                    <a:bodyPr/>
                    <a:lstStyle/>
                    <a:p>
                      <a:pPr marL="0" marR="0" algn="ctr" fontAlgn="t">
                        <a:spcBef>
                          <a:spcPts val="1200"/>
                        </a:spcBef>
                        <a:spcAft>
                          <a:spcPts val="150"/>
                        </a:spcAft>
                        <a:buNone/>
                      </a:pPr>
                      <a:r>
                        <a:rPr lang="en-SG" sz="1400" dirty="0">
                          <a:effectLst/>
                          <a:latin typeface="Arial" panose="020B0604020202020204" pitchFamily="34" charset="0"/>
                          <a:cs typeface="Arial" panose="020B0604020202020204" pitchFamily="34" charset="0"/>
                        </a:rPr>
                        <a:t>Route accuracy</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Choose one route. Do its HTTP method, URL and middleware match the existing code?</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2867583577"/>
                  </a:ext>
                </a:extLst>
              </a:tr>
              <a:tr h="0">
                <a:tc>
                  <a:txBody>
                    <a:bodyPr/>
                    <a:lstStyle/>
                    <a:p>
                      <a:pPr marL="0" marR="0" algn="ctr" fontAlgn="t">
                        <a:spcBef>
                          <a:spcPts val="1200"/>
                        </a:spcBef>
                        <a:spcAft>
                          <a:spcPts val="150"/>
                        </a:spcAft>
                        <a:buNone/>
                      </a:pPr>
                      <a:r>
                        <a:rPr lang="en-SG" sz="1400" dirty="0">
                          <a:effectLst/>
                          <a:latin typeface="Arial" panose="020B0604020202020204" pitchFamily="34" charset="0"/>
                          <a:cs typeface="Arial" panose="020B0604020202020204" pitchFamily="34" charset="0"/>
                        </a:rPr>
                        <a:t>MVC responsibilities</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For Add a New Pet, does the plan correctly separate routes, request handling, SQL and the form?</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1625502600"/>
                  </a:ext>
                </a:extLst>
              </a:tr>
              <a:tr h="0">
                <a:tc>
                  <a:txBody>
                    <a:bodyPr/>
                    <a:lstStyle/>
                    <a:p>
                      <a:pPr marL="0" marR="0" algn="ctr" fontAlgn="t">
                        <a:spcBef>
                          <a:spcPts val="1200"/>
                        </a:spcBef>
                        <a:spcAft>
                          <a:spcPts val="150"/>
                        </a:spcAft>
                        <a:buNone/>
                      </a:pPr>
                      <a:r>
                        <a:rPr lang="en-SG" sz="1400" dirty="0">
                          <a:effectLst/>
                          <a:latin typeface="Arial" panose="020B0604020202020204" pitchFamily="34" charset="0"/>
                          <a:cs typeface="Arial" panose="020B0604020202020204" pitchFamily="34" charset="0"/>
                        </a:rPr>
                        <a:t>Scope</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dirty="0">
                          <a:effectLst/>
                          <a:latin typeface="Arial" panose="020B0604020202020204" pitchFamily="34" charset="0"/>
                          <a:cs typeface="Arial" panose="020B0604020202020204" pitchFamily="34" charset="0"/>
                        </a:rPr>
                        <a:t>Does the plan preserve existing behaviour and avoid adding features or unrelated improvements? Identify any omissions or concerns.</a:t>
                      </a: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3237008083"/>
                  </a:ext>
                </a:extLst>
              </a:tr>
              <a:tr h="0">
                <a:tc>
                  <a:txBody>
                    <a:bodyPr/>
                    <a:lstStyle/>
                    <a:p>
                      <a:pPr marL="0" marR="0" algn="ctr" fontAlgn="t">
                        <a:spcBef>
                          <a:spcPts val="1200"/>
                        </a:spcBef>
                        <a:spcAft>
                          <a:spcPts val="150"/>
                        </a:spcAft>
                        <a:buNone/>
                      </a:pPr>
                      <a:r>
                        <a:rPr lang="en-SG" sz="1400" dirty="0">
                          <a:effectLst/>
                          <a:latin typeface="Arial" panose="020B0604020202020204" pitchFamily="34" charset="0"/>
                          <a:cs typeface="Arial" panose="020B0604020202020204" pitchFamily="34" charset="0"/>
                        </a:rPr>
                        <a:t>Migration steps</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a:effectLst/>
                          <a:latin typeface="Arial" panose="020B0604020202020204" pitchFamily="34" charset="0"/>
                          <a:cs typeface="Arial" panose="020B0604020202020204" pitchFamily="34" charset="0"/>
                        </a:rPr>
                        <a:t>Does the plan break the refactor into manageable stages with checks before proceeding?</a:t>
                      </a:r>
                      <a:endParaRPr lang="en-SG" sz="1100" b="0" i="0">
                        <a:solidFill>
                          <a:srgbClr val="242424"/>
                        </a:solidFill>
                        <a:effectLst/>
                        <a:latin typeface="Arial" panose="020B0604020202020204" pitchFamily="34" charset="0"/>
                        <a:cs typeface="Arial" panose="020B0604020202020204" pitchFamily="34" charset="0"/>
                      </a:endParaRPr>
                    </a:p>
                  </a:txBody>
                  <a:tcPr marL="76200" marR="76200" marT="101600" marB="101600"/>
                </a:tc>
                <a:tc>
                  <a:txBody>
                    <a:bodyPr/>
                    <a:lstStyle/>
                    <a:p>
                      <a:pPr marL="0" marR="0" algn="l" fontAlgn="t">
                        <a:lnSpc>
                          <a:spcPct val="119048"/>
                        </a:lnSpc>
                        <a:spcBef>
                          <a:spcPts val="1200"/>
                        </a:spcBef>
                        <a:spcAft>
                          <a:spcPts val="150"/>
                        </a:spcAft>
                        <a:buNone/>
                      </a:pP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101600"/>
                </a:tc>
                <a:extLst>
                  <a:ext uri="{0D108BD9-81ED-4DB2-BD59-A6C34878D82A}">
                    <a16:rowId xmlns:a16="http://schemas.microsoft.com/office/drawing/2014/main" val="3993453885"/>
                  </a:ext>
                </a:extLst>
              </a:tr>
              <a:tr h="0">
                <a:tc>
                  <a:txBody>
                    <a:bodyPr/>
                    <a:lstStyle/>
                    <a:p>
                      <a:pPr marL="0" marR="0" algn="ctr" fontAlgn="t">
                        <a:spcBef>
                          <a:spcPts val="1200"/>
                        </a:spcBef>
                        <a:spcAft>
                          <a:spcPts val="150"/>
                        </a:spcAft>
                        <a:buNone/>
                      </a:pPr>
                      <a:r>
                        <a:rPr lang="en-SG" sz="1400" dirty="0">
                          <a:effectLst/>
                          <a:latin typeface="Arial" panose="020B0604020202020204" pitchFamily="34" charset="0"/>
                          <a:cs typeface="Arial" panose="020B0604020202020204" pitchFamily="34" charset="0"/>
                        </a:rPr>
                        <a:t>Readiness</a:t>
                      </a:r>
                      <a:endParaRPr lang="en-SG" sz="1400" b="0" i="0" dirty="0">
                        <a:solidFill>
                          <a:srgbClr val="242424"/>
                        </a:solidFill>
                        <a:effectLst/>
                        <a:latin typeface="Arial" panose="020B0604020202020204" pitchFamily="34" charset="0"/>
                        <a:cs typeface="Arial" panose="020B0604020202020204" pitchFamily="34" charset="0"/>
                      </a:endParaRPr>
                    </a:p>
                  </a:txBody>
                  <a:tcPr marL="76200" marR="76200" marT="101600" marB="101600" anchor="ctr"/>
                </a:tc>
                <a:tc>
                  <a:txBody>
                    <a:bodyPr/>
                    <a:lstStyle/>
                    <a:p>
                      <a:pPr marL="0" marR="0" algn="l" fontAlgn="t">
                        <a:lnSpc>
                          <a:spcPct val="119048"/>
                        </a:lnSpc>
                        <a:spcBef>
                          <a:spcPts val="1200"/>
                        </a:spcBef>
                        <a:spcAft>
                          <a:spcPts val="150"/>
                        </a:spcAft>
                        <a:buNone/>
                      </a:pPr>
                      <a:r>
                        <a:rPr lang="en-SG" sz="1100">
                          <a:effectLst/>
                          <a:latin typeface="Arial" panose="020B0604020202020204" pitchFamily="34" charset="0"/>
                          <a:cs typeface="Arial" panose="020B0604020202020204" pitchFamily="34" charset="0"/>
                        </a:rPr>
                        <a:t>Have you recorded the current behaviour and created a backup or Git checkpoint?</a:t>
                      </a:r>
                      <a:endParaRPr lang="en-SG" sz="1100" b="0" i="0">
                        <a:solidFill>
                          <a:srgbClr val="242424"/>
                        </a:solidFill>
                        <a:effectLst/>
                        <a:latin typeface="Arial" panose="020B0604020202020204" pitchFamily="34" charset="0"/>
                        <a:cs typeface="Arial" panose="020B0604020202020204" pitchFamily="34" charset="0"/>
                      </a:endParaRPr>
                    </a:p>
                  </a:txBody>
                  <a:tcPr marL="76200" marR="76200" marT="101600" marB="38100"/>
                </a:tc>
                <a:tc>
                  <a:txBody>
                    <a:bodyPr/>
                    <a:lstStyle/>
                    <a:p>
                      <a:pPr marL="0" marR="0" algn="l" fontAlgn="t">
                        <a:lnSpc>
                          <a:spcPct val="119048"/>
                        </a:lnSpc>
                        <a:spcBef>
                          <a:spcPts val="1200"/>
                        </a:spcBef>
                        <a:spcAft>
                          <a:spcPts val="150"/>
                        </a:spcAft>
                        <a:buNone/>
                      </a:pPr>
                      <a:endParaRPr lang="en-SG" sz="1100" b="0" i="0" dirty="0">
                        <a:solidFill>
                          <a:srgbClr val="242424"/>
                        </a:solidFill>
                        <a:effectLst/>
                        <a:latin typeface="Arial" panose="020B0604020202020204" pitchFamily="34" charset="0"/>
                        <a:cs typeface="Arial" panose="020B0604020202020204" pitchFamily="34" charset="0"/>
                      </a:endParaRPr>
                    </a:p>
                  </a:txBody>
                  <a:tcPr marL="76200" marR="76200" marT="101600" marB="38100"/>
                </a:tc>
                <a:extLst>
                  <a:ext uri="{0D108BD9-81ED-4DB2-BD59-A6C34878D82A}">
                    <a16:rowId xmlns:a16="http://schemas.microsoft.com/office/drawing/2014/main" val="947417687"/>
                  </a:ext>
                </a:extLst>
              </a:tr>
            </a:tbl>
          </a:graphicData>
        </a:graphic>
      </p:graphicFrame>
    </p:spTree>
    <p:extLst>
      <p:ext uri="{BB962C8B-B14F-4D97-AF65-F5344CB8AC3E}">
        <p14:creationId xmlns:p14="http://schemas.microsoft.com/office/powerpoint/2010/main" val="3993587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22D2F7-3497-12EE-726A-2851D6AAD67B}"/>
              </a:ext>
            </a:extLst>
          </p:cNvPr>
          <p:cNvSpPr>
            <a:spLocks noGrp="1"/>
          </p:cNvSpPr>
          <p:nvPr>
            <p:ph type="body" sz="quarter" idx="14"/>
          </p:nvPr>
        </p:nvSpPr>
        <p:spPr/>
        <p:txBody>
          <a:bodyPr/>
          <a:lstStyle/>
          <a:p>
            <a:pPr marL="0" indent="0">
              <a:buNone/>
            </a:pPr>
            <a:r>
              <a:rPr lang="en-SG" dirty="0"/>
              <a:t>Depending on your earlier response in the previous exercise, make your decision:</a:t>
            </a:r>
          </a:p>
          <a:p>
            <a:pPr lvl="0"/>
            <a:r>
              <a:rPr lang="en-SG" b="1" dirty="0"/>
              <a:t>Approve:</a:t>
            </a:r>
            <a:r>
              <a:rPr lang="en-SG" dirty="0"/>
              <a:t> The plan matches the specification and your checks support proceeding.</a:t>
            </a:r>
          </a:p>
          <a:p>
            <a:pPr lvl="0"/>
            <a:r>
              <a:rPr lang="en-SG" b="1" dirty="0"/>
              <a:t>Request corrections:</a:t>
            </a:r>
            <a:r>
              <a:rPr lang="en-SG" dirty="0"/>
              <a:t> You found a specific error, omission or out-of-scope change.</a:t>
            </a:r>
          </a:p>
          <a:p>
            <a:pPr lvl="0"/>
            <a:r>
              <a:rPr lang="en-SG" b="1" dirty="0"/>
              <a:t>Ask for clarification:</a:t>
            </a:r>
            <a:r>
              <a:rPr lang="en-SG" dirty="0"/>
              <a:t> Part of the plan is unclear or lacks enough detail to verify.</a:t>
            </a:r>
          </a:p>
          <a:p>
            <a:endParaRPr lang="en-SG" dirty="0"/>
          </a:p>
        </p:txBody>
      </p:sp>
      <p:sp>
        <p:nvSpPr>
          <p:cNvPr id="3" name="Slide Number Placeholder 2">
            <a:extLst>
              <a:ext uri="{FF2B5EF4-FFF2-40B4-BE49-F238E27FC236}">
                <a16:creationId xmlns:a16="http://schemas.microsoft.com/office/drawing/2014/main" id="{0F3B7F22-9DF3-A62B-437C-6B4D8919D05F}"/>
              </a:ext>
            </a:extLst>
          </p:cNvPr>
          <p:cNvSpPr>
            <a:spLocks noGrp="1"/>
          </p:cNvSpPr>
          <p:nvPr>
            <p:ph type="sldNum" sz="quarter" idx="19"/>
          </p:nvPr>
        </p:nvSpPr>
        <p:spPr/>
        <p:txBody>
          <a:bodyPr/>
          <a:lstStyle/>
          <a:p>
            <a:fld id="{5015600C-AC52-4A7A-B61A-C2D281744F97}" type="slidenum">
              <a:rPr lang="en-SG" smtClean="0"/>
              <a:pPr/>
              <a:t>36</a:t>
            </a:fld>
            <a:endParaRPr lang="en-SG" dirty="0"/>
          </a:p>
        </p:txBody>
      </p:sp>
      <p:sp>
        <p:nvSpPr>
          <p:cNvPr id="4" name="Title 3">
            <a:extLst>
              <a:ext uri="{FF2B5EF4-FFF2-40B4-BE49-F238E27FC236}">
                <a16:creationId xmlns:a16="http://schemas.microsoft.com/office/drawing/2014/main" id="{17136D0A-F055-C87F-6C18-926552B57B71}"/>
              </a:ext>
            </a:extLst>
          </p:cNvPr>
          <p:cNvSpPr>
            <a:spLocks noGrp="1"/>
          </p:cNvSpPr>
          <p:nvPr>
            <p:ph type="title"/>
          </p:nvPr>
        </p:nvSpPr>
        <p:spPr/>
        <p:txBody>
          <a:bodyPr/>
          <a:lstStyle/>
          <a:p>
            <a:r>
              <a:rPr lang="en-US" dirty="0"/>
              <a:t>Exercise 9</a:t>
            </a:r>
            <a:endParaRPr lang="en-SG" dirty="0"/>
          </a:p>
        </p:txBody>
      </p:sp>
    </p:spTree>
    <p:extLst>
      <p:ext uri="{BB962C8B-B14F-4D97-AF65-F5344CB8AC3E}">
        <p14:creationId xmlns:p14="http://schemas.microsoft.com/office/powerpoint/2010/main" val="3562814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FEA55-5EBB-5BF3-E119-9FB01D69DB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41CFB16-E1A0-7CEA-B5E2-AC64A0B28E8A}"/>
              </a:ext>
            </a:extLst>
          </p:cNvPr>
          <p:cNvSpPr>
            <a:spLocks noGrp="1"/>
          </p:cNvSpPr>
          <p:nvPr>
            <p:ph type="body" sz="quarter" idx="14"/>
          </p:nvPr>
        </p:nvSpPr>
        <p:spPr>
          <a:xfrm>
            <a:off x="730033" y="1593023"/>
            <a:ext cx="10870088" cy="4741102"/>
          </a:xfrm>
        </p:spPr>
        <p:txBody>
          <a:bodyPr/>
          <a:lstStyle/>
          <a:p>
            <a:pPr marL="0" indent="0">
              <a:buNone/>
            </a:pPr>
            <a:r>
              <a:rPr lang="en-SG" dirty="0"/>
              <a:t>After resolving concerns, approve the first stage. Review the changed files and test that stage before allowing Copilot to continue.</a:t>
            </a:r>
            <a:endParaRPr lang="en-SG" sz="1800" dirty="0"/>
          </a:p>
        </p:txBody>
      </p:sp>
      <p:sp>
        <p:nvSpPr>
          <p:cNvPr id="3" name="Slide Number Placeholder 2">
            <a:extLst>
              <a:ext uri="{FF2B5EF4-FFF2-40B4-BE49-F238E27FC236}">
                <a16:creationId xmlns:a16="http://schemas.microsoft.com/office/drawing/2014/main" id="{13696AED-56D2-C7F1-9C1B-D2F1652FFD9B}"/>
              </a:ext>
            </a:extLst>
          </p:cNvPr>
          <p:cNvSpPr>
            <a:spLocks noGrp="1"/>
          </p:cNvSpPr>
          <p:nvPr>
            <p:ph type="sldNum" sz="quarter" idx="19"/>
          </p:nvPr>
        </p:nvSpPr>
        <p:spPr/>
        <p:txBody>
          <a:bodyPr/>
          <a:lstStyle/>
          <a:p>
            <a:fld id="{5015600C-AC52-4A7A-B61A-C2D281744F97}" type="slidenum">
              <a:rPr lang="en-SG" smtClean="0"/>
              <a:pPr/>
              <a:t>37</a:t>
            </a:fld>
            <a:endParaRPr lang="en-SG" dirty="0"/>
          </a:p>
        </p:txBody>
      </p:sp>
      <p:sp>
        <p:nvSpPr>
          <p:cNvPr id="4" name="Title 3">
            <a:extLst>
              <a:ext uri="{FF2B5EF4-FFF2-40B4-BE49-F238E27FC236}">
                <a16:creationId xmlns:a16="http://schemas.microsoft.com/office/drawing/2014/main" id="{41B11A8C-8346-B4B6-5100-2718BF0CA322}"/>
              </a:ext>
            </a:extLst>
          </p:cNvPr>
          <p:cNvSpPr>
            <a:spLocks noGrp="1"/>
          </p:cNvSpPr>
          <p:nvPr>
            <p:ph type="title"/>
          </p:nvPr>
        </p:nvSpPr>
        <p:spPr/>
        <p:txBody>
          <a:bodyPr/>
          <a:lstStyle/>
          <a:p>
            <a:r>
              <a:rPr lang="en-US" dirty="0"/>
              <a:t>Exercise 10</a:t>
            </a:r>
            <a:endParaRPr lang="en-SG" dirty="0"/>
          </a:p>
        </p:txBody>
      </p:sp>
      <p:graphicFrame>
        <p:nvGraphicFramePr>
          <p:cNvPr id="6" name="MVC verification checklist table">
            <a:extLst>
              <a:ext uri="{FF2B5EF4-FFF2-40B4-BE49-F238E27FC236}">
                <a16:creationId xmlns:a16="http://schemas.microsoft.com/office/drawing/2014/main" id="{94768E76-714E-CC15-897F-FEE7E4444AC9}"/>
              </a:ext>
            </a:extLst>
          </p:cNvPr>
          <p:cNvGraphicFramePr>
            <a:graphicFrameLocks noGrp="1"/>
          </p:cNvGraphicFramePr>
          <p:nvPr>
            <p:extLst>
              <p:ext uri="{D42A27DB-BD31-4B8C-83A1-F6EECF244321}">
                <p14:modId xmlns:p14="http://schemas.microsoft.com/office/powerpoint/2010/main" val="2420725912"/>
              </p:ext>
            </p:extLst>
          </p:nvPr>
        </p:nvGraphicFramePr>
        <p:xfrm>
          <a:off x="5869172" y="2412457"/>
          <a:ext cx="5911002" cy="3105841"/>
        </p:xfrm>
        <a:graphic>
          <a:graphicData uri="http://schemas.openxmlformats.org/drawingml/2006/table">
            <a:tbl>
              <a:tblPr>
                <a:tableStyleId>{E8B1032C-EA38-4F05-BA0D-38AFFFC7BED3}</a:tableStyleId>
              </a:tblPr>
              <a:tblGrid>
                <a:gridCol w="1537257">
                  <a:extLst>
                    <a:ext uri="{9D8B030D-6E8A-4147-A177-3AD203B41FA5}">
                      <a16:colId xmlns:a16="http://schemas.microsoft.com/office/drawing/2014/main" val="3642882102"/>
                    </a:ext>
                  </a:extLst>
                </a:gridCol>
                <a:gridCol w="3610768">
                  <a:extLst>
                    <a:ext uri="{9D8B030D-6E8A-4147-A177-3AD203B41FA5}">
                      <a16:colId xmlns:a16="http://schemas.microsoft.com/office/drawing/2014/main" val="2029732184"/>
                    </a:ext>
                  </a:extLst>
                </a:gridCol>
                <a:gridCol w="762977">
                  <a:extLst>
                    <a:ext uri="{9D8B030D-6E8A-4147-A177-3AD203B41FA5}">
                      <a16:colId xmlns:a16="http://schemas.microsoft.com/office/drawing/2014/main" val="494776027"/>
                    </a:ext>
                  </a:extLst>
                </a:gridCol>
              </a:tblGrid>
              <a:tr h="309814">
                <a:tc>
                  <a:txBody>
                    <a:bodyPr/>
                    <a:lstStyle/>
                    <a:p>
                      <a:pPr marL="0" marR="0" algn="ctr" fontAlgn="ctr">
                        <a:lnSpc>
                          <a:spcPct val="100000"/>
                        </a:lnSpc>
                        <a:spcBef>
                          <a:spcPts val="0"/>
                        </a:spcBef>
                        <a:spcAft>
                          <a:spcPts val="0"/>
                        </a:spcAft>
                        <a:buNone/>
                      </a:pPr>
                      <a:r>
                        <a:rPr lang="en-SG" sz="1100" b="1" dirty="0">
                          <a:effectLst/>
                          <a:latin typeface="Arial" panose="020B0604020202020204" pitchFamily="34" charset="0"/>
                          <a:cs typeface="Arial" panose="020B0604020202020204" pitchFamily="34" charset="0"/>
                        </a:rPr>
                        <a:t>Check</a:t>
                      </a:r>
                      <a:endParaRPr lang="en-SG" sz="1000" b="1" i="0" dirty="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ctr">
                        <a:lnSpc>
                          <a:spcPct val="100000"/>
                        </a:lnSpc>
                        <a:spcBef>
                          <a:spcPts val="0"/>
                        </a:spcBef>
                        <a:spcAft>
                          <a:spcPts val="0"/>
                        </a:spcAft>
                        <a:buNone/>
                      </a:pPr>
                      <a:r>
                        <a:rPr lang="en-SG" sz="1100" b="1" dirty="0">
                          <a:effectLst/>
                          <a:latin typeface="Arial" panose="020B0604020202020204" pitchFamily="34" charset="0"/>
                          <a:cs typeface="Arial" panose="020B0604020202020204" pitchFamily="34" charset="0"/>
                        </a:rPr>
                        <a:t>What to verify</a:t>
                      </a:r>
                      <a:endParaRPr lang="en-SG" sz="1000" b="1" i="0" dirty="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ctr">
                        <a:lnSpc>
                          <a:spcPct val="100000"/>
                        </a:lnSpc>
                        <a:spcBef>
                          <a:spcPts val="0"/>
                        </a:spcBef>
                        <a:spcAft>
                          <a:spcPts val="0"/>
                        </a:spcAft>
                        <a:buNone/>
                      </a:pPr>
                      <a:r>
                        <a:rPr lang="en-SG" sz="1100" b="1" dirty="0">
                          <a:effectLst/>
                          <a:latin typeface="Arial" panose="020B0604020202020204" pitchFamily="34" charset="0"/>
                          <a:cs typeface="Arial" panose="020B0604020202020204" pitchFamily="34" charset="0"/>
                        </a:rPr>
                        <a:t>Done</a:t>
                      </a:r>
                      <a:endParaRPr lang="en-SG" sz="1000" b="1" i="0" dirty="0">
                        <a:solidFill>
                          <a:srgbClr val="242424"/>
                        </a:solidFill>
                        <a:effectLst/>
                        <a:latin typeface="Arial" panose="020B0604020202020204" pitchFamily="34" charset="0"/>
                        <a:cs typeface="Arial" panose="020B0604020202020204" pitchFamily="34" charset="0"/>
                      </a:endParaRPr>
                    </a:p>
                  </a:txBody>
                  <a:tcPr marL="109728" marR="109728" marT="64008" anchor="ctr"/>
                </a:tc>
                <a:extLst>
                  <a:ext uri="{0D108BD9-81ED-4DB2-BD59-A6C34878D82A}">
                    <a16:rowId xmlns:a16="http://schemas.microsoft.com/office/drawing/2014/main" val="4035217244"/>
                  </a:ext>
                </a:extLst>
              </a:tr>
              <a:tr h="684315">
                <a:tc>
                  <a:txBody>
                    <a:bodyPr/>
                    <a:lstStyle/>
                    <a:p>
                      <a:pPr marL="0" marR="0" algn="l" fontAlgn="t">
                        <a:lnSpc>
                          <a:spcPct val="100000"/>
                        </a:lnSpc>
                        <a:spcBef>
                          <a:spcPts val="0"/>
                        </a:spcBef>
                        <a:spcAft>
                          <a:spcPts val="0"/>
                        </a:spcAft>
                        <a:buNone/>
                      </a:pPr>
                      <a:r>
                        <a:rPr lang="en-SG" sz="1100" b="1">
                          <a:effectLst/>
                          <a:latin typeface="Arial" panose="020B0604020202020204" pitchFamily="34" charset="0"/>
                          <a:cs typeface="Arial" panose="020B0604020202020204" pitchFamily="34" charset="0"/>
                        </a:rPr>
                        <a:t>Responsibilities are separated</a:t>
                      </a:r>
                      <a:endParaRPr lang="en-SG" sz="10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l" fontAlgn="t">
                        <a:lnSpc>
                          <a:spcPct val="100000"/>
                        </a:lnSpc>
                        <a:spcBef>
                          <a:spcPts val="0"/>
                        </a:spcBef>
                        <a:spcAft>
                          <a:spcPts val="0"/>
                        </a:spcAft>
                        <a:buNone/>
                      </a:pPr>
                      <a:r>
                        <a:rPr lang="en-SG" sz="1100" b="0" dirty="0">
                          <a:effectLst/>
                          <a:latin typeface="Arial" panose="020B0604020202020204" pitchFamily="34" charset="0"/>
                          <a:cs typeface="Arial" panose="020B0604020202020204" pitchFamily="34" charset="0"/>
                        </a:rPr>
                        <a:t>Routes map requests, controllers handle requests and responses, models contain SQL, and views contain EJS presentation code.</a:t>
                      </a:r>
                      <a:endParaRPr lang="en-SG" sz="800" b="0" i="0" dirty="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t">
                        <a:lnSpc>
                          <a:spcPct val="100000"/>
                        </a:lnSpc>
                        <a:spcBef>
                          <a:spcPts val="0"/>
                        </a:spcBef>
                        <a:spcAft>
                          <a:spcPts val="0"/>
                        </a:spcAft>
                        <a:buNone/>
                      </a:pPr>
                      <a:r>
                        <a:rPr lang="en-SG" sz="1100" b="0" i="0" dirty="0">
                          <a:solidFill>
                            <a:srgbClr val="242424"/>
                          </a:solidFill>
                          <a:effectLst/>
                          <a:latin typeface="Arial" panose="020B0604020202020204" pitchFamily="34" charset="0"/>
                          <a:cs typeface="Arial" panose="020B0604020202020204" pitchFamily="34" charset="0"/>
                        </a:rPr>
                        <a:t>□</a:t>
                      </a:r>
                    </a:p>
                  </a:txBody>
                  <a:tcPr marL="109728" marR="109728" marT="64008" anchor="ctr"/>
                </a:tc>
                <a:extLst>
                  <a:ext uri="{0D108BD9-81ED-4DB2-BD59-A6C34878D82A}">
                    <a16:rowId xmlns:a16="http://schemas.microsoft.com/office/drawing/2014/main" val="2867583577"/>
                  </a:ext>
                </a:extLst>
              </a:tr>
              <a:tr h="497065">
                <a:tc>
                  <a:txBody>
                    <a:bodyPr/>
                    <a:lstStyle/>
                    <a:p>
                      <a:pPr marL="0" marR="0" algn="l" fontAlgn="t">
                        <a:lnSpc>
                          <a:spcPct val="100000"/>
                        </a:lnSpc>
                        <a:spcBef>
                          <a:spcPts val="0"/>
                        </a:spcBef>
                        <a:spcAft>
                          <a:spcPts val="0"/>
                        </a:spcAft>
                        <a:buNone/>
                      </a:pPr>
                      <a:r>
                        <a:rPr lang="en-SG" sz="1100" b="1">
                          <a:effectLst/>
                          <a:latin typeface="Arial" panose="020B0604020202020204" pitchFamily="34" charset="0"/>
                          <a:cs typeface="Arial" panose="020B0604020202020204" pitchFamily="34" charset="0"/>
                        </a:rPr>
                        <a:t>Routes remain consistent</a:t>
                      </a:r>
                      <a:endParaRPr lang="en-SG" sz="10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l" fontAlgn="t">
                        <a:lnSpc>
                          <a:spcPct val="100000"/>
                        </a:lnSpc>
                        <a:spcBef>
                          <a:spcPts val="0"/>
                        </a:spcBef>
                        <a:spcAft>
                          <a:spcPts val="0"/>
                        </a:spcAft>
                        <a:buNone/>
                      </a:pPr>
                      <a:r>
                        <a:rPr lang="en-SG" sz="1100" b="0" dirty="0">
                          <a:effectLst/>
                          <a:latin typeface="Arial" panose="020B0604020202020204" pitchFamily="34" charset="0"/>
                          <a:cs typeface="Arial" panose="020B0604020202020204" pitchFamily="34" charset="0"/>
                        </a:rPr>
                        <a:t>HTTP methods, URLs and middleware order match the original application.</a:t>
                      </a:r>
                      <a:endParaRPr lang="en-SG" sz="800" b="0" i="0" dirty="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t">
                        <a:lnSpc>
                          <a:spcPct val="100000"/>
                        </a:lnSpc>
                        <a:spcBef>
                          <a:spcPts val="0"/>
                        </a:spcBef>
                        <a:spcAft>
                          <a:spcPts val="0"/>
                        </a:spcAft>
                        <a:buNone/>
                      </a:pPr>
                      <a:r>
                        <a:rPr lang="en-SG" sz="1100" b="0" i="0" dirty="0">
                          <a:solidFill>
                            <a:srgbClr val="242424"/>
                          </a:solidFill>
                          <a:effectLst/>
                          <a:latin typeface="Arial" panose="020B0604020202020204" pitchFamily="34" charset="0"/>
                          <a:cs typeface="Arial" panose="020B0604020202020204" pitchFamily="34" charset="0"/>
                        </a:rPr>
                        <a:t>□</a:t>
                      </a:r>
                    </a:p>
                  </a:txBody>
                  <a:tcPr marL="109728" marR="109728" marT="64008" anchor="ctr"/>
                </a:tc>
                <a:extLst>
                  <a:ext uri="{0D108BD9-81ED-4DB2-BD59-A6C34878D82A}">
                    <a16:rowId xmlns:a16="http://schemas.microsoft.com/office/drawing/2014/main" val="1625502600"/>
                  </a:ext>
                </a:extLst>
              </a:tr>
              <a:tr h="599678">
                <a:tc>
                  <a:txBody>
                    <a:bodyPr/>
                    <a:lstStyle/>
                    <a:p>
                      <a:pPr marL="0" marR="0" algn="l" fontAlgn="t">
                        <a:lnSpc>
                          <a:spcPct val="100000"/>
                        </a:lnSpc>
                        <a:spcBef>
                          <a:spcPts val="0"/>
                        </a:spcBef>
                        <a:spcAft>
                          <a:spcPts val="0"/>
                        </a:spcAft>
                        <a:buNone/>
                      </a:pPr>
                      <a:r>
                        <a:rPr lang="en-SG" sz="1100" b="1">
                          <a:effectLst/>
                          <a:latin typeface="Arial" panose="020B0604020202020204" pitchFamily="34" charset="0"/>
                          <a:cs typeface="Arial" panose="020B0604020202020204" pitchFamily="34" charset="0"/>
                        </a:rPr>
                        <a:t>Existing features still work</a:t>
                      </a:r>
                      <a:endParaRPr lang="en-SG" sz="10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l" fontAlgn="t">
                        <a:lnSpc>
                          <a:spcPct val="100000"/>
                        </a:lnSpc>
                        <a:spcBef>
                          <a:spcPts val="0"/>
                        </a:spcBef>
                        <a:spcAft>
                          <a:spcPts val="0"/>
                        </a:spcAft>
                        <a:buNone/>
                      </a:pPr>
                      <a:r>
                        <a:rPr lang="en-SG" sz="1100" b="0">
                          <a:effectLst/>
                          <a:latin typeface="Arial" panose="020B0604020202020204" pitchFamily="34" charset="0"/>
                          <a:cs typeface="Arial" panose="020B0604020202020204" pitchFamily="34" charset="0"/>
                        </a:rPr>
                        <a:t>Test login/logout, pet selection, search, journal add/edit/delete, and adding a pet with a photo.</a:t>
                      </a:r>
                      <a:endParaRPr lang="en-SG" sz="8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t">
                        <a:lnSpc>
                          <a:spcPct val="100000"/>
                        </a:lnSpc>
                        <a:spcBef>
                          <a:spcPts val="0"/>
                        </a:spcBef>
                        <a:spcAft>
                          <a:spcPts val="0"/>
                        </a:spcAft>
                        <a:buNone/>
                      </a:pPr>
                      <a:r>
                        <a:rPr lang="en-SG" sz="1100" b="0" i="0" dirty="0">
                          <a:solidFill>
                            <a:srgbClr val="242424"/>
                          </a:solidFill>
                          <a:effectLst/>
                          <a:latin typeface="Arial" panose="020B0604020202020204" pitchFamily="34" charset="0"/>
                          <a:cs typeface="Arial" panose="020B0604020202020204" pitchFamily="34" charset="0"/>
                        </a:rPr>
                        <a:t>□</a:t>
                      </a:r>
                    </a:p>
                  </a:txBody>
                  <a:tcPr marL="109728" marR="109728" marT="64008" anchor="ctr"/>
                </a:tc>
                <a:extLst>
                  <a:ext uri="{0D108BD9-81ED-4DB2-BD59-A6C34878D82A}">
                    <a16:rowId xmlns:a16="http://schemas.microsoft.com/office/drawing/2014/main" val="3237008083"/>
                  </a:ext>
                </a:extLst>
              </a:tr>
              <a:tr h="497065">
                <a:tc>
                  <a:txBody>
                    <a:bodyPr/>
                    <a:lstStyle/>
                    <a:p>
                      <a:pPr marL="0" marR="0" algn="l" fontAlgn="t">
                        <a:lnSpc>
                          <a:spcPct val="100000"/>
                        </a:lnSpc>
                        <a:spcBef>
                          <a:spcPts val="0"/>
                        </a:spcBef>
                        <a:spcAft>
                          <a:spcPts val="0"/>
                        </a:spcAft>
                        <a:buNone/>
                      </a:pPr>
                      <a:r>
                        <a:rPr lang="en-SG" sz="1100" b="1">
                          <a:effectLst/>
                          <a:latin typeface="Arial" panose="020B0604020202020204" pitchFamily="34" charset="0"/>
                          <a:cs typeface="Arial" panose="020B0604020202020204" pitchFamily="34" charset="0"/>
                        </a:rPr>
                        <a:t>Access controls still work</a:t>
                      </a:r>
                      <a:endParaRPr lang="en-SG" sz="10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l" fontAlgn="t">
                        <a:lnSpc>
                          <a:spcPct val="100000"/>
                        </a:lnSpc>
                        <a:spcBef>
                          <a:spcPts val="0"/>
                        </a:spcBef>
                        <a:spcAft>
                          <a:spcPts val="0"/>
                        </a:spcAft>
                        <a:buNone/>
                      </a:pPr>
                      <a:r>
                        <a:rPr lang="en-SG" sz="1100" b="0">
                          <a:effectLst/>
                          <a:latin typeface="Arial" panose="020B0604020202020204" pitchFamily="34" charset="0"/>
                          <a:cs typeface="Arial" panose="020B0604020202020204" pitchFamily="34" charset="0"/>
                        </a:rPr>
                        <a:t>Regular users cannot access admin pages. The admin walkthrough succeeds.</a:t>
                      </a:r>
                      <a:endParaRPr lang="en-SG" sz="8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t">
                        <a:lnSpc>
                          <a:spcPct val="100000"/>
                        </a:lnSpc>
                        <a:spcBef>
                          <a:spcPts val="0"/>
                        </a:spcBef>
                        <a:spcAft>
                          <a:spcPts val="0"/>
                        </a:spcAft>
                        <a:buNone/>
                      </a:pPr>
                      <a:r>
                        <a:rPr lang="en-SG" sz="1100" b="0" i="0" dirty="0">
                          <a:solidFill>
                            <a:srgbClr val="242424"/>
                          </a:solidFill>
                          <a:effectLst/>
                          <a:latin typeface="Arial" panose="020B0604020202020204" pitchFamily="34" charset="0"/>
                          <a:cs typeface="Arial" panose="020B0604020202020204" pitchFamily="34" charset="0"/>
                        </a:rPr>
                        <a:t>□</a:t>
                      </a:r>
                    </a:p>
                  </a:txBody>
                  <a:tcPr marL="109728" marR="109728" marT="64008" anchor="ctr"/>
                </a:tc>
                <a:extLst>
                  <a:ext uri="{0D108BD9-81ED-4DB2-BD59-A6C34878D82A}">
                    <a16:rowId xmlns:a16="http://schemas.microsoft.com/office/drawing/2014/main" val="3993453885"/>
                  </a:ext>
                </a:extLst>
              </a:tr>
              <a:tr h="517904">
                <a:tc>
                  <a:txBody>
                    <a:bodyPr/>
                    <a:lstStyle/>
                    <a:p>
                      <a:pPr marL="0" marR="0" algn="l" fontAlgn="t">
                        <a:lnSpc>
                          <a:spcPct val="100000"/>
                        </a:lnSpc>
                        <a:spcBef>
                          <a:spcPts val="0"/>
                        </a:spcBef>
                        <a:spcAft>
                          <a:spcPts val="0"/>
                        </a:spcAft>
                        <a:buNone/>
                      </a:pPr>
                      <a:r>
                        <a:rPr lang="en-SG" sz="1100" b="1">
                          <a:effectLst/>
                          <a:latin typeface="Arial" panose="020B0604020202020204" pitchFamily="34" charset="0"/>
                          <a:cs typeface="Arial" panose="020B0604020202020204" pitchFamily="34" charset="0"/>
                        </a:rPr>
                        <a:t>The refactor stays within scope</a:t>
                      </a:r>
                      <a:endParaRPr lang="en-SG" sz="10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l" fontAlgn="t">
                        <a:lnSpc>
                          <a:spcPct val="100000"/>
                        </a:lnSpc>
                        <a:spcBef>
                          <a:spcPts val="0"/>
                        </a:spcBef>
                        <a:spcAft>
                          <a:spcPts val="0"/>
                        </a:spcAft>
                        <a:buNone/>
                      </a:pPr>
                      <a:r>
                        <a:rPr lang="en-SG" sz="1100" b="0">
                          <a:effectLst/>
                          <a:latin typeface="Arial" panose="020B0604020202020204" pitchFamily="34" charset="0"/>
                          <a:cs typeface="Arial" panose="020B0604020202020204" pitchFamily="34" charset="0"/>
                        </a:rPr>
                        <a:t>No unintended changes to the database schema, redirects, uploads or existing behaviour.</a:t>
                      </a:r>
                      <a:endParaRPr lang="en-SG" sz="800" b="0" i="0">
                        <a:solidFill>
                          <a:srgbClr val="242424"/>
                        </a:solidFill>
                        <a:effectLst/>
                        <a:latin typeface="Arial" panose="020B0604020202020204" pitchFamily="34" charset="0"/>
                        <a:cs typeface="Arial" panose="020B0604020202020204" pitchFamily="34" charset="0"/>
                      </a:endParaRPr>
                    </a:p>
                  </a:txBody>
                  <a:tcPr marL="109728" marR="109728" marT="64008" anchor="ctr"/>
                </a:tc>
                <a:tc>
                  <a:txBody>
                    <a:bodyPr/>
                    <a:lstStyle/>
                    <a:p>
                      <a:pPr marL="0" marR="0" algn="ctr" fontAlgn="t">
                        <a:lnSpc>
                          <a:spcPct val="100000"/>
                        </a:lnSpc>
                        <a:spcBef>
                          <a:spcPts val="0"/>
                        </a:spcBef>
                        <a:spcAft>
                          <a:spcPts val="0"/>
                        </a:spcAft>
                        <a:buNone/>
                      </a:pPr>
                      <a:r>
                        <a:rPr lang="en-SG" sz="1100" b="0" i="0" dirty="0">
                          <a:solidFill>
                            <a:srgbClr val="242424"/>
                          </a:solidFill>
                          <a:effectLst/>
                          <a:latin typeface="Arial" panose="020B0604020202020204" pitchFamily="34" charset="0"/>
                          <a:cs typeface="Arial" panose="020B0604020202020204" pitchFamily="34" charset="0"/>
                        </a:rPr>
                        <a:t>□</a:t>
                      </a:r>
                    </a:p>
                  </a:txBody>
                  <a:tcPr marL="109728" marR="109728" marT="64008" anchor="ctr"/>
                </a:tc>
                <a:extLst>
                  <a:ext uri="{0D108BD9-81ED-4DB2-BD59-A6C34878D82A}">
                    <a16:rowId xmlns:a16="http://schemas.microsoft.com/office/drawing/2014/main" val="947417687"/>
                  </a:ext>
                </a:extLst>
              </a:tr>
            </a:tbl>
          </a:graphicData>
        </a:graphic>
      </p:graphicFrame>
      <p:sp>
        <p:nvSpPr>
          <p:cNvPr id="7" name="TextBox 6">
            <a:extLst>
              <a:ext uri="{FF2B5EF4-FFF2-40B4-BE49-F238E27FC236}">
                <a16:creationId xmlns:a16="http://schemas.microsoft.com/office/drawing/2014/main" id="{995CBFC7-D32D-BF5D-6E3D-84D5001292E5}"/>
              </a:ext>
            </a:extLst>
          </p:cNvPr>
          <p:cNvSpPr txBox="1"/>
          <p:nvPr/>
        </p:nvSpPr>
        <p:spPr>
          <a:xfrm>
            <a:off x="5811870" y="2135458"/>
            <a:ext cx="2601674" cy="276999"/>
          </a:xfrm>
          <a:prstGeom prst="rect">
            <a:avLst/>
          </a:prstGeom>
          <a:noFill/>
        </p:spPr>
        <p:txBody>
          <a:bodyPr wrap="none" rtlCol="0">
            <a:spAutoFit/>
          </a:bodyPr>
          <a:lstStyle/>
          <a:p>
            <a:r>
              <a:rPr lang="en-SG" sz="1200" b="1" dirty="0"/>
              <a:t>MVC refactor verification checklist</a:t>
            </a:r>
          </a:p>
        </p:txBody>
      </p:sp>
      <p:sp>
        <p:nvSpPr>
          <p:cNvPr id="8" name="Text Placeholder 1">
            <a:extLst>
              <a:ext uri="{FF2B5EF4-FFF2-40B4-BE49-F238E27FC236}">
                <a16:creationId xmlns:a16="http://schemas.microsoft.com/office/drawing/2014/main" id="{D8E836BE-2CDE-4336-53CE-3018AFDACE0C}"/>
              </a:ext>
            </a:extLst>
          </p:cNvPr>
          <p:cNvSpPr txBox="1">
            <a:spLocks/>
          </p:cNvSpPr>
          <p:nvPr/>
        </p:nvSpPr>
        <p:spPr>
          <a:xfrm>
            <a:off x="730033" y="2559106"/>
            <a:ext cx="4926488" cy="3857935"/>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Font typeface="Arial" panose="020B0604020202020204" pitchFamily="34" charset="0"/>
              <a:buChar char="•"/>
              <a:defRPr sz="2000" b="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Right-click on </a:t>
            </a:r>
            <a:r>
              <a:rPr lang="en-US" sz="1800" b="1" dirty="0" err="1"/>
              <a:t>PetCareApp</a:t>
            </a:r>
            <a:r>
              <a:rPr lang="en-US" sz="1800" dirty="0"/>
              <a:t> in </a:t>
            </a:r>
            <a:r>
              <a:rPr lang="en-US" sz="1800" b="1" dirty="0"/>
              <a:t>Week02</a:t>
            </a:r>
            <a:r>
              <a:rPr lang="en-US" sz="1800" dirty="0"/>
              <a:t> folder, select </a:t>
            </a:r>
            <a:r>
              <a:rPr lang="en-US" sz="1800" b="1" dirty="0"/>
              <a:t>Open in Integrated Terminal</a:t>
            </a:r>
          </a:p>
          <a:p>
            <a:r>
              <a:rPr lang="en-SG" sz="1800" dirty="0"/>
              <a:t>Run the command: </a:t>
            </a:r>
            <a:r>
              <a:rPr lang="en-SG" sz="1800" b="1" dirty="0" err="1">
                <a:solidFill>
                  <a:srgbClr val="0070C0"/>
                </a:solidFill>
                <a:latin typeface="Courier New" panose="02070309020205020404" pitchFamily="49" charset="0"/>
                <a:cs typeface="Courier New" panose="02070309020205020404" pitchFamily="49" charset="0"/>
              </a:rPr>
              <a:t>npm</a:t>
            </a:r>
            <a:r>
              <a:rPr lang="en-SG" sz="1800" b="1" dirty="0">
                <a:solidFill>
                  <a:srgbClr val="0070C0"/>
                </a:solidFill>
                <a:latin typeface="Courier New" panose="02070309020205020404" pitchFamily="49" charset="0"/>
                <a:cs typeface="Courier New" panose="02070309020205020404" pitchFamily="49" charset="0"/>
              </a:rPr>
              <a:t> install</a:t>
            </a:r>
          </a:p>
          <a:p>
            <a:r>
              <a:rPr lang="en-SG" sz="1800" dirty="0"/>
              <a:t>Run the command: </a:t>
            </a:r>
            <a:r>
              <a:rPr lang="en-SG" sz="1800" b="1" dirty="0">
                <a:solidFill>
                  <a:srgbClr val="0070C0"/>
                </a:solidFill>
                <a:latin typeface="Courier New" panose="02070309020205020404" pitchFamily="49" charset="0"/>
                <a:cs typeface="Courier New" panose="02070309020205020404" pitchFamily="49" charset="0"/>
              </a:rPr>
              <a:t>node app.js</a:t>
            </a:r>
          </a:p>
          <a:p>
            <a:r>
              <a:rPr lang="en-SG" sz="1800" dirty="0"/>
              <a:t>Use the MVC refactor verification checklist to check that all features work as expected. </a:t>
            </a:r>
          </a:p>
          <a:p>
            <a:r>
              <a:rPr lang="en-SG" sz="1800" dirty="0"/>
              <a:t>If there are errors, or unexpected behaviour, copy the error or describe the issue to copilot.</a:t>
            </a:r>
          </a:p>
        </p:txBody>
      </p:sp>
    </p:spTree>
    <p:extLst>
      <p:ext uri="{BB962C8B-B14F-4D97-AF65-F5344CB8AC3E}">
        <p14:creationId xmlns:p14="http://schemas.microsoft.com/office/powerpoint/2010/main" val="1207418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FFD053-E89F-D03E-FF52-4E6CB7C0FFCF}"/>
              </a:ext>
            </a:extLst>
          </p:cNvPr>
          <p:cNvSpPr>
            <a:spLocks noGrp="1"/>
          </p:cNvSpPr>
          <p:nvPr>
            <p:ph type="body" sz="quarter" idx="13"/>
          </p:nvPr>
        </p:nvSpPr>
        <p:spPr/>
        <p:txBody>
          <a:bodyPr/>
          <a:lstStyle/>
          <a:p>
            <a:r>
              <a:rPr lang="en-US" dirty="0">
                <a:highlight>
                  <a:srgbClr val="FFFF00"/>
                </a:highlight>
              </a:rPr>
              <a:t>Refer to </a:t>
            </a:r>
            <a:r>
              <a:rPr lang="en-US">
                <a:highlight>
                  <a:srgbClr val="FFFF00"/>
                </a:highlight>
              </a:rPr>
              <a:t>Section D </a:t>
            </a:r>
            <a:r>
              <a:rPr lang="en-US" dirty="0">
                <a:highlight>
                  <a:srgbClr val="FFFF00"/>
                </a:highlight>
              </a:rPr>
              <a:t>in your worksheet </a:t>
            </a:r>
            <a:endParaRPr lang="en-SG" dirty="0">
              <a:highlight>
                <a:srgbClr val="FFFF00"/>
              </a:highlight>
            </a:endParaRPr>
          </a:p>
        </p:txBody>
      </p:sp>
      <p:sp>
        <p:nvSpPr>
          <p:cNvPr id="3" name="Title 2">
            <a:extLst>
              <a:ext uri="{FF2B5EF4-FFF2-40B4-BE49-F238E27FC236}">
                <a16:creationId xmlns:a16="http://schemas.microsoft.com/office/drawing/2014/main" id="{B95D7515-B733-3873-8B7C-29511FC6B34B}"/>
              </a:ext>
            </a:extLst>
          </p:cNvPr>
          <p:cNvSpPr>
            <a:spLocks noGrp="1"/>
          </p:cNvSpPr>
          <p:nvPr>
            <p:ph type="title"/>
          </p:nvPr>
        </p:nvSpPr>
        <p:spPr/>
        <p:txBody>
          <a:bodyPr/>
          <a:lstStyle/>
          <a:p>
            <a:r>
              <a:rPr lang="en-US" dirty="0"/>
              <a:t>CA1 </a:t>
            </a:r>
            <a:br>
              <a:rPr lang="en-US" dirty="0"/>
            </a:br>
            <a:r>
              <a:rPr lang="en-SG" sz="3600" dirty="0"/>
              <a:t>Code Check-in and AI Journal</a:t>
            </a:r>
            <a:endParaRPr lang="en-SG" dirty="0"/>
          </a:p>
        </p:txBody>
      </p:sp>
    </p:spTree>
    <p:extLst>
      <p:ext uri="{BB962C8B-B14F-4D97-AF65-F5344CB8AC3E}">
        <p14:creationId xmlns:p14="http://schemas.microsoft.com/office/powerpoint/2010/main" val="2548950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73BE0-1A5E-6B41-7CC3-480D96BD88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059FB8-4555-F212-41DC-1BFFA3D4B94E}"/>
              </a:ext>
            </a:extLst>
          </p:cNvPr>
          <p:cNvSpPr txBox="1"/>
          <p:nvPr/>
        </p:nvSpPr>
        <p:spPr>
          <a:xfrm>
            <a:off x="548640" y="512064"/>
            <a:ext cx="9464040" cy="507831"/>
          </a:xfrm>
          <a:prstGeom prst="rect">
            <a:avLst/>
          </a:prstGeom>
          <a:noFill/>
        </p:spPr>
        <p:txBody>
          <a:bodyPr wrap="square" anchor="t">
            <a:spAutoFit/>
          </a:bodyPr>
          <a:lstStyle/>
          <a:p>
            <a:pPr algn="l"/>
            <a:r>
              <a:rPr lang="en-US" sz="2700" b="1" dirty="0">
                <a:solidFill>
                  <a:srgbClr val="212529"/>
                </a:solidFill>
                <a:latin typeface="Arial Black"/>
              </a:rPr>
              <a:t>Summary</a:t>
            </a:r>
            <a:endParaRPr sz="2700" b="1" dirty="0">
              <a:solidFill>
                <a:srgbClr val="212529"/>
              </a:solidFill>
              <a:latin typeface="Arial Black"/>
            </a:endParaRPr>
          </a:p>
        </p:txBody>
      </p:sp>
      <p:sp>
        <p:nvSpPr>
          <p:cNvPr id="6" name="TextBox 5">
            <a:extLst>
              <a:ext uri="{FF2B5EF4-FFF2-40B4-BE49-F238E27FC236}">
                <a16:creationId xmlns:a16="http://schemas.microsoft.com/office/drawing/2014/main" id="{603653E6-AC67-94AC-029F-50DBAABAC585}"/>
              </a:ext>
            </a:extLst>
          </p:cNvPr>
          <p:cNvSpPr txBox="1"/>
          <p:nvPr/>
        </p:nvSpPr>
        <p:spPr>
          <a:xfrm>
            <a:off x="548640" y="1371600"/>
            <a:ext cx="5745834" cy="4165243"/>
          </a:xfrm>
          <a:prstGeom prst="rect">
            <a:avLst/>
          </a:prstGeom>
          <a:noFill/>
        </p:spPr>
        <p:txBody>
          <a:bodyPr wrap="square">
            <a:spAutoFit/>
          </a:bodyPr>
          <a:lstStyle/>
          <a:p>
            <a:pPr marL="274320" indent="-274320" algn="l">
              <a:spcAft>
                <a:spcPts val="1000"/>
              </a:spcAft>
            </a:pPr>
            <a:r>
              <a:rPr lang="en-US" dirty="0">
                <a:solidFill>
                  <a:srgbClr val="212529"/>
                </a:solidFill>
                <a:latin typeface="Arial"/>
              </a:rPr>
              <a:t>In this lesson, you have:</a:t>
            </a:r>
            <a:r>
              <a:rPr dirty="0">
                <a:solidFill>
                  <a:srgbClr val="212529"/>
                </a:solidFill>
                <a:latin typeface="Arial"/>
              </a:rPr>
              <a:t>  </a:t>
            </a:r>
            <a:endParaRPr lang="en-US" dirty="0">
              <a:solidFill>
                <a:srgbClr val="212529"/>
              </a:solidFill>
              <a:latin typeface="Arial"/>
            </a:endParaRPr>
          </a:p>
          <a:p>
            <a:pPr marL="285750" indent="-285750">
              <a:spcAft>
                <a:spcPts val="1000"/>
              </a:spcAft>
              <a:buFont typeface="Arial" panose="020B0604020202020204" pitchFamily="34" charset="0"/>
              <a:buChar char="•"/>
            </a:pPr>
            <a:r>
              <a:rPr lang="en-US" sz="1600" dirty="0">
                <a:solidFill>
                  <a:srgbClr val="212529"/>
                </a:solidFill>
                <a:latin typeface="Arial"/>
              </a:rPr>
              <a:t>Explained Separation of Concerns and the roles of Model, View, Controller and routes.</a:t>
            </a:r>
          </a:p>
          <a:p>
            <a:pPr marL="285750" indent="-285750">
              <a:spcAft>
                <a:spcPts val="1000"/>
              </a:spcAft>
              <a:buFont typeface="Arial" panose="020B0604020202020204" pitchFamily="34" charset="0"/>
              <a:buChar char="•"/>
            </a:pPr>
            <a:r>
              <a:rPr lang="en-US" sz="1600" dirty="0">
                <a:solidFill>
                  <a:srgbClr val="212529"/>
                </a:solidFill>
                <a:latin typeface="Arial"/>
              </a:rPr>
              <a:t>Traced how requests and data move through an MVC application.</a:t>
            </a:r>
          </a:p>
          <a:p>
            <a:pPr marL="285750" indent="-285750">
              <a:spcAft>
                <a:spcPts val="1000"/>
              </a:spcAft>
              <a:buFont typeface="Arial" panose="020B0604020202020204" pitchFamily="34" charset="0"/>
              <a:buChar char="•"/>
            </a:pPr>
            <a:r>
              <a:rPr lang="en-US" sz="1600" dirty="0">
                <a:solidFill>
                  <a:srgbClr val="212529"/>
                </a:solidFill>
                <a:latin typeface="Arial"/>
              </a:rPr>
              <a:t>Used clear Copilot prompts and checked its explanations against the code.</a:t>
            </a:r>
          </a:p>
          <a:p>
            <a:pPr marL="285750" indent="-285750">
              <a:spcAft>
                <a:spcPts val="1000"/>
              </a:spcAft>
              <a:buFont typeface="Arial" panose="020B0604020202020204" pitchFamily="34" charset="0"/>
              <a:buChar char="•"/>
            </a:pPr>
            <a:r>
              <a:rPr lang="en-US" sz="1600" dirty="0">
                <a:solidFill>
                  <a:srgbClr val="212529"/>
                </a:solidFill>
                <a:latin typeface="Arial"/>
              </a:rPr>
              <a:t>Reviewed the refactoring plan against the specification before approving edits.</a:t>
            </a:r>
          </a:p>
          <a:p>
            <a:pPr marL="285750" indent="-285750">
              <a:spcAft>
                <a:spcPts val="1000"/>
              </a:spcAft>
              <a:buFont typeface="Arial" panose="020B0604020202020204" pitchFamily="34" charset="0"/>
              <a:buChar char="•"/>
            </a:pPr>
            <a:r>
              <a:rPr lang="en-US" sz="1600" dirty="0" err="1">
                <a:solidFill>
                  <a:srgbClr val="212529"/>
                </a:solidFill>
                <a:latin typeface="Arial"/>
              </a:rPr>
              <a:t>Reorganised</a:t>
            </a:r>
            <a:r>
              <a:rPr lang="en-US" sz="1600" dirty="0">
                <a:solidFill>
                  <a:srgbClr val="212529"/>
                </a:solidFill>
                <a:latin typeface="Arial"/>
              </a:rPr>
              <a:t> </a:t>
            </a:r>
            <a:r>
              <a:rPr lang="en-US" sz="1600" dirty="0" err="1">
                <a:solidFill>
                  <a:srgbClr val="212529"/>
                </a:solidFill>
                <a:latin typeface="Arial"/>
              </a:rPr>
              <a:t>PetCareApp</a:t>
            </a:r>
            <a:r>
              <a:rPr lang="en-US" sz="1600" dirty="0">
                <a:solidFill>
                  <a:srgbClr val="212529"/>
                </a:solidFill>
                <a:latin typeface="Arial"/>
              </a:rPr>
              <a:t> into an MVC structure with clearly separated responsibilities.</a:t>
            </a:r>
            <a:endParaRPr sz="1600" dirty="0">
              <a:solidFill>
                <a:srgbClr val="212529"/>
              </a:solidFill>
              <a:latin typeface="Arial"/>
            </a:endParaRPr>
          </a:p>
          <a:p>
            <a:pPr marL="285750" indent="-285750">
              <a:spcAft>
                <a:spcPts val="1000"/>
              </a:spcAft>
              <a:buFont typeface="Arial" panose="020B0604020202020204" pitchFamily="34" charset="0"/>
              <a:buChar char="•"/>
            </a:pPr>
            <a:r>
              <a:rPr lang="en-SG" sz="1600" dirty="0">
                <a:solidFill>
                  <a:srgbClr val="212529"/>
                </a:solidFill>
                <a:latin typeface="Arial"/>
              </a:rPr>
              <a:t>Tested the refactored application </a:t>
            </a:r>
            <a:r>
              <a:rPr sz="1600" dirty="0">
                <a:solidFill>
                  <a:srgbClr val="212529"/>
                </a:solidFill>
                <a:latin typeface="Arial"/>
              </a:rPr>
              <a:t>to </a:t>
            </a:r>
            <a:r>
              <a:rPr lang="en-US" sz="1600" dirty="0">
                <a:solidFill>
                  <a:srgbClr val="212529"/>
                </a:solidFill>
                <a:latin typeface="Arial"/>
              </a:rPr>
              <a:t>verify that its existing </a:t>
            </a:r>
            <a:r>
              <a:rPr lang="en-US" sz="1600" dirty="0" err="1">
                <a:solidFill>
                  <a:srgbClr val="212529"/>
                </a:solidFill>
                <a:latin typeface="Arial"/>
              </a:rPr>
              <a:t>behaviour</a:t>
            </a:r>
            <a:r>
              <a:rPr lang="en-US" sz="1600" dirty="0">
                <a:solidFill>
                  <a:srgbClr val="212529"/>
                </a:solidFill>
                <a:latin typeface="Arial"/>
              </a:rPr>
              <a:t> stayed unchanged.</a:t>
            </a:r>
          </a:p>
        </p:txBody>
      </p:sp>
      <p:sp>
        <p:nvSpPr>
          <p:cNvPr id="7" name="Rounded Rectangle 6">
            <a:extLst>
              <a:ext uri="{FF2B5EF4-FFF2-40B4-BE49-F238E27FC236}">
                <a16:creationId xmlns:a16="http://schemas.microsoft.com/office/drawing/2014/main" id="{7CE7924F-303C-12DE-B858-A07219D4C444}"/>
              </a:ext>
            </a:extLst>
          </p:cNvPr>
          <p:cNvSpPr/>
          <p:nvPr/>
        </p:nvSpPr>
        <p:spPr>
          <a:xfrm>
            <a:off x="6400800" y="1645920"/>
            <a:ext cx="5120640" cy="1005840"/>
          </a:xfrm>
          <a:prstGeom prst="round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a:solidFill>
                  <a:srgbClr val="FFFFFF"/>
                </a:solidFill>
                <a:latin typeface="Arial"/>
              </a:rPr>
              <a:t>Before (Week 01)</a:t>
            </a:r>
          </a:p>
          <a:p>
            <a:pPr algn="ctr"/>
            <a:r>
              <a:rPr sz="1000">
                <a:solidFill>
                  <a:srgbClr val="FFFFFF"/>
                </a:solidFill>
                <a:latin typeface="Consolas"/>
              </a:rPr>
              <a:t>app.js: routes + </a:t>
            </a:r>
            <a:r>
              <a:rPr lang="en-SG" sz="1000">
                <a:solidFill>
                  <a:srgbClr val="FFFFFF"/>
                </a:solidFill>
                <a:latin typeface="Consolas"/>
              </a:rPr>
              <a:t>request handling + </a:t>
            </a:r>
            <a:r>
              <a:rPr sz="1000">
                <a:solidFill>
                  <a:srgbClr val="FFFFFF"/>
                </a:solidFill>
                <a:latin typeface="Consolas"/>
              </a:rPr>
              <a:t>SQL</a:t>
            </a:r>
          </a:p>
        </p:txBody>
      </p:sp>
      <p:sp>
        <p:nvSpPr>
          <p:cNvPr id="8" name="Right Arrow 7">
            <a:extLst>
              <a:ext uri="{FF2B5EF4-FFF2-40B4-BE49-F238E27FC236}">
                <a16:creationId xmlns:a16="http://schemas.microsoft.com/office/drawing/2014/main" id="{82642E05-51D9-6A22-672F-7A3707C690CA}"/>
              </a:ext>
            </a:extLst>
          </p:cNvPr>
          <p:cNvSpPr/>
          <p:nvPr/>
        </p:nvSpPr>
        <p:spPr>
          <a:xfrm>
            <a:off x="8686800" y="2834640"/>
            <a:ext cx="548640" cy="457200"/>
          </a:xfrm>
          <a:prstGeom prst="rightArrow">
            <a:avLst/>
          </a:prstGeom>
          <a:solidFill>
            <a:srgbClr val="ADB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F423C1F9-1B43-8D70-71B6-EA32BA4AAF98}"/>
              </a:ext>
            </a:extLst>
          </p:cNvPr>
          <p:cNvSpPr/>
          <p:nvPr/>
        </p:nvSpPr>
        <p:spPr>
          <a:xfrm>
            <a:off x="6400800" y="3566160"/>
            <a:ext cx="5120640" cy="1463040"/>
          </a:xfrm>
          <a:prstGeom prst="roundRect">
            <a:avLst/>
          </a:prstGeom>
          <a:solidFill>
            <a:srgbClr val="68B32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a:solidFill>
                  <a:srgbClr val="FFFFFF"/>
                </a:solidFill>
                <a:latin typeface="Arial"/>
              </a:rPr>
              <a:t>After (Week 02)</a:t>
            </a:r>
          </a:p>
          <a:p>
            <a:pPr algn="ctr"/>
            <a:r>
              <a:rPr sz="1000">
                <a:solidFill>
                  <a:srgbClr val="FFFFFF"/>
                </a:solidFill>
                <a:latin typeface="Consolas"/>
              </a:rPr>
              <a:t>routes / controllers / models / views / middleware / config</a:t>
            </a:r>
          </a:p>
        </p:txBody>
      </p:sp>
    </p:spTree>
    <p:extLst>
      <p:ext uri="{BB962C8B-B14F-4D97-AF65-F5344CB8AC3E}">
        <p14:creationId xmlns:p14="http://schemas.microsoft.com/office/powerpoint/2010/main" val="862891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wrap="square"/>
          <a:lstStyle/>
          <a:p>
            <a:pPr marL="0" indent="0">
              <a:spcAft>
                <a:spcPts val="800"/>
              </a:spcAft>
              <a:buNone/>
            </a:pPr>
            <a:r>
              <a:rPr lang="en-US" b="1" dirty="0"/>
              <a:t>Check in your code using VS Code</a:t>
            </a:r>
          </a:p>
          <a:p>
            <a:pPr marL="342900" lvl="1" indent="0">
              <a:spcAft>
                <a:spcPts val="600"/>
              </a:spcAft>
              <a:buNone/>
            </a:pPr>
            <a:r>
              <a:rPr lang="en-US" b="0" dirty="0"/>
              <a:t>1. Before editing, open </a:t>
            </a:r>
            <a:r>
              <a:rPr lang="en-US" b="1" dirty="0"/>
              <a:t>Source Control </a:t>
            </a:r>
            <a:r>
              <a:rPr lang="en-US" b="0" dirty="0"/>
              <a:t>and select </a:t>
            </a:r>
            <a:r>
              <a:rPr lang="en-US" b="1" dirty="0"/>
              <a:t>More Actions </a:t>
            </a:r>
            <a:r>
              <a:rPr lang="en-US" b="0" dirty="0"/>
              <a:t>(...) &gt; </a:t>
            </a:r>
            <a:r>
              <a:rPr lang="en-US" b="1" dirty="0"/>
              <a:t>Pull</a:t>
            </a:r>
            <a:r>
              <a:rPr lang="en-US" b="0" dirty="0"/>
              <a:t>.</a:t>
            </a:r>
          </a:p>
          <a:p>
            <a:pPr marL="342900" lvl="1" indent="0">
              <a:spcAft>
                <a:spcPts val="600"/>
              </a:spcAft>
              <a:buNone/>
            </a:pPr>
            <a:endParaRPr lang="en-US" b="1" i="1" dirty="0"/>
          </a:p>
          <a:p>
            <a:pPr marL="342900" lvl="1" indent="0">
              <a:spcAft>
                <a:spcPts val="600"/>
              </a:spcAft>
              <a:buNone/>
            </a:pPr>
            <a:r>
              <a:rPr lang="en-US" b="1" i="1" dirty="0"/>
              <a:t>Already edited files? Commit your changes before pulling.</a:t>
            </a:r>
          </a:p>
          <a:p>
            <a:pPr marL="342900" lvl="1" indent="0">
              <a:spcAft>
                <a:spcPts val="600"/>
              </a:spcAft>
              <a:buNone/>
            </a:pPr>
            <a:endParaRPr lang="en-US" b="0" dirty="0"/>
          </a:p>
          <a:p>
            <a:pPr marL="342900" lvl="1" indent="0">
              <a:spcAft>
                <a:spcPts val="600"/>
              </a:spcAft>
              <a:buNone/>
            </a:pPr>
            <a:r>
              <a:rPr lang="en-US" b="0" dirty="0"/>
              <a:t>2. Make your changes, save all files and test the application.</a:t>
            </a:r>
          </a:p>
          <a:p>
            <a:pPr marL="342900" lvl="1" indent="0">
              <a:spcAft>
                <a:spcPts val="600"/>
              </a:spcAft>
              <a:buNone/>
            </a:pPr>
            <a:r>
              <a:rPr lang="en-US" b="0" dirty="0"/>
              <a:t>3. Review changes in </a:t>
            </a:r>
            <a:r>
              <a:rPr lang="en-US" b="1" dirty="0"/>
              <a:t>Source Control</a:t>
            </a:r>
            <a:r>
              <a:rPr lang="en-US" b="0" dirty="0"/>
              <a:t>. Click </a:t>
            </a:r>
            <a:r>
              <a:rPr lang="en-US" b="1" dirty="0"/>
              <a:t>+</a:t>
            </a:r>
            <a:r>
              <a:rPr lang="en-US" b="0" dirty="0"/>
              <a:t> beside each file to stage it.</a:t>
            </a:r>
          </a:p>
          <a:p>
            <a:pPr marL="342900" lvl="1" indent="0">
              <a:spcAft>
                <a:spcPts val="600"/>
              </a:spcAft>
              <a:buNone/>
            </a:pPr>
            <a:r>
              <a:rPr lang="en-US" b="0" dirty="0"/>
              <a:t>4. Enter a clear message on the changes, then click </a:t>
            </a:r>
            <a:r>
              <a:rPr lang="en-US" b="1" dirty="0"/>
              <a:t>Commit</a:t>
            </a:r>
            <a:r>
              <a:rPr lang="en-US" b="0" dirty="0"/>
              <a:t>.</a:t>
            </a:r>
          </a:p>
          <a:p>
            <a:pPr marL="342900" lvl="1" indent="0">
              <a:spcAft>
                <a:spcPts val="600"/>
              </a:spcAft>
              <a:buNone/>
            </a:pPr>
            <a:r>
              <a:rPr lang="en-US" b="0" dirty="0"/>
              <a:t>5. </a:t>
            </a:r>
            <a:r>
              <a:rPr lang="en-US" b="1" dirty="0"/>
              <a:t>Pull</a:t>
            </a:r>
            <a:r>
              <a:rPr lang="en-US" b="0" dirty="0"/>
              <a:t> again before pushing. Resolve any conflicts and retest.</a:t>
            </a:r>
          </a:p>
          <a:p>
            <a:pPr marL="342900" lvl="1" indent="0">
              <a:spcAft>
                <a:spcPts val="600"/>
              </a:spcAft>
              <a:buNone/>
            </a:pPr>
            <a:r>
              <a:rPr lang="en-US" b="0" dirty="0"/>
              <a:t>6. Select </a:t>
            </a:r>
            <a:r>
              <a:rPr lang="en-US" b="1" dirty="0"/>
              <a:t>More Actions </a:t>
            </a:r>
            <a:r>
              <a:rPr lang="en-US" b="0" dirty="0"/>
              <a:t>(...) &gt; </a:t>
            </a:r>
            <a:r>
              <a:rPr lang="en-US" b="1" dirty="0"/>
              <a:t>Push</a:t>
            </a:r>
            <a:r>
              <a:rPr lang="en-US" b="0" dirty="0"/>
              <a:t>. Confirm the latest commit on GitHub.</a:t>
            </a:r>
            <a:endParaRPr lang="en-US" dirty="0"/>
          </a:p>
          <a:p>
            <a:pPr marL="342900" lvl="1" indent="0">
              <a:spcAft>
                <a:spcPts val="800"/>
              </a:spcAft>
              <a:buNone/>
            </a:pPr>
            <a:endParaRPr lang="en-US" b="0" i="1" dirty="0"/>
          </a:p>
          <a:p>
            <a:pPr marL="342900" lvl="1" indent="0">
              <a:spcAft>
                <a:spcPts val="800"/>
              </a:spcAft>
              <a:buNone/>
            </a:pPr>
            <a:r>
              <a:rPr lang="en-US" b="0" i="1" dirty="0"/>
              <a:t>Keep </a:t>
            </a:r>
            <a:r>
              <a:rPr lang="en-US" b="1" i="1" dirty="0" err="1"/>
              <a:t>node_modules</a:t>
            </a:r>
            <a:r>
              <a:rPr lang="en-US" b="1" i="1" dirty="0"/>
              <a:t> </a:t>
            </a:r>
            <a:r>
              <a:rPr lang="en-US" b="0" i="1" dirty="0"/>
              <a:t>out of your commit with .</a:t>
            </a:r>
            <a:r>
              <a:rPr lang="en-US" b="1" i="1" dirty="0" err="1"/>
              <a:t>gitignore</a:t>
            </a:r>
            <a:r>
              <a:rPr lang="en-US" b="0" i="1" dirty="0"/>
              <a:t>.</a:t>
            </a:r>
          </a:p>
          <a:p>
            <a:pPr marL="0" indent="0">
              <a:spcAft>
                <a:spcPts val="600"/>
              </a:spcAft>
              <a:buNone/>
            </a:pPr>
            <a:r>
              <a:rPr lang="en-US" b="1" dirty="0"/>
              <a:t>Start work on your AI journal.</a:t>
            </a:r>
          </a:p>
        </p:txBody>
      </p:sp>
      <p:sp>
        <p:nvSpPr>
          <p:cNvPr id="3" name="Title 2"/>
          <p:cNvSpPr>
            <a:spLocks noGrp="1"/>
          </p:cNvSpPr>
          <p:nvPr>
            <p:ph type="title"/>
          </p:nvPr>
        </p:nvSpPr>
        <p:spPr/>
        <p:txBody>
          <a:bodyPr wrap="square"/>
          <a:lstStyle/>
          <a:p>
            <a:r>
              <a:t>Reminders</a:t>
            </a:r>
          </a:p>
        </p:txBody>
      </p:sp>
      <p:pic>
        <p:nvPicPr>
          <p:cNvPr id="4" name="Picture 3" descr="Github Logo - Free social media icons">
            <a:extLst>
              <a:ext uri="{FF2B5EF4-FFF2-40B4-BE49-F238E27FC236}">
                <a16:creationId xmlns:a16="http://schemas.microsoft.com/office/drawing/2014/main" id="{A9D6FC0F-BA31-609C-702C-EFA1A4E31AF2}"/>
              </a:ext>
            </a:extLst>
          </p:cNvPr>
          <p:cNvPicPr>
            <a:picLocks noChangeAspect="1"/>
          </p:cNvPicPr>
          <p:nvPr/>
        </p:nvPicPr>
        <p:blipFill>
          <a:blip r:embed="rId3"/>
          <a:stretch>
            <a:fillRect/>
          </a:stretch>
        </p:blipFill>
        <p:spPr>
          <a:xfrm>
            <a:off x="9639811" y="5079903"/>
            <a:ext cx="1437764" cy="1437764"/>
          </a:xfrm>
          <a:prstGeom prst="rect">
            <a:avLst/>
          </a:prstGeom>
        </p:spPr>
      </p:pic>
      <p:pic>
        <p:nvPicPr>
          <p:cNvPr id="6" name="Picture 5">
            <a:extLst>
              <a:ext uri="{FF2B5EF4-FFF2-40B4-BE49-F238E27FC236}">
                <a16:creationId xmlns:a16="http://schemas.microsoft.com/office/drawing/2014/main" id="{12CD102E-D48A-003C-250B-7F5221BC5FE8}"/>
              </a:ext>
            </a:extLst>
          </p:cNvPr>
          <p:cNvPicPr>
            <a:picLocks noChangeAspect="1"/>
          </p:cNvPicPr>
          <p:nvPr/>
        </p:nvPicPr>
        <p:blipFill>
          <a:blip r:embed="rId4"/>
          <a:stretch>
            <a:fillRect/>
          </a:stretch>
        </p:blipFill>
        <p:spPr>
          <a:xfrm>
            <a:off x="8871468" y="1215737"/>
            <a:ext cx="2590499" cy="369730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A6DC3A-B3CC-A34A-9D13-49EB05A1CA73}"/>
              </a:ext>
            </a:extLst>
          </p:cNvPr>
          <p:cNvSpPr>
            <a:spLocks noGrp="1"/>
          </p:cNvSpPr>
          <p:nvPr>
            <p:ph type="body" sz="quarter" idx="14"/>
          </p:nvPr>
        </p:nvSpPr>
        <p:spPr/>
        <p:txBody>
          <a:bodyPr>
            <a:normAutofit/>
          </a:bodyPr>
          <a:lstStyle/>
          <a:p>
            <a:r>
              <a:rPr lang="en-US" dirty="0"/>
              <a:t>Worksheet (Individual)</a:t>
            </a:r>
          </a:p>
          <a:p>
            <a:r>
              <a:rPr lang="en-SG" dirty="0">
                <a:highlight>
                  <a:srgbClr val="FFFF00"/>
                </a:highlight>
              </a:rPr>
              <a:t>Upload your deliverables to POLITEMALL even if it is incomplete before the next session. </a:t>
            </a:r>
          </a:p>
          <a:p>
            <a:r>
              <a:rPr lang="en-SG" dirty="0">
                <a:highlight>
                  <a:srgbClr val="FFFF00"/>
                </a:highlight>
              </a:rPr>
              <a:t>You can resubmit by 2359 if there are updates.</a:t>
            </a:r>
            <a:endParaRPr lang="en-SG" dirty="0"/>
          </a:p>
          <a:p>
            <a:endParaRPr lang="en-SG" dirty="0"/>
          </a:p>
        </p:txBody>
      </p:sp>
      <p:sp>
        <p:nvSpPr>
          <p:cNvPr id="4" name="Title 3">
            <a:extLst>
              <a:ext uri="{FF2B5EF4-FFF2-40B4-BE49-F238E27FC236}">
                <a16:creationId xmlns:a16="http://schemas.microsoft.com/office/drawing/2014/main" id="{A1FCB9F3-C0C9-52BC-F86D-B270B54256EC}"/>
              </a:ext>
            </a:extLst>
          </p:cNvPr>
          <p:cNvSpPr>
            <a:spLocks noGrp="1"/>
          </p:cNvSpPr>
          <p:nvPr>
            <p:ph type="title"/>
          </p:nvPr>
        </p:nvSpPr>
        <p:spPr/>
        <p:txBody>
          <a:bodyPr anchor="ctr">
            <a:normAutofit/>
          </a:bodyPr>
          <a:lstStyle/>
          <a:p>
            <a:r>
              <a:rPr lang="en-SG" dirty="0"/>
              <a:t>Submissions</a:t>
            </a:r>
          </a:p>
        </p:txBody>
      </p:sp>
    </p:spTree>
    <p:extLst>
      <p:ext uri="{BB962C8B-B14F-4D97-AF65-F5344CB8AC3E}">
        <p14:creationId xmlns:p14="http://schemas.microsoft.com/office/powerpoint/2010/main" val="3935850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f613137c-ca87-4854-93ee-5cda769d5275" xsi:nil="true"/>
    <_ip_UnifiedCompliancePolicyProperties xmlns="http://schemas.microsoft.com/sharepoint/v3" xsi:nil="true"/>
    <lcf76f155ced4ddcb4097134ff3c332f xmlns="0e856134-4299-45b1-97e5-af7b5b81900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4B1CD7CA8C2D4FACB7A25C62C56F3E" ma:contentTypeVersion="18" ma:contentTypeDescription="Create a new document." ma:contentTypeScope="" ma:versionID="d46d316a899f429bf792c07ed9723cea">
  <xsd:schema xmlns:xsd="http://www.w3.org/2001/XMLSchema" xmlns:xs="http://www.w3.org/2001/XMLSchema" xmlns:p="http://schemas.microsoft.com/office/2006/metadata/properties" xmlns:ns1="http://schemas.microsoft.com/sharepoint/v3" xmlns:ns2="0e856134-4299-45b1-97e5-af7b5b819008" xmlns:ns3="f613137c-ca87-4854-93ee-5cda769d5275" targetNamespace="http://schemas.microsoft.com/office/2006/metadata/properties" ma:root="true" ma:fieldsID="2cc4e9c6a1f54a96739961b34b7aca77" ns1:_="" ns2:_="" ns3:_="">
    <xsd:import namespace="http://schemas.microsoft.com/sharepoint/v3"/>
    <xsd:import namespace="0e856134-4299-45b1-97e5-af7b5b819008"/>
    <xsd:import namespace="f613137c-ca87-4854-93ee-5cda769d52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MediaServiceLocation" minOccurs="0"/>
                <xsd:element ref="ns1:_ip_UnifiedCompliancePolicyProperties" minOccurs="0"/>
                <xsd:element ref="ns1:_ip_UnifiedCompliancePolicyUIAction" minOccurs="0"/>
                <xsd:element ref="ns3:SharedWithUsers" minOccurs="0"/>
                <xsd:element ref="ns3:SharedWithDetail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856134-4299-45b1-97e5-af7b5b8190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754bec2-9c12-4dff-9bba-47e6622608a4"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13137c-ca87-4854-93ee-5cda769d527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8f100de-91da-40ec-a63f-be63a248fdec}" ma:internalName="TaxCatchAll" ma:showField="CatchAllData" ma:web="f613137c-ca87-4854-93ee-5cda769d5275">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3CC101-685F-4D5B-A0DA-0AB2859C9D6F}">
  <ds:schemaRefs>
    <ds:schemaRef ds:uri="http://schemas.microsoft.com/sharepoint/v3/contenttype/forms"/>
  </ds:schemaRefs>
</ds:datastoreItem>
</file>

<file path=customXml/itemProps2.xml><?xml version="1.0" encoding="utf-8"?>
<ds:datastoreItem xmlns:ds="http://schemas.openxmlformats.org/officeDocument/2006/customXml" ds:itemID="{2022195B-D4EA-464D-B31E-68101E6D1BCB}">
  <ds:schemaRefs>
    <ds:schemaRef ds:uri="http://schemas.microsoft.com/office/infopath/2007/PartnerControls"/>
    <ds:schemaRef ds:uri="http://www.w3.org/XML/1998/namespace"/>
    <ds:schemaRef ds:uri="http://purl.org/dc/dcmitype/"/>
    <ds:schemaRef ds:uri="http://schemas.openxmlformats.org/package/2006/metadata/core-properties"/>
    <ds:schemaRef ds:uri="http://purl.org/dc/terms/"/>
    <ds:schemaRef ds:uri="0e856134-4299-45b1-97e5-af7b5b819008"/>
    <ds:schemaRef ds:uri="http://schemas.microsoft.com/office/2006/documentManagement/types"/>
    <ds:schemaRef ds:uri="http://purl.org/dc/elements/1.1/"/>
    <ds:schemaRef ds:uri="f613137c-ca87-4854-93ee-5cda769d5275"/>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98B9F92F-B0CB-43EA-8FE8-128BFE0E75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e856134-4299-45b1-97e5-af7b5b819008"/>
    <ds:schemaRef ds:uri="f613137c-ca87-4854-93ee-5cda769d52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0f6a2e-9a0b-44bc-9fcb-55781401e2f0}" enabled="1" method="Privileged" siteId="{f688b0d0-79f0-40a4-8644-35fcdee9d0f3}" removed="0"/>
</clbl:labelList>
</file>

<file path=docProps/app.xml><?xml version="1.0" encoding="utf-8"?>
<Properties xmlns="http://schemas.openxmlformats.org/officeDocument/2006/extended-properties" xmlns:vt="http://schemas.openxmlformats.org/officeDocument/2006/docPropsVTypes">
  <TotalTime>3197</TotalTime>
  <Words>4277</Words>
  <Application>Microsoft Office PowerPoint</Application>
  <PresentationFormat>Widescreen</PresentationFormat>
  <Paragraphs>455</Paragraphs>
  <Slides>41</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Arial</vt:lpstr>
      <vt:lpstr>Arial Black</vt:lpstr>
      <vt:lpstr>Consolas</vt:lpstr>
      <vt:lpstr>Courier New</vt:lpstr>
      <vt:lpstr>Wingdings</vt:lpstr>
      <vt:lpstr>Office Theme</vt:lpstr>
      <vt:lpstr>C372 Payment Technologies</vt:lpstr>
      <vt:lpstr>Administrative matters</vt:lpstr>
      <vt:lpstr>Lesson Objectives</vt:lpstr>
      <vt:lpstr>Recall</vt:lpstr>
      <vt:lpstr>PowerPoint Presentation</vt:lpstr>
      <vt:lpstr>app.js </vt:lpstr>
      <vt:lpstr>PetCareApp Project Folder Structure</vt:lpstr>
      <vt:lpstr>How it works</vt:lpstr>
      <vt:lpstr>Where Could Payment Fit?</vt:lpstr>
      <vt:lpstr>Separation of Concerns </vt:lpstr>
      <vt:lpstr>app.js</vt:lpstr>
      <vt:lpstr>Separation of Concerns </vt:lpstr>
      <vt:lpstr>Model-View-Controller(MVC) </vt:lpstr>
      <vt:lpstr>Separation of Concerns with MVC </vt:lpstr>
      <vt:lpstr>Exercise 1</vt:lpstr>
      <vt:lpstr>PowerPoint Presentation</vt:lpstr>
      <vt:lpstr>PowerPoint Presentation</vt:lpstr>
      <vt:lpstr>Exercise 2</vt:lpstr>
      <vt:lpstr>AI Assisted Coding  Responsible AI Use</vt:lpstr>
      <vt:lpstr>What is AI-assisted coding?</vt:lpstr>
      <vt:lpstr>What is AI-assisted coding?</vt:lpstr>
      <vt:lpstr>AI-assisted coding – YOUR Role</vt:lpstr>
      <vt:lpstr>AI-assisted coding – YOUR Role</vt:lpstr>
      <vt:lpstr>Exercise 3</vt:lpstr>
      <vt:lpstr>Supervised Refactoring  VS Code with GitHub Copilot</vt:lpstr>
      <vt:lpstr>GitHub Copilot</vt:lpstr>
      <vt:lpstr>Exercise 4</vt:lpstr>
      <vt:lpstr>Copilot in VS Code</vt:lpstr>
      <vt:lpstr>Copilot in VS Code - Modes</vt:lpstr>
      <vt:lpstr>Providing context to AI</vt:lpstr>
      <vt:lpstr>Providing context to AI</vt:lpstr>
      <vt:lpstr>Exercise 5</vt:lpstr>
      <vt:lpstr>Exercise 6</vt:lpstr>
      <vt:lpstr>Exercise 7</vt:lpstr>
      <vt:lpstr>Exercise 8</vt:lpstr>
      <vt:lpstr>Exercise 9</vt:lpstr>
      <vt:lpstr>Exercise 10</vt:lpstr>
      <vt:lpstr>CA1  Code Check-in and AI Journal</vt:lpstr>
      <vt:lpstr>PowerPoint Presentation</vt:lpstr>
      <vt:lpstr>Reminders</vt:lpstr>
      <vt:lpstr>Submissions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Randal Teng from BGC GROUP PTE LTD (RP)</dc:creator>
  <cp:lastModifiedBy>RANDY</cp:lastModifiedBy>
  <cp:revision>19</cp:revision>
  <dcterms:created xsi:type="dcterms:W3CDTF">2024-09-03T01:46:32Z</dcterms:created>
  <dcterms:modified xsi:type="dcterms:W3CDTF">2026-10-27T11:54:29Z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0x010100AC4B1CD7CA8C2D4FACB7A25C62C56F3E</vt:lpwstr>
  </property>
  <property fmtid="{D5CDD505-2E9C-101B-9397-08002B2CF9AE}" pid="3" name="MediaServiceImageTags">
    <vt:lpwstr/>
  </property>
  <property fmtid="{D5CDD505-2E9C-101B-9397-08002B2CF9AE}" pid="4" name="ClassificationContentMarkingHeaderLocations">
    <vt:lpwstr>Office Theme:11</vt:lpwstr>
  </property>
  <property fmtid="{D5CDD505-2E9C-101B-9397-08002B2CF9AE}" pid="5" name="ClassificationContentMarkingHeaderText">
    <vt:lpwstr>Official (Closed) \ Non-Sensitive</vt:lpwstr>
  </property>
</Properties>
</file>